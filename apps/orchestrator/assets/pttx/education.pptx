
<file path=[Content_Types].xml><?xml version="1.0" encoding="utf-8"?>
<Types xmlns="http://schemas.openxmlformats.org/package/2006/content-types">
  <Default ContentType="application/x-fontdata" Extension="fntdata"/>
  <Default ContentType="application/xml" Extension="xml"/>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22.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9.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62.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70.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61.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64.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72.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71.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67.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76.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68.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56.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69.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5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11.xml"/>
  <Override ContentType="application/vnd.openxmlformats-officedocument.presentationml.slide+xml" PartName="/ppt/slides/slide22.xml"/>
  <Override ContentType="application/vnd.openxmlformats-officedocument.presentationml.slide+xml" PartName="/ppt/slides/slide1.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3.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4"/>
    <p:sldMasterId id="2147483723" r:id="rId5"/>
    <p:sldMasterId id="2147483725"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Lst>
  <p:sldSz cy="5143500" cx="9144000"/>
  <p:notesSz cx="6858000" cy="9144000"/>
  <p:embeddedFontLst>
    <p:embeddedFont>
      <p:font typeface="Hammersmith One"/>
      <p:regular r:id="rId31"/>
    </p:embeddedFont>
    <p:embeddedFont>
      <p:font typeface="Proxima Nova"/>
      <p:regular r:id="rId32"/>
      <p:bold r:id="rId33"/>
      <p:italic r:id="rId34"/>
      <p:boldItalic r:id="rId35"/>
    </p:embeddedFont>
    <p:embeddedFont>
      <p:font typeface="Roboto Medium"/>
      <p:regular r:id="rId36"/>
      <p:bold r:id="rId37"/>
      <p:italic r:id="rId38"/>
      <p:boldItalic r:id="rId39"/>
    </p:embeddedFont>
    <p:embeddedFont>
      <p:font typeface="Amatic SC"/>
      <p:regular r:id="rId40"/>
      <p:bold r:id="rId41"/>
    </p:embeddedFont>
    <p:embeddedFont>
      <p:font typeface="Proxima Nova Semibold"/>
      <p:regular r:id="rId42"/>
      <p:bold r:id="rId43"/>
      <p:boldItalic r:id="rId44"/>
    </p:embeddedFont>
    <p:embeddedFont>
      <p:font typeface="Manjari"/>
      <p:regular r:id="rId45"/>
      <p:bold r:id="rId4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GoogleSlidesCustomDataVersion2">
      <go:slidesCustomData xmlns:go="http://customooxmlschemas.google.com/" r:id="rId47" roundtripDataSignature="AMtx7mg1CxSsufdPVuEmiJPj2BfmriMTHQ=="/>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F0A47FA-E40C-4D38-BD77-88DCF1A99DD2}">
  <a:tblStyle styleId="{CF0A47FA-E40C-4D38-BD77-88DCF1A99DD2}" styleName="Table_0">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Lst>
</file>

<file path=ppt/_rels/presentation.xml.rels><?xml version="1.0" encoding="UTF-8" standalone="yes"?><Relationships xmlns="http://schemas.openxmlformats.org/package/2006/relationships"><Relationship Id="rId40" Type="http://schemas.openxmlformats.org/officeDocument/2006/relationships/font" Target="fonts/AmaticSC-regular.fntdata"/><Relationship Id="rId42" Type="http://schemas.openxmlformats.org/officeDocument/2006/relationships/font" Target="fonts/ProximaNovaSemibold-regular.fntdata"/><Relationship Id="rId41" Type="http://schemas.openxmlformats.org/officeDocument/2006/relationships/font" Target="fonts/AmaticSC-bold.fntdata"/><Relationship Id="rId44" Type="http://schemas.openxmlformats.org/officeDocument/2006/relationships/font" Target="fonts/ProximaNovaSemibold-boldItalic.fntdata"/><Relationship Id="rId43" Type="http://schemas.openxmlformats.org/officeDocument/2006/relationships/font" Target="fonts/ProximaNovaSemibold-bold.fntdata"/><Relationship Id="rId46" Type="http://schemas.openxmlformats.org/officeDocument/2006/relationships/font" Target="fonts/Manjari-bold.fntdata"/><Relationship Id="rId45" Type="http://schemas.openxmlformats.org/officeDocument/2006/relationships/font" Target="fonts/Manjari-regular.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47" Type="http://customschemas.google.com/relationships/presentationmetadata" Target="metadata"/><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font" Target="fonts/HammersmithOne-regular.fntdata"/><Relationship Id="rId30" Type="http://schemas.openxmlformats.org/officeDocument/2006/relationships/slide" Target="slides/slide23.xml"/><Relationship Id="rId33" Type="http://schemas.openxmlformats.org/officeDocument/2006/relationships/font" Target="fonts/ProximaNova-bold.fntdata"/><Relationship Id="rId32" Type="http://schemas.openxmlformats.org/officeDocument/2006/relationships/font" Target="fonts/ProximaNova-regular.fntdata"/><Relationship Id="rId35" Type="http://schemas.openxmlformats.org/officeDocument/2006/relationships/font" Target="fonts/ProximaNova-boldItalic.fntdata"/><Relationship Id="rId34" Type="http://schemas.openxmlformats.org/officeDocument/2006/relationships/font" Target="fonts/ProximaNova-italic.fntdata"/><Relationship Id="rId37" Type="http://schemas.openxmlformats.org/officeDocument/2006/relationships/font" Target="fonts/RobotoMedium-bold.fntdata"/><Relationship Id="rId36" Type="http://schemas.openxmlformats.org/officeDocument/2006/relationships/font" Target="fonts/RobotoMedium-regular.fntdata"/><Relationship Id="rId39" Type="http://schemas.openxmlformats.org/officeDocument/2006/relationships/font" Target="fonts/RobotoMedium-boldItalic.fntdata"/><Relationship Id="rId38" Type="http://schemas.openxmlformats.org/officeDocument/2006/relationships/font" Target="fonts/RobotoMedium-italic.fntdata"/><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11" Type="http://schemas.openxmlformats.org/officeDocument/2006/relationships/slide" Target="slides/slide4.xml"/><Relationship Id="rId10" Type="http://schemas.openxmlformats.org/officeDocument/2006/relationships/slide" Target="slides/slide3.xml"/><Relationship Id="rId13" Type="http://schemas.openxmlformats.org/officeDocument/2006/relationships/slide" Target="slides/slide6.xml"/><Relationship Id="rId12" Type="http://schemas.openxmlformats.org/officeDocument/2006/relationships/slide" Target="slides/slide5.xml"/><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6" name="Shape 1996"/>
        <p:cNvGrpSpPr/>
        <p:nvPr/>
      </p:nvGrpSpPr>
      <p:grpSpPr>
        <a:xfrm>
          <a:off x="0" y="0"/>
          <a:ext cx="0" cy="0"/>
          <a:chOff x="0" y="0"/>
          <a:chExt cx="0" cy="0"/>
        </a:xfrm>
      </p:grpSpPr>
      <p:sp>
        <p:nvSpPr>
          <p:cNvPr id="1997" name="Google Shape;1997;p1: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998" name="Google Shape;1998;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2" name="Shape 2002"/>
        <p:cNvGrpSpPr/>
        <p:nvPr/>
      </p:nvGrpSpPr>
      <p:grpSpPr>
        <a:xfrm>
          <a:off x="0" y="0"/>
          <a:ext cx="0" cy="0"/>
          <a:chOff x="0" y="0"/>
          <a:chExt cx="0" cy="0"/>
        </a:xfrm>
      </p:grpSpPr>
      <p:sp>
        <p:nvSpPr>
          <p:cNvPr id="2003" name="Google Shape;2003;p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04" name="Google Shape;2004;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8" name="Shape 2008"/>
        <p:cNvGrpSpPr/>
        <p:nvPr/>
      </p:nvGrpSpPr>
      <p:grpSpPr>
        <a:xfrm>
          <a:off x="0" y="0"/>
          <a:ext cx="0" cy="0"/>
          <a:chOff x="0" y="0"/>
          <a:chExt cx="0" cy="0"/>
        </a:xfrm>
      </p:grpSpPr>
      <p:sp>
        <p:nvSpPr>
          <p:cNvPr id="2009" name="Google Shape;2009;p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10" name="Google Shape;2010;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1" name="Shape 2031"/>
        <p:cNvGrpSpPr/>
        <p:nvPr/>
      </p:nvGrpSpPr>
      <p:grpSpPr>
        <a:xfrm>
          <a:off x="0" y="0"/>
          <a:ext cx="0" cy="0"/>
          <a:chOff x="0" y="0"/>
          <a:chExt cx="0" cy="0"/>
        </a:xfrm>
      </p:grpSpPr>
      <p:sp>
        <p:nvSpPr>
          <p:cNvPr id="2032" name="Google Shape;2032;p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33" name="Google Shape;2033;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8" name="Shape 2038"/>
        <p:cNvGrpSpPr/>
        <p:nvPr/>
      </p:nvGrpSpPr>
      <p:grpSpPr>
        <a:xfrm>
          <a:off x="0" y="0"/>
          <a:ext cx="0" cy="0"/>
          <a:chOff x="0" y="0"/>
          <a:chExt cx="0" cy="0"/>
        </a:xfrm>
      </p:grpSpPr>
      <p:sp>
        <p:nvSpPr>
          <p:cNvPr id="2039" name="Google Shape;2039;p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40" name="Google Shape;2040;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5" name="Shape 2045"/>
        <p:cNvGrpSpPr/>
        <p:nvPr/>
      </p:nvGrpSpPr>
      <p:grpSpPr>
        <a:xfrm>
          <a:off x="0" y="0"/>
          <a:ext cx="0" cy="0"/>
          <a:chOff x="0" y="0"/>
          <a:chExt cx="0" cy="0"/>
        </a:xfrm>
      </p:grpSpPr>
      <p:sp>
        <p:nvSpPr>
          <p:cNvPr id="2046" name="Google Shape;2046;p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47" name="Google Shape;2047;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1" name="Shape 2051"/>
        <p:cNvGrpSpPr/>
        <p:nvPr/>
      </p:nvGrpSpPr>
      <p:grpSpPr>
        <a:xfrm>
          <a:off x="0" y="0"/>
          <a:ext cx="0" cy="0"/>
          <a:chOff x="0" y="0"/>
          <a:chExt cx="0" cy="0"/>
        </a:xfrm>
      </p:grpSpPr>
      <p:sp>
        <p:nvSpPr>
          <p:cNvPr id="2052" name="Google Shape;2052;p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53" name="Google Shape;2053;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7" name="Shape 2057"/>
        <p:cNvGrpSpPr/>
        <p:nvPr/>
      </p:nvGrpSpPr>
      <p:grpSpPr>
        <a:xfrm>
          <a:off x="0" y="0"/>
          <a:ext cx="0" cy="0"/>
          <a:chOff x="0" y="0"/>
          <a:chExt cx="0" cy="0"/>
        </a:xfrm>
      </p:grpSpPr>
      <p:sp>
        <p:nvSpPr>
          <p:cNvPr id="2058" name="Google Shape;2058;p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59" name="Google Shape;2059;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3" name="Shape 2063"/>
        <p:cNvGrpSpPr/>
        <p:nvPr/>
      </p:nvGrpSpPr>
      <p:grpSpPr>
        <a:xfrm>
          <a:off x="0" y="0"/>
          <a:ext cx="0" cy="0"/>
          <a:chOff x="0" y="0"/>
          <a:chExt cx="0" cy="0"/>
        </a:xfrm>
      </p:grpSpPr>
      <p:sp>
        <p:nvSpPr>
          <p:cNvPr id="2064" name="Google Shape;2064;p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65" name="Google Shape;2065;p1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0" name="Shape 2070"/>
        <p:cNvGrpSpPr/>
        <p:nvPr/>
      </p:nvGrpSpPr>
      <p:grpSpPr>
        <a:xfrm>
          <a:off x="0" y="0"/>
          <a:ext cx="0" cy="0"/>
          <a:chOff x="0" y="0"/>
          <a:chExt cx="0" cy="0"/>
        </a:xfrm>
      </p:grpSpPr>
      <p:sp>
        <p:nvSpPr>
          <p:cNvPr id="2071" name="Google Shape;2071;p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72" name="Google Shape;2072;p1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9" name="Shape 2089"/>
        <p:cNvGrpSpPr/>
        <p:nvPr/>
      </p:nvGrpSpPr>
      <p:grpSpPr>
        <a:xfrm>
          <a:off x="0" y="0"/>
          <a:ext cx="0" cy="0"/>
          <a:chOff x="0" y="0"/>
          <a:chExt cx="0" cy="0"/>
        </a:xfrm>
      </p:grpSpPr>
      <p:sp>
        <p:nvSpPr>
          <p:cNvPr id="2090" name="Google Shape;2090;p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91" name="Google Shape;2091;p1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6" name="Shape 2426"/>
        <p:cNvGrpSpPr/>
        <p:nvPr/>
      </p:nvGrpSpPr>
      <p:grpSpPr>
        <a:xfrm>
          <a:off x="0" y="0"/>
          <a:ext cx="0" cy="0"/>
          <a:chOff x="0" y="0"/>
          <a:chExt cx="0" cy="0"/>
        </a:xfrm>
      </p:grpSpPr>
      <p:sp>
        <p:nvSpPr>
          <p:cNvPr id="2427" name="Google Shape;2427;p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428" name="Google Shape;2428;p1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6" name="Shape 8926"/>
        <p:cNvGrpSpPr/>
        <p:nvPr/>
      </p:nvGrpSpPr>
      <p:grpSpPr>
        <a:xfrm>
          <a:off x="0" y="0"/>
          <a:ext cx="0" cy="0"/>
          <a:chOff x="0" y="0"/>
          <a:chExt cx="0" cy="0"/>
        </a:xfrm>
      </p:grpSpPr>
      <p:sp>
        <p:nvSpPr>
          <p:cNvPr id="8927" name="Google Shape;8927;p1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28" name="Google Shape;8928;p1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355" name="Google Shape;9355;p1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16" name="Shape 9516"/>
        <p:cNvGrpSpPr/>
        <p:nvPr/>
      </p:nvGrpSpPr>
      <p:grpSpPr>
        <a:xfrm>
          <a:off x="0" y="0"/>
          <a:ext cx="0" cy="0"/>
          <a:chOff x="0" y="0"/>
          <a:chExt cx="0" cy="0"/>
        </a:xfrm>
      </p:grpSpPr>
      <p:sp>
        <p:nvSpPr>
          <p:cNvPr id="9517" name="Google Shape;9517;p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518" name="Google Shape;9518;p1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8" name="Shape 9918"/>
        <p:cNvGrpSpPr/>
        <p:nvPr/>
      </p:nvGrpSpPr>
      <p:grpSpPr>
        <a:xfrm>
          <a:off x="0" y="0"/>
          <a:ext cx="0" cy="0"/>
          <a:chOff x="0" y="0"/>
          <a:chExt cx="0" cy="0"/>
        </a:xfrm>
      </p:grpSpPr>
      <p:sp>
        <p:nvSpPr>
          <p:cNvPr id="9919" name="Google Shape;9919;p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920" name="Google Shape;9920;p1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9" name="Shape 10289"/>
        <p:cNvGrpSpPr/>
        <p:nvPr/>
      </p:nvGrpSpPr>
      <p:grpSpPr>
        <a:xfrm>
          <a:off x="0" y="0"/>
          <a:ext cx="0" cy="0"/>
          <a:chOff x="0" y="0"/>
          <a:chExt cx="0" cy="0"/>
        </a:xfrm>
      </p:grpSpPr>
      <p:sp>
        <p:nvSpPr>
          <p:cNvPr id="10290" name="Google Shape;10290;p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291" name="Google Shape;10291;p1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1" name="Shape 10591"/>
        <p:cNvGrpSpPr/>
        <p:nvPr/>
      </p:nvGrpSpPr>
      <p:grpSpPr>
        <a:xfrm>
          <a:off x="0" y="0"/>
          <a:ext cx="0" cy="0"/>
          <a:chOff x="0" y="0"/>
          <a:chExt cx="0" cy="0"/>
        </a:xfrm>
      </p:grpSpPr>
      <p:sp>
        <p:nvSpPr>
          <p:cNvPr id="10592" name="Google Shape;10592;p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593" name="Google Shape;10593;p1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84" name="Shape 10884"/>
        <p:cNvGrpSpPr/>
        <p:nvPr/>
      </p:nvGrpSpPr>
      <p:grpSpPr>
        <a:xfrm>
          <a:off x="0" y="0"/>
          <a:ext cx="0" cy="0"/>
          <a:chOff x="0" y="0"/>
          <a:chExt cx="0" cy="0"/>
        </a:xfrm>
      </p:grpSpPr>
      <p:sp>
        <p:nvSpPr>
          <p:cNvPr id="10885" name="Google Shape;10885;p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886" name="Google Shape;10886;p1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3" name="Shape 11243"/>
        <p:cNvGrpSpPr/>
        <p:nvPr/>
      </p:nvGrpSpPr>
      <p:grpSpPr>
        <a:xfrm>
          <a:off x="0" y="0"/>
          <a:ext cx="0" cy="0"/>
          <a:chOff x="0" y="0"/>
          <a:chExt cx="0" cy="0"/>
        </a:xfrm>
      </p:grpSpPr>
      <p:sp>
        <p:nvSpPr>
          <p:cNvPr id="11244" name="Google Shape;11244;p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245" name="Google Shape;11245;p1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60" name="Shape 11660"/>
        <p:cNvGrpSpPr/>
        <p:nvPr/>
      </p:nvGrpSpPr>
      <p:grpSpPr>
        <a:xfrm>
          <a:off x="0" y="0"/>
          <a:ext cx="0" cy="0"/>
          <a:chOff x="0" y="0"/>
          <a:chExt cx="0" cy="0"/>
        </a:xfrm>
      </p:grpSpPr>
      <p:sp>
        <p:nvSpPr>
          <p:cNvPr id="11661" name="Google Shape;11661;p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662" name="Google Shape;11662;p1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00" name="Shape 12000"/>
        <p:cNvGrpSpPr/>
        <p:nvPr/>
      </p:nvGrpSpPr>
      <p:grpSpPr>
        <a:xfrm>
          <a:off x="0" y="0"/>
          <a:ext cx="0" cy="0"/>
          <a:chOff x="0" y="0"/>
          <a:chExt cx="0" cy="0"/>
        </a:xfrm>
      </p:grpSpPr>
      <p:sp>
        <p:nvSpPr>
          <p:cNvPr id="12001" name="Google Shape;12001;p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002" name="Google Shape;12002;p1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88" name="Shape 12188"/>
        <p:cNvGrpSpPr/>
        <p:nvPr/>
      </p:nvGrpSpPr>
      <p:grpSpPr>
        <a:xfrm>
          <a:off x="0" y="0"/>
          <a:ext cx="0" cy="0"/>
          <a:chOff x="0" y="0"/>
          <a:chExt cx="0" cy="0"/>
        </a:xfrm>
      </p:grpSpPr>
      <p:sp>
        <p:nvSpPr>
          <p:cNvPr id="12189" name="Google Shape;12189;p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190" name="Google Shape;12190;p1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131"/>
          <p:cNvSpPr/>
          <p:nvPr/>
        </p:nvSpPr>
        <p:spPr>
          <a:xfrm flipH="1" rot="10800000">
            <a:off x="-1411582" y="-1157400"/>
            <a:ext cx="4436782" cy="3714342"/>
          </a:xfrm>
          <a:custGeom>
            <a:rect b="b" l="l" r="r" t="t"/>
            <a:pathLst>
              <a:path extrusionOk="0" h="52038" w="61178">
                <a:moveTo>
                  <a:pt x="4170" y="12043"/>
                </a:moveTo>
                <a:cubicBezTo>
                  <a:pt x="7339" y="7239"/>
                  <a:pt x="14177" y="1"/>
                  <a:pt x="24184" y="5571"/>
                </a:cubicBezTo>
                <a:cubicBezTo>
                  <a:pt x="34191" y="11142"/>
                  <a:pt x="29988" y="17146"/>
                  <a:pt x="34024" y="21249"/>
                </a:cubicBezTo>
                <a:cubicBezTo>
                  <a:pt x="38061" y="25319"/>
                  <a:pt x="43198" y="25586"/>
                  <a:pt x="51103" y="27253"/>
                </a:cubicBezTo>
                <a:cubicBezTo>
                  <a:pt x="58976" y="28921"/>
                  <a:pt x="61177" y="36093"/>
                  <a:pt x="54472" y="41664"/>
                </a:cubicBezTo>
                <a:cubicBezTo>
                  <a:pt x="47801" y="47268"/>
                  <a:pt x="33758" y="52038"/>
                  <a:pt x="26819" y="46467"/>
                </a:cubicBezTo>
                <a:cubicBezTo>
                  <a:pt x="19848" y="40930"/>
                  <a:pt x="11108" y="34826"/>
                  <a:pt x="5537" y="31590"/>
                </a:cubicBezTo>
                <a:cubicBezTo>
                  <a:pt x="0" y="28388"/>
                  <a:pt x="967" y="16879"/>
                  <a:pt x="4170" y="12043"/>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 name="Google Shape;10;p131"/>
          <p:cNvSpPr/>
          <p:nvPr/>
        </p:nvSpPr>
        <p:spPr>
          <a:xfrm>
            <a:off x="1062825" y="3370500"/>
            <a:ext cx="775608" cy="1012954"/>
          </a:xfrm>
          <a:custGeom>
            <a:rect b="b" l="l" r="r" t="t"/>
            <a:pathLst>
              <a:path extrusionOk="0" h="22564" w="17277">
                <a:moveTo>
                  <a:pt x="9074" y="0"/>
                </a:moveTo>
                <a:cubicBezTo>
                  <a:pt x="8555" y="0"/>
                  <a:pt x="8010" y="60"/>
                  <a:pt x="7441" y="188"/>
                </a:cubicBezTo>
                <a:cubicBezTo>
                  <a:pt x="2543" y="1285"/>
                  <a:pt x="1" y="6692"/>
                  <a:pt x="54" y="12607"/>
                </a:cubicBezTo>
                <a:cubicBezTo>
                  <a:pt x="134" y="18683"/>
                  <a:pt x="3989" y="22189"/>
                  <a:pt x="8592" y="22564"/>
                </a:cubicBezTo>
                <a:cubicBezTo>
                  <a:pt x="14641" y="22082"/>
                  <a:pt x="16354" y="18388"/>
                  <a:pt x="16836" y="12312"/>
                </a:cubicBezTo>
                <a:cubicBezTo>
                  <a:pt x="17276" y="6737"/>
                  <a:pt x="14567" y="0"/>
                  <a:pt x="90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 name="Google Shape;11;p131"/>
          <p:cNvSpPr/>
          <p:nvPr/>
        </p:nvSpPr>
        <p:spPr>
          <a:xfrm>
            <a:off x="7605425" y="342175"/>
            <a:ext cx="2052600" cy="2052600"/>
          </a:xfrm>
          <a:prstGeom prst="ellipse">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 name="Google Shape;12;p131"/>
          <p:cNvGrpSpPr/>
          <p:nvPr/>
        </p:nvGrpSpPr>
        <p:grpSpPr>
          <a:xfrm>
            <a:off x="6412578" y="-640069"/>
            <a:ext cx="1962482" cy="1953285"/>
            <a:chOff x="386328" y="2672681"/>
            <a:chExt cx="1962482" cy="1953285"/>
          </a:xfrm>
        </p:grpSpPr>
        <p:sp>
          <p:nvSpPr>
            <p:cNvPr id="13" name="Google Shape;13;p131"/>
            <p:cNvSpPr/>
            <p:nvPr/>
          </p:nvSpPr>
          <p:spPr>
            <a:xfrm>
              <a:off x="602590" y="3031586"/>
              <a:ext cx="2321" cy="2364"/>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 name="Google Shape;14;p131"/>
            <p:cNvSpPr/>
            <p:nvPr/>
          </p:nvSpPr>
          <p:spPr>
            <a:xfrm>
              <a:off x="386328" y="2672681"/>
              <a:ext cx="1962482" cy="1953284"/>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 name="Google Shape;15;p131"/>
            <p:cNvSpPr/>
            <p:nvPr/>
          </p:nvSpPr>
          <p:spPr>
            <a:xfrm>
              <a:off x="795817" y="2846396"/>
              <a:ext cx="10401" cy="8080"/>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 name="Google Shape;16;p131"/>
            <p:cNvSpPr/>
            <p:nvPr/>
          </p:nvSpPr>
          <p:spPr>
            <a:xfrm>
              <a:off x="906269" y="2679600"/>
              <a:ext cx="308321" cy="260014"/>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 name="Google Shape;17;p131"/>
            <p:cNvSpPr/>
            <p:nvPr/>
          </p:nvSpPr>
          <p:spPr>
            <a:xfrm>
              <a:off x="1314642" y="2672681"/>
              <a:ext cx="309481" cy="266933"/>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 name="Google Shape;18;p131"/>
            <p:cNvSpPr/>
            <p:nvPr/>
          </p:nvSpPr>
          <p:spPr>
            <a:xfrm>
              <a:off x="1724131" y="2785411"/>
              <a:ext cx="117372" cy="69065"/>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 name="Google Shape;19;p131"/>
            <p:cNvSpPr/>
            <p:nvPr/>
          </p:nvSpPr>
          <p:spPr>
            <a:xfrm>
              <a:off x="1874810" y="2808447"/>
              <a:ext cx="6962" cy="131167"/>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 name="Google Shape;20;p131"/>
            <p:cNvSpPr/>
            <p:nvPr/>
          </p:nvSpPr>
          <p:spPr>
            <a:xfrm>
              <a:off x="451868" y="3289279"/>
              <a:ext cx="2364" cy="4642"/>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 name="Google Shape;21;p131"/>
            <p:cNvSpPr/>
            <p:nvPr/>
          </p:nvSpPr>
          <p:spPr>
            <a:xfrm>
              <a:off x="516292" y="3153513"/>
              <a:ext cx="88620" cy="55269"/>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 name="Google Shape;22;p131"/>
            <p:cNvSpPr/>
            <p:nvPr/>
          </p:nvSpPr>
          <p:spPr>
            <a:xfrm>
              <a:off x="704963" y="2940732"/>
              <a:ext cx="308321" cy="353189"/>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 name="Google Shape;23;p131"/>
            <p:cNvSpPr/>
            <p:nvPr/>
          </p:nvSpPr>
          <p:spPr>
            <a:xfrm>
              <a:off x="1113335" y="2940732"/>
              <a:ext cx="309481" cy="35202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 name="Google Shape;24;p131"/>
            <p:cNvSpPr/>
            <p:nvPr/>
          </p:nvSpPr>
          <p:spPr>
            <a:xfrm>
              <a:off x="1522825" y="2940732"/>
              <a:ext cx="308321" cy="35202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 name="Google Shape;25;p131"/>
            <p:cNvSpPr/>
            <p:nvPr/>
          </p:nvSpPr>
          <p:spPr>
            <a:xfrm>
              <a:off x="1931197" y="2975243"/>
              <a:ext cx="308321" cy="317518"/>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 name="Google Shape;26;p131"/>
            <p:cNvSpPr/>
            <p:nvPr/>
          </p:nvSpPr>
          <p:spPr>
            <a:xfrm>
              <a:off x="389766" y="3559565"/>
              <a:ext cx="8080" cy="10401"/>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 name="Google Shape;27;p131"/>
            <p:cNvSpPr/>
            <p:nvPr/>
          </p:nvSpPr>
          <p:spPr>
            <a:xfrm>
              <a:off x="497897" y="3303075"/>
              <a:ext cx="308321" cy="35202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 name="Google Shape;28;p131"/>
            <p:cNvSpPr/>
            <p:nvPr/>
          </p:nvSpPr>
          <p:spPr>
            <a:xfrm>
              <a:off x="906269" y="3303075"/>
              <a:ext cx="308321" cy="35202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 name="Google Shape;29;p131"/>
            <p:cNvSpPr/>
            <p:nvPr/>
          </p:nvSpPr>
          <p:spPr>
            <a:xfrm>
              <a:off x="1314642" y="3303075"/>
              <a:ext cx="309481" cy="35202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 name="Google Shape;30;p131"/>
            <p:cNvSpPr/>
            <p:nvPr/>
          </p:nvSpPr>
          <p:spPr>
            <a:xfrm>
              <a:off x="1724131" y="3301915"/>
              <a:ext cx="308321" cy="353189"/>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 name="Google Shape;31;p131"/>
            <p:cNvSpPr/>
            <p:nvPr/>
          </p:nvSpPr>
          <p:spPr>
            <a:xfrm>
              <a:off x="2132503" y="3301915"/>
              <a:ext cx="207109" cy="353189"/>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 name="Google Shape;32;p131"/>
            <p:cNvSpPr/>
            <p:nvPr/>
          </p:nvSpPr>
          <p:spPr>
            <a:xfrm>
              <a:off x="395525" y="3644703"/>
              <a:ext cx="209386" cy="35202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 name="Google Shape;33;p131"/>
            <p:cNvSpPr/>
            <p:nvPr/>
          </p:nvSpPr>
          <p:spPr>
            <a:xfrm>
              <a:off x="704963" y="3644703"/>
              <a:ext cx="308321" cy="35202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 name="Google Shape;34;p131"/>
            <p:cNvSpPr/>
            <p:nvPr/>
          </p:nvSpPr>
          <p:spPr>
            <a:xfrm>
              <a:off x="1113335" y="3644703"/>
              <a:ext cx="309481" cy="35202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 name="Google Shape;35;p131"/>
            <p:cNvSpPr/>
            <p:nvPr/>
          </p:nvSpPr>
          <p:spPr>
            <a:xfrm>
              <a:off x="1522825" y="3644703"/>
              <a:ext cx="308321" cy="35202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 name="Google Shape;36;p131"/>
            <p:cNvSpPr/>
            <p:nvPr/>
          </p:nvSpPr>
          <p:spPr>
            <a:xfrm>
              <a:off x="1931197" y="3644703"/>
              <a:ext cx="308321" cy="35202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 name="Google Shape;37;p131"/>
            <p:cNvSpPr/>
            <p:nvPr/>
          </p:nvSpPr>
          <p:spPr>
            <a:xfrm>
              <a:off x="2339569" y="3728681"/>
              <a:ext cx="6919" cy="10401"/>
            </a:xfrm>
            <a:custGeom>
              <a:rect b="b" l="l" r="r" t="t"/>
              <a:pathLst>
                <a:path extrusionOk="0" h="242" w="161">
                  <a:moveTo>
                    <a:pt x="81" y="1"/>
                  </a:moveTo>
                  <a:lnTo>
                    <a:pt x="0" y="161"/>
                  </a:lnTo>
                  <a:lnTo>
                    <a:pt x="134" y="241"/>
                  </a:lnTo>
                  <a:cubicBezTo>
                    <a:pt x="134" y="161"/>
                    <a:pt x="134" y="108"/>
                    <a:pt x="161" y="27"/>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 name="Google Shape;38;p131"/>
            <p:cNvSpPr/>
            <p:nvPr/>
          </p:nvSpPr>
          <p:spPr>
            <a:xfrm>
              <a:off x="497897" y="4010528"/>
              <a:ext cx="308321" cy="314080"/>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 name="Google Shape;39;p131"/>
            <p:cNvSpPr/>
            <p:nvPr/>
          </p:nvSpPr>
          <p:spPr>
            <a:xfrm>
              <a:off x="906269" y="4010528"/>
              <a:ext cx="308321" cy="35202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 name="Google Shape;40;p131"/>
            <p:cNvSpPr/>
            <p:nvPr/>
          </p:nvSpPr>
          <p:spPr>
            <a:xfrm>
              <a:off x="1314642" y="4010528"/>
              <a:ext cx="309481" cy="35202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 name="Google Shape;41;p131"/>
            <p:cNvSpPr/>
            <p:nvPr/>
          </p:nvSpPr>
          <p:spPr>
            <a:xfrm>
              <a:off x="1724131" y="4010528"/>
              <a:ext cx="308321" cy="35202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 name="Google Shape;42;p131"/>
            <p:cNvSpPr/>
            <p:nvPr/>
          </p:nvSpPr>
          <p:spPr>
            <a:xfrm>
              <a:off x="2132503" y="4095623"/>
              <a:ext cx="84021" cy="52948"/>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 name="Google Shape;43;p131"/>
            <p:cNvSpPr/>
            <p:nvPr/>
          </p:nvSpPr>
          <p:spPr>
            <a:xfrm>
              <a:off x="890153" y="4437294"/>
              <a:ext cx="123131" cy="73663"/>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 name="Google Shape;44;p131"/>
            <p:cNvSpPr/>
            <p:nvPr/>
          </p:nvSpPr>
          <p:spPr>
            <a:xfrm>
              <a:off x="855642" y="4352156"/>
              <a:ext cx="6962" cy="139247"/>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 name="Google Shape;45;p131"/>
            <p:cNvSpPr/>
            <p:nvPr/>
          </p:nvSpPr>
          <p:spPr>
            <a:xfrm>
              <a:off x="1113335" y="4352156"/>
              <a:ext cx="309481" cy="273810"/>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 name="Google Shape;46;p131"/>
            <p:cNvSpPr/>
            <p:nvPr/>
          </p:nvSpPr>
          <p:spPr>
            <a:xfrm>
              <a:off x="1522825" y="4352156"/>
              <a:ext cx="308321" cy="26577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 name="Google Shape;47;p131"/>
            <p:cNvSpPr/>
            <p:nvPr/>
          </p:nvSpPr>
          <p:spPr>
            <a:xfrm>
              <a:off x="1931197" y="4437294"/>
              <a:ext cx="13839" cy="10401"/>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8" name="Google Shape;48;p131"/>
          <p:cNvSpPr/>
          <p:nvPr/>
        </p:nvSpPr>
        <p:spPr>
          <a:xfrm>
            <a:off x="-125" y="4599425"/>
            <a:ext cx="9144321" cy="595550"/>
          </a:xfrm>
          <a:custGeom>
            <a:rect b="b" l="l" r="r" t="t"/>
            <a:pathLst>
              <a:path extrusionOk="0" h="23822" w="287196">
                <a:moveTo>
                  <a:pt x="1" y="0"/>
                </a:moveTo>
                <a:lnTo>
                  <a:pt x="1" y="23822"/>
                </a:lnTo>
                <a:lnTo>
                  <a:pt x="287196" y="23822"/>
                </a:lnTo>
                <a:lnTo>
                  <a:pt x="28719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 name="Google Shape;49;p131"/>
          <p:cNvSpPr txBox="1"/>
          <p:nvPr>
            <p:ph type="ctrTitle"/>
          </p:nvPr>
        </p:nvSpPr>
        <p:spPr>
          <a:xfrm>
            <a:off x="1283094" y="1290750"/>
            <a:ext cx="6577800" cy="2052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5200"/>
              <a:buNone/>
              <a:defRPr b="1" sz="5500">
                <a:solidFill>
                  <a:srgbClr val="806860"/>
                </a:solidFill>
              </a:defRPr>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p:txBody>
      </p:sp>
      <p:sp>
        <p:nvSpPr>
          <p:cNvPr id="50" name="Google Shape;50;p131"/>
          <p:cNvSpPr txBox="1"/>
          <p:nvPr>
            <p:ph idx="1" type="subTitle"/>
          </p:nvPr>
        </p:nvSpPr>
        <p:spPr>
          <a:xfrm>
            <a:off x="1283100" y="3394625"/>
            <a:ext cx="6577800" cy="458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1500">
                <a:latin typeface="Manjari"/>
                <a:ea typeface="Manjari"/>
                <a:cs typeface="Manjari"/>
                <a:sym typeface="Manjari"/>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1" name="Shape 51"/>
        <p:cNvGrpSpPr/>
        <p:nvPr/>
      </p:nvGrpSpPr>
      <p:grpSpPr>
        <a:xfrm>
          <a:off x="0" y="0"/>
          <a:ext cx="0" cy="0"/>
          <a:chOff x="0" y="0"/>
          <a:chExt cx="0" cy="0"/>
        </a:xfrm>
      </p:grpSpPr>
      <p:sp>
        <p:nvSpPr>
          <p:cNvPr id="52" name="Google Shape;52;p132"/>
          <p:cNvSpPr/>
          <p:nvPr/>
        </p:nvSpPr>
        <p:spPr>
          <a:xfrm flipH="1" rot="-1762095">
            <a:off x="-645480" y="2383695"/>
            <a:ext cx="2540453" cy="3781447"/>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 name="Google Shape;53;p132"/>
          <p:cNvSpPr/>
          <p:nvPr/>
        </p:nvSpPr>
        <p:spPr>
          <a:xfrm>
            <a:off x="8139625" y="1901675"/>
            <a:ext cx="1844545" cy="1627040"/>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 name="Google Shape;54;p132"/>
          <p:cNvSpPr txBox="1"/>
          <p:nvPr>
            <p:ph idx="1" type="body"/>
          </p:nvPr>
        </p:nvSpPr>
        <p:spPr>
          <a:xfrm>
            <a:off x="713250"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gn="l">
              <a:lnSpc>
                <a:spcPct val="100000"/>
              </a:lnSpc>
              <a:spcBef>
                <a:spcPts val="0"/>
              </a:spcBef>
              <a:spcAft>
                <a:spcPts val="0"/>
              </a:spcAft>
              <a:buClr>
                <a:schemeClr val="accent1"/>
              </a:buClr>
              <a:buSzPts val="1200"/>
              <a:buAutoNum type="arabicPeriod"/>
              <a:defRPr sz="1200"/>
            </a:lvl1pPr>
            <a:lvl2pPr indent="-304800" lvl="1" marL="914400" algn="l">
              <a:lnSpc>
                <a:spcPct val="100000"/>
              </a:lnSpc>
              <a:spcBef>
                <a:spcPts val="0"/>
              </a:spcBef>
              <a:spcAft>
                <a:spcPts val="0"/>
              </a:spcAft>
              <a:buClr>
                <a:srgbClr val="434343"/>
              </a:buClr>
              <a:buSzPts val="1200"/>
              <a:buFont typeface="Roboto Condensed Light"/>
              <a:buAutoNum type="alphaLcPeriod"/>
              <a:defRPr/>
            </a:lvl2pPr>
            <a:lvl3pPr indent="-304800" lvl="2" marL="1371600" algn="l">
              <a:lnSpc>
                <a:spcPct val="100000"/>
              </a:lnSpc>
              <a:spcBef>
                <a:spcPts val="0"/>
              </a:spcBef>
              <a:spcAft>
                <a:spcPts val="0"/>
              </a:spcAft>
              <a:buClr>
                <a:srgbClr val="434343"/>
              </a:buClr>
              <a:buSzPts val="1200"/>
              <a:buFont typeface="Roboto Condensed Light"/>
              <a:buAutoNum type="romanLcPeriod"/>
              <a:defRPr/>
            </a:lvl3pPr>
            <a:lvl4pPr indent="-304800" lvl="3" marL="1828800" algn="l">
              <a:lnSpc>
                <a:spcPct val="100000"/>
              </a:lnSpc>
              <a:spcBef>
                <a:spcPts val="0"/>
              </a:spcBef>
              <a:spcAft>
                <a:spcPts val="0"/>
              </a:spcAft>
              <a:buClr>
                <a:srgbClr val="434343"/>
              </a:buClr>
              <a:buSzPts val="1200"/>
              <a:buFont typeface="Roboto Condensed Light"/>
              <a:buAutoNum type="arabicPeriod"/>
              <a:defRPr/>
            </a:lvl4pPr>
            <a:lvl5pPr indent="-304800" lvl="4" marL="2286000" algn="l">
              <a:lnSpc>
                <a:spcPct val="100000"/>
              </a:lnSpc>
              <a:spcBef>
                <a:spcPts val="0"/>
              </a:spcBef>
              <a:spcAft>
                <a:spcPts val="0"/>
              </a:spcAft>
              <a:buClr>
                <a:srgbClr val="434343"/>
              </a:buClr>
              <a:buSzPts val="1200"/>
              <a:buFont typeface="Roboto Condensed Light"/>
              <a:buAutoNum type="alphaLcPeriod"/>
              <a:defRPr/>
            </a:lvl5pPr>
            <a:lvl6pPr indent="-304800" lvl="5" marL="2743200" algn="l">
              <a:lnSpc>
                <a:spcPct val="100000"/>
              </a:lnSpc>
              <a:spcBef>
                <a:spcPts val="0"/>
              </a:spcBef>
              <a:spcAft>
                <a:spcPts val="0"/>
              </a:spcAft>
              <a:buClr>
                <a:srgbClr val="434343"/>
              </a:buClr>
              <a:buSzPts val="1200"/>
              <a:buFont typeface="Roboto Condensed Light"/>
              <a:buAutoNum type="romanLcPeriod"/>
              <a:defRPr/>
            </a:lvl6pPr>
            <a:lvl7pPr indent="-304800" lvl="6" marL="3200400" algn="l">
              <a:lnSpc>
                <a:spcPct val="100000"/>
              </a:lnSpc>
              <a:spcBef>
                <a:spcPts val="0"/>
              </a:spcBef>
              <a:spcAft>
                <a:spcPts val="0"/>
              </a:spcAft>
              <a:buClr>
                <a:srgbClr val="434343"/>
              </a:buClr>
              <a:buSzPts val="1200"/>
              <a:buFont typeface="Roboto Condensed Light"/>
              <a:buAutoNum type="arabicPeriod"/>
              <a:defRPr/>
            </a:lvl7pPr>
            <a:lvl8pPr indent="-304800" lvl="7" marL="3657600" algn="l">
              <a:lnSpc>
                <a:spcPct val="100000"/>
              </a:lnSpc>
              <a:spcBef>
                <a:spcPts val="0"/>
              </a:spcBef>
              <a:spcAft>
                <a:spcPts val="0"/>
              </a:spcAft>
              <a:buClr>
                <a:srgbClr val="434343"/>
              </a:buClr>
              <a:buSzPts val="1200"/>
              <a:buFont typeface="Roboto Condensed Light"/>
              <a:buAutoNum type="alphaLcPeriod"/>
              <a:defRPr/>
            </a:lvl8pPr>
            <a:lvl9pPr indent="-304800" lvl="8" marL="4114800" algn="l">
              <a:lnSpc>
                <a:spcPct val="100000"/>
              </a:lnSpc>
              <a:spcBef>
                <a:spcPts val="0"/>
              </a:spcBef>
              <a:spcAft>
                <a:spcPts val="0"/>
              </a:spcAft>
              <a:buClr>
                <a:srgbClr val="434343"/>
              </a:buClr>
              <a:buSzPts val="1200"/>
              <a:buFont typeface="Roboto Condensed Light"/>
              <a:buAutoNum type="romanLcPeriod"/>
              <a:defRPr/>
            </a:lvl9pPr>
          </a:lstStyle>
          <a:p/>
        </p:txBody>
      </p:sp>
      <p:sp>
        <p:nvSpPr>
          <p:cNvPr id="55" name="Google Shape;55;p132"/>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7">
    <p:spTree>
      <p:nvGrpSpPr>
        <p:cNvPr id="56" name="Shape 56"/>
        <p:cNvGrpSpPr/>
        <p:nvPr/>
      </p:nvGrpSpPr>
      <p:grpSpPr>
        <a:xfrm>
          <a:off x="0" y="0"/>
          <a:ext cx="0" cy="0"/>
          <a:chOff x="0" y="0"/>
          <a:chExt cx="0" cy="0"/>
        </a:xfrm>
      </p:grpSpPr>
      <p:sp>
        <p:nvSpPr>
          <p:cNvPr id="57" name="Google Shape;57;p133"/>
          <p:cNvSpPr/>
          <p:nvPr/>
        </p:nvSpPr>
        <p:spPr>
          <a:xfrm>
            <a:off x="7233675" y="-730075"/>
            <a:ext cx="3030078" cy="3486687"/>
          </a:xfrm>
          <a:custGeom>
            <a:rect b="b" l="l" r="r" t="t"/>
            <a:pathLst>
              <a:path extrusionOk="0" h="83294" w="72386">
                <a:moveTo>
                  <a:pt x="50403" y="3137"/>
                </a:moveTo>
                <a:cubicBezTo>
                  <a:pt x="56941" y="6272"/>
                  <a:pt x="64246" y="10108"/>
                  <a:pt x="60711" y="17614"/>
                </a:cubicBezTo>
                <a:cubicBezTo>
                  <a:pt x="57175" y="25119"/>
                  <a:pt x="44632" y="42031"/>
                  <a:pt x="52938" y="45433"/>
                </a:cubicBezTo>
                <a:cubicBezTo>
                  <a:pt x="61211" y="48803"/>
                  <a:pt x="72386" y="48302"/>
                  <a:pt x="71885" y="57942"/>
                </a:cubicBezTo>
                <a:cubicBezTo>
                  <a:pt x="71351" y="67583"/>
                  <a:pt x="54640" y="83294"/>
                  <a:pt x="40096" y="76189"/>
                </a:cubicBezTo>
                <a:cubicBezTo>
                  <a:pt x="25552" y="69084"/>
                  <a:pt x="35359" y="53839"/>
                  <a:pt x="20982" y="50137"/>
                </a:cubicBezTo>
                <a:cubicBezTo>
                  <a:pt x="6605" y="46434"/>
                  <a:pt x="1" y="20916"/>
                  <a:pt x="6939" y="13477"/>
                </a:cubicBezTo>
                <a:cubicBezTo>
                  <a:pt x="13877" y="6039"/>
                  <a:pt x="43865" y="1"/>
                  <a:pt x="50403" y="3137"/>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 name="Google Shape;58;p133"/>
          <p:cNvSpPr/>
          <p:nvPr/>
        </p:nvSpPr>
        <p:spPr>
          <a:xfrm rot="2540379">
            <a:off x="-721411" y="3502530"/>
            <a:ext cx="2268525" cy="1945325"/>
          </a:xfrm>
          <a:custGeom>
            <a:rect b="b" l="l" r="r" t="t"/>
            <a:pathLst>
              <a:path extrusionOk="0" h="34326" w="40029">
                <a:moveTo>
                  <a:pt x="7939" y="1669"/>
                </a:moveTo>
                <a:cubicBezTo>
                  <a:pt x="12943" y="3370"/>
                  <a:pt x="11275" y="10875"/>
                  <a:pt x="18780" y="8040"/>
                </a:cubicBezTo>
                <a:cubicBezTo>
                  <a:pt x="26286" y="5238"/>
                  <a:pt x="30722" y="3770"/>
                  <a:pt x="35392" y="8040"/>
                </a:cubicBezTo>
                <a:cubicBezTo>
                  <a:pt x="40029" y="12343"/>
                  <a:pt x="29621" y="14411"/>
                  <a:pt x="33991" y="20682"/>
                </a:cubicBezTo>
                <a:cubicBezTo>
                  <a:pt x="38361" y="26920"/>
                  <a:pt x="27520" y="34325"/>
                  <a:pt x="19814" y="30523"/>
                </a:cubicBezTo>
                <a:cubicBezTo>
                  <a:pt x="12109" y="26720"/>
                  <a:pt x="4937" y="23851"/>
                  <a:pt x="2502" y="16613"/>
                </a:cubicBezTo>
                <a:cubicBezTo>
                  <a:pt x="0" y="9207"/>
                  <a:pt x="2936" y="1"/>
                  <a:pt x="7939" y="166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 name="Google Shape;59;p133"/>
          <p:cNvSpPr txBox="1"/>
          <p:nvPr>
            <p:ph idx="1" type="subTitle"/>
          </p:nvPr>
        </p:nvSpPr>
        <p:spPr>
          <a:xfrm>
            <a:off x="3905700" y="3380175"/>
            <a:ext cx="1923600" cy="1029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None/>
              <a:defRPr sz="1600">
                <a:solidFill>
                  <a:srgbClr val="000000"/>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 name="Google Shape;60;p133"/>
          <p:cNvSpPr txBox="1"/>
          <p:nvPr>
            <p:ph idx="2" type="subTitle"/>
          </p:nvPr>
        </p:nvSpPr>
        <p:spPr>
          <a:xfrm>
            <a:off x="1391100" y="3380175"/>
            <a:ext cx="1923600" cy="1029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None/>
              <a:defRPr sz="1600">
                <a:solidFill>
                  <a:srgbClr val="000000"/>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1" name="Google Shape;61;p133"/>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62" name="Google Shape;62;p133">
            <a:hlinkClick/>
          </p:cNvPr>
          <p:cNvSpPr txBox="1"/>
          <p:nvPr>
            <p:ph idx="3" type="subTitle"/>
          </p:nvPr>
        </p:nvSpPr>
        <p:spPr>
          <a:xfrm>
            <a:off x="1391100" y="1434475"/>
            <a:ext cx="1923600" cy="454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000"/>
              <a:buFont typeface="Hammersmith One"/>
              <a:buNone/>
              <a:defRPr b="1" sz="20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2pPr>
            <a:lvl3pPr lvl="2"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3pPr>
            <a:lvl4pPr lvl="3"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4pPr>
            <a:lvl5pPr lvl="4"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5pPr>
            <a:lvl6pPr lvl="5"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6pPr>
            <a:lvl7pPr lvl="6"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7pPr>
            <a:lvl8pPr lvl="7"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8pPr>
            <a:lvl9pPr lvl="8"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9pPr>
          </a:lstStyle>
          <a:p/>
        </p:txBody>
      </p:sp>
      <p:sp>
        <p:nvSpPr>
          <p:cNvPr id="63" name="Google Shape;63;p133">
            <a:hlinkClick/>
          </p:cNvPr>
          <p:cNvSpPr txBox="1"/>
          <p:nvPr>
            <p:ph idx="4" type="subTitle"/>
          </p:nvPr>
        </p:nvSpPr>
        <p:spPr>
          <a:xfrm>
            <a:off x="3905700" y="1434475"/>
            <a:ext cx="1923600" cy="454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000"/>
              <a:buFont typeface="Hammersmith One"/>
              <a:buNone/>
              <a:defRPr b="1" sz="20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2pPr>
            <a:lvl3pPr lvl="2"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3pPr>
            <a:lvl4pPr lvl="3"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4pPr>
            <a:lvl5pPr lvl="4"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5pPr>
            <a:lvl6pPr lvl="5"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6pPr>
            <a:lvl7pPr lvl="6"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7pPr>
            <a:lvl8pPr lvl="7"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8pPr>
            <a:lvl9pPr lvl="8"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9pPr>
          </a:lstStyle>
          <a:p/>
        </p:txBody>
      </p:sp>
      <p:sp>
        <p:nvSpPr>
          <p:cNvPr id="64" name="Google Shape;64;p133">
            <a:hlinkClick/>
          </p:cNvPr>
          <p:cNvSpPr txBox="1"/>
          <p:nvPr>
            <p:ph idx="5" type="subTitle"/>
          </p:nvPr>
        </p:nvSpPr>
        <p:spPr>
          <a:xfrm>
            <a:off x="1391100" y="2992287"/>
            <a:ext cx="1923600" cy="454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000"/>
              <a:buFont typeface="Hammersmith One"/>
              <a:buNone/>
              <a:defRPr b="1" sz="20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2pPr>
            <a:lvl3pPr lvl="2"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3pPr>
            <a:lvl4pPr lvl="3"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4pPr>
            <a:lvl5pPr lvl="4"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5pPr>
            <a:lvl6pPr lvl="5"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6pPr>
            <a:lvl7pPr lvl="6"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7pPr>
            <a:lvl8pPr lvl="7"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8pPr>
            <a:lvl9pPr lvl="8"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9pPr>
          </a:lstStyle>
          <a:p/>
        </p:txBody>
      </p:sp>
      <p:sp>
        <p:nvSpPr>
          <p:cNvPr id="65" name="Google Shape;65;p133">
            <a:hlinkClick/>
          </p:cNvPr>
          <p:cNvSpPr txBox="1"/>
          <p:nvPr>
            <p:ph idx="6" type="subTitle"/>
          </p:nvPr>
        </p:nvSpPr>
        <p:spPr>
          <a:xfrm>
            <a:off x="3905700" y="2992287"/>
            <a:ext cx="1923600" cy="454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000"/>
              <a:buFont typeface="Hammersmith One"/>
              <a:buNone/>
              <a:defRPr b="1" sz="20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2pPr>
            <a:lvl3pPr lvl="2"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3pPr>
            <a:lvl4pPr lvl="3"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4pPr>
            <a:lvl5pPr lvl="4"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5pPr>
            <a:lvl6pPr lvl="5"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6pPr>
            <a:lvl7pPr lvl="6"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7pPr>
            <a:lvl8pPr lvl="7"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8pPr>
            <a:lvl9pPr lvl="8"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9pPr>
          </a:lstStyle>
          <a:p/>
        </p:txBody>
      </p:sp>
      <p:sp>
        <p:nvSpPr>
          <p:cNvPr id="66" name="Google Shape;66;p133"/>
          <p:cNvSpPr txBox="1"/>
          <p:nvPr>
            <p:ph idx="7" type="subTitle"/>
          </p:nvPr>
        </p:nvSpPr>
        <p:spPr>
          <a:xfrm>
            <a:off x="1391100" y="1825209"/>
            <a:ext cx="1923600" cy="1029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None/>
              <a:defRPr sz="1600">
                <a:solidFill>
                  <a:srgbClr val="000000"/>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7" name="Google Shape;67;p133"/>
          <p:cNvSpPr txBox="1"/>
          <p:nvPr>
            <p:ph idx="8" type="subTitle"/>
          </p:nvPr>
        </p:nvSpPr>
        <p:spPr>
          <a:xfrm>
            <a:off x="3905700" y="1825209"/>
            <a:ext cx="1923600" cy="1029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None/>
              <a:defRPr sz="1600">
                <a:solidFill>
                  <a:srgbClr val="000000"/>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 name="Google Shape;68;p133">
            <a:hlinkClick/>
          </p:cNvPr>
          <p:cNvSpPr txBox="1"/>
          <p:nvPr>
            <p:ph idx="9" type="title"/>
          </p:nvPr>
        </p:nvSpPr>
        <p:spPr>
          <a:xfrm>
            <a:off x="792175" y="1434475"/>
            <a:ext cx="596400" cy="411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2400">
                <a:solidFill>
                  <a:schemeClr val="accent5"/>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69" name="Google Shape;69;p133">
            <a:hlinkClick/>
          </p:cNvPr>
          <p:cNvSpPr txBox="1"/>
          <p:nvPr>
            <p:ph idx="13" type="title"/>
          </p:nvPr>
        </p:nvSpPr>
        <p:spPr>
          <a:xfrm>
            <a:off x="3314700" y="1434475"/>
            <a:ext cx="596400" cy="411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2400">
                <a:solidFill>
                  <a:schemeClr val="accent5"/>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70" name="Google Shape;70;p133">
            <a:hlinkClick/>
          </p:cNvPr>
          <p:cNvSpPr txBox="1"/>
          <p:nvPr>
            <p:ph idx="14" type="title"/>
          </p:nvPr>
        </p:nvSpPr>
        <p:spPr>
          <a:xfrm>
            <a:off x="792175" y="2992276"/>
            <a:ext cx="596400" cy="411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2400">
                <a:solidFill>
                  <a:schemeClr val="accent5"/>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71" name="Google Shape;71;p133">
            <a:hlinkClick/>
          </p:cNvPr>
          <p:cNvSpPr txBox="1"/>
          <p:nvPr>
            <p:ph idx="15" type="title"/>
          </p:nvPr>
        </p:nvSpPr>
        <p:spPr>
          <a:xfrm>
            <a:off x="3314700" y="2992276"/>
            <a:ext cx="596400" cy="411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2400">
                <a:solidFill>
                  <a:schemeClr val="accent5"/>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72" name="Google Shape;72;p133"/>
          <p:cNvSpPr txBox="1"/>
          <p:nvPr>
            <p:ph idx="16" type="subTitle"/>
          </p:nvPr>
        </p:nvSpPr>
        <p:spPr>
          <a:xfrm>
            <a:off x="6428225" y="3380175"/>
            <a:ext cx="1923600" cy="1029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None/>
              <a:defRPr sz="1600">
                <a:solidFill>
                  <a:srgbClr val="000000"/>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3" name="Google Shape;73;p133">
            <a:hlinkClick/>
          </p:cNvPr>
          <p:cNvSpPr txBox="1"/>
          <p:nvPr>
            <p:ph idx="17" type="subTitle"/>
          </p:nvPr>
        </p:nvSpPr>
        <p:spPr>
          <a:xfrm>
            <a:off x="6428225" y="1434475"/>
            <a:ext cx="1923600" cy="454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000"/>
              <a:buFont typeface="Hammersmith One"/>
              <a:buNone/>
              <a:defRPr b="1" sz="20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2pPr>
            <a:lvl3pPr lvl="2"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3pPr>
            <a:lvl4pPr lvl="3"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4pPr>
            <a:lvl5pPr lvl="4"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5pPr>
            <a:lvl6pPr lvl="5"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6pPr>
            <a:lvl7pPr lvl="6"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7pPr>
            <a:lvl8pPr lvl="7"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8pPr>
            <a:lvl9pPr lvl="8"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9pPr>
          </a:lstStyle>
          <a:p/>
        </p:txBody>
      </p:sp>
      <p:sp>
        <p:nvSpPr>
          <p:cNvPr id="74" name="Google Shape;74;p133">
            <a:hlinkClick/>
          </p:cNvPr>
          <p:cNvSpPr txBox="1"/>
          <p:nvPr>
            <p:ph idx="18" type="subTitle"/>
          </p:nvPr>
        </p:nvSpPr>
        <p:spPr>
          <a:xfrm>
            <a:off x="6428225" y="2992287"/>
            <a:ext cx="1923600" cy="454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000"/>
              <a:buFont typeface="Hammersmith One"/>
              <a:buNone/>
              <a:defRPr b="1" sz="20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2pPr>
            <a:lvl3pPr lvl="2"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3pPr>
            <a:lvl4pPr lvl="3"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4pPr>
            <a:lvl5pPr lvl="4"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5pPr>
            <a:lvl6pPr lvl="5"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6pPr>
            <a:lvl7pPr lvl="6"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7pPr>
            <a:lvl8pPr lvl="7"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8pPr>
            <a:lvl9pPr lvl="8"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9pPr>
          </a:lstStyle>
          <a:p/>
        </p:txBody>
      </p:sp>
      <p:sp>
        <p:nvSpPr>
          <p:cNvPr id="75" name="Google Shape;75;p133"/>
          <p:cNvSpPr txBox="1"/>
          <p:nvPr>
            <p:ph idx="19" type="subTitle"/>
          </p:nvPr>
        </p:nvSpPr>
        <p:spPr>
          <a:xfrm>
            <a:off x="6428225" y="1825209"/>
            <a:ext cx="1923600" cy="1029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None/>
              <a:defRPr sz="1600">
                <a:solidFill>
                  <a:srgbClr val="000000"/>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6" name="Google Shape;76;p133">
            <a:hlinkClick/>
          </p:cNvPr>
          <p:cNvSpPr txBox="1"/>
          <p:nvPr>
            <p:ph idx="20" type="title"/>
          </p:nvPr>
        </p:nvSpPr>
        <p:spPr>
          <a:xfrm>
            <a:off x="5837225" y="1434475"/>
            <a:ext cx="596400" cy="411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2400">
                <a:solidFill>
                  <a:schemeClr val="accent5"/>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77" name="Google Shape;77;p133">
            <a:hlinkClick/>
          </p:cNvPr>
          <p:cNvSpPr txBox="1"/>
          <p:nvPr>
            <p:ph idx="21" type="title"/>
          </p:nvPr>
        </p:nvSpPr>
        <p:spPr>
          <a:xfrm>
            <a:off x="5837225" y="2992276"/>
            <a:ext cx="596400" cy="411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2400">
                <a:solidFill>
                  <a:schemeClr val="accent5"/>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_38">
    <p:spTree>
      <p:nvGrpSpPr>
        <p:cNvPr id="78" name="Shape 78"/>
        <p:cNvGrpSpPr/>
        <p:nvPr/>
      </p:nvGrpSpPr>
      <p:grpSpPr>
        <a:xfrm>
          <a:off x="0" y="0"/>
          <a:ext cx="0" cy="0"/>
          <a:chOff x="0" y="0"/>
          <a:chExt cx="0" cy="0"/>
        </a:xfrm>
      </p:grpSpPr>
      <p:sp>
        <p:nvSpPr>
          <p:cNvPr id="79" name="Google Shape;79;p134"/>
          <p:cNvSpPr/>
          <p:nvPr/>
        </p:nvSpPr>
        <p:spPr>
          <a:xfrm rot="-3798042">
            <a:off x="6317727" y="1597507"/>
            <a:ext cx="6147380" cy="3782036"/>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0" name="Google Shape;80;p134"/>
          <p:cNvGrpSpPr/>
          <p:nvPr/>
        </p:nvGrpSpPr>
        <p:grpSpPr>
          <a:xfrm flipH="1" rot="10800000">
            <a:off x="5207341" y="-686580"/>
            <a:ext cx="1696762" cy="1688828"/>
            <a:chOff x="2414491" y="671177"/>
            <a:chExt cx="1830972" cy="1822411"/>
          </a:xfrm>
        </p:grpSpPr>
        <p:sp>
          <p:nvSpPr>
            <p:cNvPr id="81" name="Google Shape;81;p134"/>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 name="Google Shape;82;p134"/>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 name="Google Shape;83;p134"/>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 name="Google Shape;84;p134"/>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 name="Google Shape;85;p134"/>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 name="Google Shape;86;p134"/>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 name="Google Shape;87;p134"/>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 name="Google Shape;88;p134"/>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 name="Google Shape;89;p134"/>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 name="Google Shape;90;p134"/>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 name="Google Shape;91;p134"/>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 name="Google Shape;92;p134"/>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 name="Google Shape;93;p134"/>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 name="Google Shape;94;p134"/>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 name="Google Shape;95;p134"/>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 name="Google Shape;96;p134"/>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 name="Google Shape;97;p134"/>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 name="Google Shape;98;p134"/>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 name="Google Shape;99;p134"/>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 name="Google Shape;100;p134"/>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 name="Google Shape;101;p134"/>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 name="Google Shape;102;p134"/>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 name="Google Shape;103;p134"/>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 name="Google Shape;104;p134"/>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 name="Google Shape;105;p134"/>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 name="Google Shape;106;p134"/>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 name="Google Shape;107;p134"/>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 name="Google Shape;108;p134"/>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 name="Google Shape;109;p134"/>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 name="Google Shape;110;p134"/>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 name="Google Shape;111;p134"/>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 name="Google Shape;112;p134"/>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 name="Google Shape;113;p134"/>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 name="Google Shape;114;p134"/>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5" name="Google Shape;115;p134"/>
          <p:cNvSpPr/>
          <p:nvPr/>
        </p:nvSpPr>
        <p:spPr>
          <a:xfrm rot="5400000">
            <a:off x="-2258800" y="3179758"/>
            <a:ext cx="4913539" cy="3022943"/>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 name="Google Shape;116;p134"/>
          <p:cNvSpPr/>
          <p:nvPr/>
        </p:nvSpPr>
        <p:spPr>
          <a:xfrm flipH="1" rot="-2266405">
            <a:off x="7096023" y="2189513"/>
            <a:ext cx="1938828" cy="3305595"/>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 name="Google Shape;117;p134"/>
          <p:cNvSpPr txBox="1"/>
          <p:nvPr>
            <p:ph idx="1" type="subTitle"/>
          </p:nvPr>
        </p:nvSpPr>
        <p:spPr>
          <a:xfrm>
            <a:off x="4024200" y="3684975"/>
            <a:ext cx="2669400" cy="5910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1600">
                <a:solidFill>
                  <a:srgbClr val="000000"/>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8" name="Google Shape;118;p134"/>
          <p:cNvSpPr txBox="1"/>
          <p:nvPr>
            <p:ph idx="2" type="subTitle"/>
          </p:nvPr>
        </p:nvSpPr>
        <p:spPr>
          <a:xfrm>
            <a:off x="941850" y="3684975"/>
            <a:ext cx="2701500" cy="5910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1600">
                <a:solidFill>
                  <a:srgbClr val="000000"/>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9" name="Google Shape;119;p134"/>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20" name="Google Shape;120;p134">
            <a:hlinkClick/>
          </p:cNvPr>
          <p:cNvSpPr txBox="1"/>
          <p:nvPr>
            <p:ph idx="3" type="subTitle"/>
          </p:nvPr>
        </p:nvSpPr>
        <p:spPr>
          <a:xfrm>
            <a:off x="941850" y="1739275"/>
            <a:ext cx="2701500" cy="454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000"/>
              <a:buFont typeface="Hammersmith One"/>
              <a:buNone/>
              <a:defRPr b="1" sz="20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2pPr>
            <a:lvl3pPr lvl="2"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3pPr>
            <a:lvl4pPr lvl="3"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4pPr>
            <a:lvl5pPr lvl="4"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5pPr>
            <a:lvl6pPr lvl="5"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6pPr>
            <a:lvl7pPr lvl="6"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7pPr>
            <a:lvl8pPr lvl="7"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8pPr>
            <a:lvl9pPr lvl="8"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9pPr>
          </a:lstStyle>
          <a:p/>
        </p:txBody>
      </p:sp>
      <p:sp>
        <p:nvSpPr>
          <p:cNvPr id="121" name="Google Shape;121;p134">
            <a:hlinkClick/>
          </p:cNvPr>
          <p:cNvSpPr txBox="1"/>
          <p:nvPr>
            <p:ph idx="4" type="subTitle"/>
          </p:nvPr>
        </p:nvSpPr>
        <p:spPr>
          <a:xfrm>
            <a:off x="4024200" y="1739275"/>
            <a:ext cx="2669400" cy="454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000"/>
              <a:buFont typeface="Hammersmith One"/>
              <a:buNone/>
              <a:defRPr b="1" sz="20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2pPr>
            <a:lvl3pPr lvl="2"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3pPr>
            <a:lvl4pPr lvl="3"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4pPr>
            <a:lvl5pPr lvl="4"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5pPr>
            <a:lvl6pPr lvl="5"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6pPr>
            <a:lvl7pPr lvl="6"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7pPr>
            <a:lvl8pPr lvl="7"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8pPr>
            <a:lvl9pPr lvl="8"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9pPr>
          </a:lstStyle>
          <a:p/>
        </p:txBody>
      </p:sp>
      <p:sp>
        <p:nvSpPr>
          <p:cNvPr id="122" name="Google Shape;122;p134">
            <a:hlinkClick/>
          </p:cNvPr>
          <p:cNvSpPr txBox="1"/>
          <p:nvPr>
            <p:ph idx="5" type="subTitle"/>
          </p:nvPr>
        </p:nvSpPr>
        <p:spPr>
          <a:xfrm>
            <a:off x="941850" y="3297074"/>
            <a:ext cx="2701500" cy="454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000"/>
              <a:buFont typeface="Hammersmith One"/>
              <a:buNone/>
              <a:defRPr b="1" sz="20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2pPr>
            <a:lvl3pPr lvl="2"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3pPr>
            <a:lvl4pPr lvl="3"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4pPr>
            <a:lvl5pPr lvl="4"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5pPr>
            <a:lvl6pPr lvl="5"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6pPr>
            <a:lvl7pPr lvl="6"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7pPr>
            <a:lvl8pPr lvl="7"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8pPr>
            <a:lvl9pPr lvl="8"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9pPr>
          </a:lstStyle>
          <a:p/>
        </p:txBody>
      </p:sp>
      <p:sp>
        <p:nvSpPr>
          <p:cNvPr id="123" name="Google Shape;123;p134">
            <a:hlinkClick/>
          </p:cNvPr>
          <p:cNvSpPr txBox="1"/>
          <p:nvPr>
            <p:ph idx="6" type="subTitle"/>
          </p:nvPr>
        </p:nvSpPr>
        <p:spPr>
          <a:xfrm>
            <a:off x="4024200" y="3297087"/>
            <a:ext cx="2669400" cy="454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000"/>
              <a:buFont typeface="Hammersmith One"/>
              <a:buNone/>
              <a:defRPr b="1" sz="20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2pPr>
            <a:lvl3pPr lvl="2"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3pPr>
            <a:lvl4pPr lvl="3"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4pPr>
            <a:lvl5pPr lvl="4"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5pPr>
            <a:lvl6pPr lvl="5"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6pPr>
            <a:lvl7pPr lvl="6"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7pPr>
            <a:lvl8pPr lvl="7"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8pPr>
            <a:lvl9pPr lvl="8" algn="l">
              <a:lnSpc>
                <a:spcPct val="100000"/>
              </a:lnSpc>
              <a:spcBef>
                <a:spcPts val="0"/>
              </a:spcBef>
              <a:spcAft>
                <a:spcPts val="0"/>
              </a:spcAft>
              <a:buSzPts val="2000"/>
              <a:buFont typeface="Hammersmith One"/>
              <a:buNone/>
              <a:defRPr sz="2000">
                <a:latin typeface="Hammersmith One"/>
                <a:ea typeface="Hammersmith One"/>
                <a:cs typeface="Hammersmith One"/>
                <a:sym typeface="Hammersmith One"/>
              </a:defRPr>
            </a:lvl9pPr>
          </a:lstStyle>
          <a:p/>
        </p:txBody>
      </p:sp>
      <p:sp>
        <p:nvSpPr>
          <p:cNvPr id="124" name="Google Shape;124;p134"/>
          <p:cNvSpPr txBox="1"/>
          <p:nvPr>
            <p:ph idx="7" type="subTitle"/>
          </p:nvPr>
        </p:nvSpPr>
        <p:spPr>
          <a:xfrm>
            <a:off x="945650" y="2130000"/>
            <a:ext cx="2701500" cy="5910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1600">
                <a:solidFill>
                  <a:srgbClr val="000000"/>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5" name="Google Shape;125;p134"/>
          <p:cNvSpPr txBox="1"/>
          <p:nvPr>
            <p:ph idx="8" type="subTitle"/>
          </p:nvPr>
        </p:nvSpPr>
        <p:spPr>
          <a:xfrm>
            <a:off x="4027952" y="2130000"/>
            <a:ext cx="2669400" cy="5910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1600">
                <a:solidFill>
                  <a:srgbClr val="000000"/>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6" name="Google Shape;126;p134">
            <a:hlinkClick/>
          </p:cNvPr>
          <p:cNvSpPr txBox="1"/>
          <p:nvPr>
            <p:ph idx="9" type="title"/>
          </p:nvPr>
        </p:nvSpPr>
        <p:spPr>
          <a:xfrm>
            <a:off x="945650" y="1363850"/>
            <a:ext cx="846000" cy="411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3300">
                <a:solidFill>
                  <a:schemeClr val="accent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27" name="Google Shape;127;p134">
            <a:hlinkClick/>
          </p:cNvPr>
          <p:cNvSpPr txBox="1"/>
          <p:nvPr>
            <p:ph idx="13" type="title"/>
          </p:nvPr>
        </p:nvSpPr>
        <p:spPr>
          <a:xfrm>
            <a:off x="4024200" y="1363850"/>
            <a:ext cx="846000" cy="411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3300">
                <a:solidFill>
                  <a:schemeClr val="accent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28" name="Google Shape;128;p134">
            <a:hlinkClick/>
          </p:cNvPr>
          <p:cNvSpPr txBox="1"/>
          <p:nvPr>
            <p:ph idx="14" type="title"/>
          </p:nvPr>
        </p:nvSpPr>
        <p:spPr>
          <a:xfrm>
            <a:off x="945650" y="2918848"/>
            <a:ext cx="846000" cy="411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3300">
                <a:solidFill>
                  <a:schemeClr val="accent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29" name="Google Shape;129;p134">
            <a:hlinkClick/>
          </p:cNvPr>
          <p:cNvSpPr txBox="1"/>
          <p:nvPr>
            <p:ph idx="15" type="title"/>
          </p:nvPr>
        </p:nvSpPr>
        <p:spPr>
          <a:xfrm>
            <a:off x="4024200" y="2918848"/>
            <a:ext cx="846000" cy="411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3300">
                <a:solidFill>
                  <a:schemeClr val="accent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30" name="Shape 130"/>
        <p:cNvGrpSpPr/>
        <p:nvPr/>
      </p:nvGrpSpPr>
      <p:grpSpPr>
        <a:xfrm>
          <a:off x="0" y="0"/>
          <a:ext cx="0" cy="0"/>
          <a:chOff x="0" y="0"/>
          <a:chExt cx="0" cy="0"/>
        </a:xfrm>
      </p:grpSpPr>
      <p:sp>
        <p:nvSpPr>
          <p:cNvPr id="131" name="Google Shape;131;p135"/>
          <p:cNvSpPr/>
          <p:nvPr/>
        </p:nvSpPr>
        <p:spPr>
          <a:xfrm>
            <a:off x="763275" y="799200"/>
            <a:ext cx="1844545" cy="1627040"/>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 name="Google Shape;132;p135"/>
          <p:cNvSpPr/>
          <p:nvPr/>
        </p:nvSpPr>
        <p:spPr>
          <a:xfrm>
            <a:off x="6926300" y="-86950"/>
            <a:ext cx="4030804" cy="5999550"/>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 name="Google Shape;133;p135"/>
          <p:cNvSpPr/>
          <p:nvPr/>
        </p:nvSpPr>
        <p:spPr>
          <a:xfrm>
            <a:off x="112700" y="3113038"/>
            <a:ext cx="1938817" cy="3305577"/>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 name="Google Shape;134;p135"/>
          <p:cNvSpPr txBox="1"/>
          <p:nvPr>
            <p:ph type="title"/>
          </p:nvPr>
        </p:nvSpPr>
        <p:spPr>
          <a:xfrm>
            <a:off x="1569450" y="1152050"/>
            <a:ext cx="6005100" cy="1516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4200"/>
              <a:buNone/>
              <a:defRPr sz="3600">
                <a:solidFill>
                  <a:schemeClr val="accent2"/>
                </a:solidFill>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135" name="Google Shape;135;p135"/>
          <p:cNvSpPr txBox="1"/>
          <p:nvPr>
            <p:ph idx="1" type="subTitle"/>
          </p:nvPr>
        </p:nvSpPr>
        <p:spPr>
          <a:xfrm>
            <a:off x="1904250" y="2756350"/>
            <a:ext cx="5335500" cy="1235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a:solidFill>
                  <a:schemeClr val="accent2"/>
                </a:solidFill>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36" name="Shape 136"/>
        <p:cNvGrpSpPr/>
        <p:nvPr/>
      </p:nvGrpSpPr>
      <p:grpSpPr>
        <a:xfrm>
          <a:off x="0" y="0"/>
          <a:ext cx="0" cy="0"/>
          <a:chOff x="0" y="0"/>
          <a:chExt cx="0" cy="0"/>
        </a:xfrm>
      </p:grpSpPr>
      <p:sp>
        <p:nvSpPr>
          <p:cNvPr id="137" name="Google Shape;137;p136"/>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38" name="Google Shape;138;p136"/>
          <p:cNvSpPr txBox="1"/>
          <p:nvPr>
            <p:ph idx="1" type="body"/>
          </p:nvPr>
        </p:nvSpPr>
        <p:spPr>
          <a:xfrm>
            <a:off x="713225" y="1122325"/>
            <a:ext cx="7717500" cy="3580500"/>
          </a:xfrm>
          <a:prstGeom prst="rect">
            <a:avLst/>
          </a:prstGeom>
          <a:noFill/>
          <a:ln>
            <a:noFill/>
          </a:ln>
        </p:spPr>
        <p:txBody>
          <a:bodyPr anchorCtr="0" anchor="t" bIns="91425" lIns="91425" spcFirstLastPara="1" rIns="91425" wrap="square" tIns="91425">
            <a:noAutofit/>
          </a:bodyPr>
          <a:lstStyle>
            <a:lvl1pPr indent="-342900" lvl="0" marL="457200" algn="l">
              <a:lnSpc>
                <a:spcPct val="115000"/>
              </a:lnSpc>
              <a:spcBef>
                <a:spcPts val="0"/>
              </a:spcBef>
              <a:spcAft>
                <a:spcPts val="0"/>
              </a:spcAft>
              <a:buClr>
                <a:schemeClr val="accent1"/>
              </a:buClr>
              <a:buSzPts val="1800"/>
              <a:buFont typeface="Hammersmith One"/>
              <a:buAutoNum type="arabicPeriod"/>
              <a:defRPr sz="1600">
                <a:solidFill>
                  <a:srgbClr val="806860"/>
                </a:solidFill>
              </a:defRPr>
            </a:lvl1pPr>
            <a:lvl2pPr indent="-317500" lvl="1" marL="914400" algn="l">
              <a:lnSpc>
                <a:spcPct val="100000"/>
              </a:lnSpc>
              <a:spcBef>
                <a:spcPts val="0"/>
              </a:spcBef>
              <a:spcAft>
                <a:spcPts val="0"/>
              </a:spcAft>
              <a:buClr>
                <a:schemeClr val="accent1"/>
              </a:buClr>
              <a:buSzPts val="1400"/>
              <a:buFont typeface="Hammersmith One"/>
              <a:buAutoNum type="alphaLcPeriod"/>
              <a:defRPr sz="1600"/>
            </a:lvl2pPr>
            <a:lvl3pPr indent="-317500" lvl="2" marL="1371600" algn="l">
              <a:lnSpc>
                <a:spcPct val="100000"/>
              </a:lnSpc>
              <a:spcBef>
                <a:spcPts val="0"/>
              </a:spcBef>
              <a:spcAft>
                <a:spcPts val="0"/>
              </a:spcAft>
              <a:buClr>
                <a:srgbClr val="FEDD4F"/>
              </a:buClr>
              <a:buSzPts val="1400"/>
              <a:buFont typeface="Hammersmith One"/>
              <a:buAutoNum type="romanLcPeriod"/>
              <a:defRPr sz="1200"/>
            </a:lvl3pPr>
            <a:lvl4pPr indent="-317500" lvl="3" marL="1828800" algn="l">
              <a:lnSpc>
                <a:spcPct val="100000"/>
              </a:lnSpc>
              <a:spcBef>
                <a:spcPts val="0"/>
              </a:spcBef>
              <a:spcAft>
                <a:spcPts val="0"/>
              </a:spcAft>
              <a:buClr>
                <a:srgbClr val="FEDD4F"/>
              </a:buClr>
              <a:buSzPts val="1400"/>
              <a:buFont typeface="Hammersmith One"/>
              <a:buAutoNum type="arabicPeriod"/>
              <a:defRPr sz="1200"/>
            </a:lvl4pPr>
            <a:lvl5pPr indent="-317500" lvl="4" marL="2286000" algn="l">
              <a:lnSpc>
                <a:spcPct val="100000"/>
              </a:lnSpc>
              <a:spcBef>
                <a:spcPts val="0"/>
              </a:spcBef>
              <a:spcAft>
                <a:spcPts val="0"/>
              </a:spcAft>
              <a:buClr>
                <a:srgbClr val="FEDD4F"/>
              </a:buClr>
              <a:buSzPts val="1400"/>
              <a:buFont typeface="Hammersmith One"/>
              <a:buAutoNum type="alphaLcPeriod"/>
              <a:defRPr sz="1200"/>
            </a:lvl5pPr>
            <a:lvl6pPr indent="-317500" lvl="5" marL="2743200" algn="l">
              <a:lnSpc>
                <a:spcPct val="100000"/>
              </a:lnSpc>
              <a:spcBef>
                <a:spcPts val="0"/>
              </a:spcBef>
              <a:spcAft>
                <a:spcPts val="0"/>
              </a:spcAft>
              <a:buClr>
                <a:srgbClr val="FEDD4F"/>
              </a:buClr>
              <a:buSzPts val="1400"/>
              <a:buFont typeface="Hammersmith One"/>
              <a:buAutoNum type="romanLcPeriod"/>
              <a:defRPr sz="1200"/>
            </a:lvl6pPr>
            <a:lvl7pPr indent="-317500" lvl="6" marL="3200400" algn="l">
              <a:lnSpc>
                <a:spcPct val="100000"/>
              </a:lnSpc>
              <a:spcBef>
                <a:spcPts val="0"/>
              </a:spcBef>
              <a:spcAft>
                <a:spcPts val="0"/>
              </a:spcAft>
              <a:buClr>
                <a:srgbClr val="FEDD4F"/>
              </a:buClr>
              <a:buSzPts val="1400"/>
              <a:buFont typeface="Hammersmith One"/>
              <a:buAutoNum type="arabicPeriod"/>
              <a:defRPr sz="1200"/>
            </a:lvl7pPr>
            <a:lvl8pPr indent="-317500" lvl="7" marL="3657600" algn="l">
              <a:lnSpc>
                <a:spcPct val="100000"/>
              </a:lnSpc>
              <a:spcBef>
                <a:spcPts val="0"/>
              </a:spcBef>
              <a:spcAft>
                <a:spcPts val="0"/>
              </a:spcAft>
              <a:buClr>
                <a:srgbClr val="FEDD4F"/>
              </a:buClr>
              <a:buSzPts val="1400"/>
              <a:buFont typeface="Hammersmith One"/>
              <a:buAutoNum type="alphaLcPeriod"/>
              <a:defRPr sz="1200"/>
            </a:lvl8pPr>
            <a:lvl9pPr indent="-317500" lvl="8" marL="4114800" algn="l">
              <a:lnSpc>
                <a:spcPct val="100000"/>
              </a:lnSpc>
              <a:spcBef>
                <a:spcPts val="0"/>
              </a:spcBef>
              <a:spcAft>
                <a:spcPts val="0"/>
              </a:spcAft>
              <a:buClr>
                <a:srgbClr val="FEDD4F"/>
              </a:buClr>
              <a:buSzPts val="1400"/>
              <a:buFont typeface="Hammersmith One"/>
              <a:buAutoNum type="romanLcPeriod"/>
              <a:defRPr sz="1200"/>
            </a:lvl9pPr>
          </a:lstStyle>
          <a:p/>
        </p:txBody>
      </p:sp>
      <p:grpSp>
        <p:nvGrpSpPr>
          <p:cNvPr id="139" name="Google Shape;139;p136"/>
          <p:cNvGrpSpPr/>
          <p:nvPr/>
        </p:nvGrpSpPr>
        <p:grpSpPr>
          <a:xfrm>
            <a:off x="8039875" y="1772525"/>
            <a:ext cx="2052600" cy="2052600"/>
            <a:chOff x="-1185375" y="1414000"/>
            <a:chExt cx="2052600" cy="2052600"/>
          </a:xfrm>
        </p:grpSpPr>
        <p:sp>
          <p:nvSpPr>
            <p:cNvPr id="140" name="Google Shape;140;p136"/>
            <p:cNvSpPr/>
            <p:nvPr/>
          </p:nvSpPr>
          <p:spPr>
            <a:xfrm>
              <a:off x="-1185375" y="1414000"/>
              <a:ext cx="2052600" cy="20526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 name="Google Shape;141;p136"/>
            <p:cNvSpPr/>
            <p:nvPr/>
          </p:nvSpPr>
          <p:spPr>
            <a:xfrm>
              <a:off x="-1140322" y="1463656"/>
              <a:ext cx="1962482" cy="1953284"/>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 name="Google Shape;142;p136"/>
            <p:cNvSpPr/>
            <p:nvPr/>
          </p:nvSpPr>
          <p:spPr>
            <a:xfrm>
              <a:off x="-730833" y="1637371"/>
              <a:ext cx="10401" cy="8080"/>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 name="Google Shape;143;p136"/>
            <p:cNvSpPr/>
            <p:nvPr/>
          </p:nvSpPr>
          <p:spPr>
            <a:xfrm>
              <a:off x="-620381" y="1470575"/>
              <a:ext cx="308321" cy="260014"/>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 name="Google Shape;144;p136"/>
            <p:cNvSpPr/>
            <p:nvPr/>
          </p:nvSpPr>
          <p:spPr>
            <a:xfrm>
              <a:off x="-212008" y="1463656"/>
              <a:ext cx="309481" cy="266933"/>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 name="Google Shape;145;p136"/>
            <p:cNvSpPr/>
            <p:nvPr/>
          </p:nvSpPr>
          <p:spPr>
            <a:xfrm>
              <a:off x="197481" y="1576386"/>
              <a:ext cx="117372" cy="69065"/>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 name="Google Shape;146;p136"/>
            <p:cNvSpPr/>
            <p:nvPr/>
          </p:nvSpPr>
          <p:spPr>
            <a:xfrm>
              <a:off x="348160" y="1599422"/>
              <a:ext cx="6962" cy="131167"/>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 name="Google Shape;147;p136"/>
            <p:cNvSpPr/>
            <p:nvPr/>
          </p:nvSpPr>
          <p:spPr>
            <a:xfrm>
              <a:off x="-1074782" y="2080254"/>
              <a:ext cx="2364" cy="4642"/>
            </a:xfrm>
            <a:custGeom>
              <a:rect b="b" l="l" r="r" t="t"/>
              <a:pathLst>
                <a:path extrusionOk="0" h="108" w="55">
                  <a:moveTo>
                    <a:pt x="54" y="0"/>
                  </a:moveTo>
                  <a:cubicBezTo>
                    <a:pt x="28" y="27"/>
                    <a:pt x="28" y="54"/>
                    <a:pt x="1" y="107"/>
                  </a:cubicBezTo>
                  <a:lnTo>
                    <a:pt x="54" y="107"/>
                  </a:lnTo>
                  <a:lnTo>
                    <a:pt x="54"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 name="Google Shape;148;p136"/>
            <p:cNvSpPr/>
            <p:nvPr/>
          </p:nvSpPr>
          <p:spPr>
            <a:xfrm>
              <a:off x="-924060" y="1822561"/>
              <a:ext cx="2321" cy="2364"/>
            </a:xfrm>
            <a:custGeom>
              <a:rect b="b" l="l" r="r" t="t"/>
              <a:pathLst>
                <a:path extrusionOk="0" h="55" w="54">
                  <a:moveTo>
                    <a:pt x="54" y="1"/>
                  </a:moveTo>
                  <a:cubicBezTo>
                    <a:pt x="27" y="27"/>
                    <a:pt x="27" y="27"/>
                    <a:pt x="0" y="54"/>
                  </a:cubicBezTo>
                  <a:lnTo>
                    <a:pt x="54" y="27"/>
                  </a:lnTo>
                  <a:lnTo>
                    <a:pt x="54" y="1"/>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 name="Google Shape;149;p136"/>
            <p:cNvSpPr/>
            <p:nvPr/>
          </p:nvSpPr>
          <p:spPr>
            <a:xfrm>
              <a:off x="-1010358" y="1944488"/>
              <a:ext cx="88620" cy="55269"/>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 name="Google Shape;150;p136"/>
            <p:cNvSpPr/>
            <p:nvPr/>
          </p:nvSpPr>
          <p:spPr>
            <a:xfrm>
              <a:off x="-821687" y="1731707"/>
              <a:ext cx="308321" cy="353189"/>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 name="Google Shape;151;p136"/>
            <p:cNvSpPr/>
            <p:nvPr/>
          </p:nvSpPr>
          <p:spPr>
            <a:xfrm>
              <a:off x="-413315" y="1731707"/>
              <a:ext cx="309481" cy="35202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 name="Google Shape;152;p136"/>
            <p:cNvSpPr/>
            <p:nvPr/>
          </p:nvSpPr>
          <p:spPr>
            <a:xfrm>
              <a:off x="-3825" y="1731707"/>
              <a:ext cx="308321" cy="35202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 name="Google Shape;153;p136"/>
            <p:cNvSpPr/>
            <p:nvPr/>
          </p:nvSpPr>
          <p:spPr>
            <a:xfrm>
              <a:off x="404547" y="1766218"/>
              <a:ext cx="308321" cy="317518"/>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 name="Google Shape;154;p136"/>
            <p:cNvSpPr/>
            <p:nvPr/>
          </p:nvSpPr>
          <p:spPr>
            <a:xfrm>
              <a:off x="-1136884" y="2350540"/>
              <a:ext cx="8080" cy="10401"/>
            </a:xfrm>
            <a:custGeom>
              <a:rect b="b" l="l" r="r" t="t"/>
              <a:pathLst>
                <a:path extrusionOk="0" h="242" w="188">
                  <a:moveTo>
                    <a:pt x="1" y="1"/>
                  </a:moveTo>
                  <a:cubicBezTo>
                    <a:pt x="1" y="54"/>
                    <a:pt x="1" y="135"/>
                    <a:pt x="1" y="188"/>
                  </a:cubicBezTo>
                  <a:lnTo>
                    <a:pt x="108" y="242"/>
                  </a:lnTo>
                  <a:lnTo>
                    <a:pt x="188" y="108"/>
                  </a:lnTo>
                  <a:lnTo>
                    <a:pt x="1" y="1"/>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 name="Google Shape;155;p136"/>
            <p:cNvSpPr/>
            <p:nvPr/>
          </p:nvSpPr>
          <p:spPr>
            <a:xfrm>
              <a:off x="-1028753" y="2094050"/>
              <a:ext cx="308321" cy="35202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 name="Google Shape;156;p136"/>
            <p:cNvSpPr/>
            <p:nvPr/>
          </p:nvSpPr>
          <p:spPr>
            <a:xfrm>
              <a:off x="-620381" y="2094050"/>
              <a:ext cx="308321" cy="35202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 name="Google Shape;157;p136"/>
            <p:cNvSpPr/>
            <p:nvPr/>
          </p:nvSpPr>
          <p:spPr>
            <a:xfrm>
              <a:off x="-212008" y="2094050"/>
              <a:ext cx="309481" cy="35202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 name="Google Shape;158;p136"/>
            <p:cNvSpPr/>
            <p:nvPr/>
          </p:nvSpPr>
          <p:spPr>
            <a:xfrm>
              <a:off x="197481" y="2092890"/>
              <a:ext cx="308321" cy="353189"/>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 name="Google Shape;159;p136"/>
            <p:cNvSpPr/>
            <p:nvPr/>
          </p:nvSpPr>
          <p:spPr>
            <a:xfrm>
              <a:off x="605853" y="2092890"/>
              <a:ext cx="207109" cy="353189"/>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 name="Google Shape;160;p136"/>
            <p:cNvSpPr/>
            <p:nvPr/>
          </p:nvSpPr>
          <p:spPr>
            <a:xfrm>
              <a:off x="-1131125" y="2435678"/>
              <a:ext cx="209386" cy="35202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 name="Google Shape;161;p136"/>
            <p:cNvSpPr/>
            <p:nvPr/>
          </p:nvSpPr>
          <p:spPr>
            <a:xfrm>
              <a:off x="-821687" y="2435678"/>
              <a:ext cx="308321" cy="35202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 name="Google Shape;162;p136"/>
            <p:cNvSpPr/>
            <p:nvPr/>
          </p:nvSpPr>
          <p:spPr>
            <a:xfrm>
              <a:off x="-413315" y="2435678"/>
              <a:ext cx="309481" cy="35202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 name="Google Shape;163;p136"/>
            <p:cNvSpPr/>
            <p:nvPr/>
          </p:nvSpPr>
          <p:spPr>
            <a:xfrm>
              <a:off x="-3825" y="2435678"/>
              <a:ext cx="308321" cy="35202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 name="Google Shape;164;p136"/>
            <p:cNvSpPr/>
            <p:nvPr/>
          </p:nvSpPr>
          <p:spPr>
            <a:xfrm>
              <a:off x="404547" y="2435678"/>
              <a:ext cx="308321" cy="35202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 name="Google Shape;165;p136"/>
            <p:cNvSpPr/>
            <p:nvPr/>
          </p:nvSpPr>
          <p:spPr>
            <a:xfrm>
              <a:off x="-1028753" y="2801503"/>
              <a:ext cx="308321" cy="314080"/>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 name="Google Shape;166;p136"/>
            <p:cNvSpPr/>
            <p:nvPr/>
          </p:nvSpPr>
          <p:spPr>
            <a:xfrm>
              <a:off x="-620381" y="2801503"/>
              <a:ext cx="308321" cy="35202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 name="Google Shape;167;p136"/>
            <p:cNvSpPr/>
            <p:nvPr/>
          </p:nvSpPr>
          <p:spPr>
            <a:xfrm>
              <a:off x="-212008" y="2801503"/>
              <a:ext cx="309481" cy="35202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 name="Google Shape;168;p136"/>
            <p:cNvSpPr/>
            <p:nvPr/>
          </p:nvSpPr>
          <p:spPr>
            <a:xfrm>
              <a:off x="197481" y="2801503"/>
              <a:ext cx="308321" cy="35202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 name="Google Shape;169;p136"/>
            <p:cNvSpPr/>
            <p:nvPr/>
          </p:nvSpPr>
          <p:spPr>
            <a:xfrm>
              <a:off x="605853" y="2886598"/>
              <a:ext cx="84021" cy="52948"/>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 name="Google Shape;170;p136"/>
            <p:cNvSpPr/>
            <p:nvPr/>
          </p:nvSpPr>
          <p:spPr>
            <a:xfrm>
              <a:off x="-636497" y="3228269"/>
              <a:ext cx="123131" cy="73663"/>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 name="Google Shape;171;p136"/>
            <p:cNvSpPr/>
            <p:nvPr/>
          </p:nvSpPr>
          <p:spPr>
            <a:xfrm>
              <a:off x="-671008" y="3143131"/>
              <a:ext cx="6962" cy="139247"/>
            </a:xfrm>
            <a:custGeom>
              <a:rect b="b" l="l" r="r" t="t"/>
              <a:pathLst>
                <a:path extrusionOk="0" h="3240" w="162">
                  <a:moveTo>
                    <a:pt x="1" y="0"/>
                  </a:moveTo>
                  <a:lnTo>
                    <a:pt x="1" y="3132"/>
                  </a:lnTo>
                  <a:cubicBezTo>
                    <a:pt x="54" y="3159"/>
                    <a:pt x="108" y="3212"/>
                    <a:pt x="161" y="3239"/>
                  </a:cubicBezTo>
                  <a:lnTo>
                    <a:pt x="161"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 name="Google Shape;172;p136"/>
            <p:cNvSpPr/>
            <p:nvPr/>
          </p:nvSpPr>
          <p:spPr>
            <a:xfrm>
              <a:off x="-413315" y="3143131"/>
              <a:ext cx="309481" cy="273810"/>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 name="Google Shape;173;p136"/>
            <p:cNvSpPr/>
            <p:nvPr/>
          </p:nvSpPr>
          <p:spPr>
            <a:xfrm>
              <a:off x="-3825" y="3143131"/>
              <a:ext cx="308321" cy="26577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 name="Google Shape;174;p136"/>
            <p:cNvSpPr/>
            <p:nvPr/>
          </p:nvSpPr>
          <p:spPr>
            <a:xfrm>
              <a:off x="404547" y="3228269"/>
              <a:ext cx="13839" cy="10401"/>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5" name="Google Shape;175;p136"/>
          <p:cNvSpPr/>
          <p:nvPr/>
        </p:nvSpPr>
        <p:spPr>
          <a:xfrm flipH="1">
            <a:off x="-817503" y="2575150"/>
            <a:ext cx="2540578" cy="3781493"/>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24_1">
    <p:spTree>
      <p:nvGrpSpPr>
        <p:cNvPr id="176" name="Shape 176"/>
        <p:cNvGrpSpPr/>
        <p:nvPr/>
      </p:nvGrpSpPr>
      <p:grpSpPr>
        <a:xfrm>
          <a:off x="0" y="0"/>
          <a:ext cx="0" cy="0"/>
          <a:chOff x="0" y="0"/>
          <a:chExt cx="0" cy="0"/>
        </a:xfrm>
      </p:grpSpPr>
      <p:sp>
        <p:nvSpPr>
          <p:cNvPr id="177" name="Google Shape;177;p137"/>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78" name="Google Shape;178;p137"/>
          <p:cNvSpPr txBox="1"/>
          <p:nvPr>
            <p:ph idx="1" type="subTitle"/>
          </p:nvPr>
        </p:nvSpPr>
        <p:spPr>
          <a:xfrm>
            <a:off x="713250" y="1123450"/>
            <a:ext cx="7717500" cy="34428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accent1"/>
              </a:buClr>
              <a:buSzPts val="1800"/>
              <a:buAutoNum type="arabicPeriod"/>
              <a:defRPr sz="1600"/>
            </a:lvl1pPr>
            <a:lvl2pPr lvl="1" algn="l">
              <a:lnSpc>
                <a:spcPct val="100000"/>
              </a:lnSpc>
              <a:spcBef>
                <a:spcPts val="0"/>
              </a:spcBef>
              <a:spcAft>
                <a:spcPts val="0"/>
              </a:spcAft>
              <a:buClr>
                <a:schemeClr val="accent1"/>
              </a:buClr>
              <a:buSzPts val="1400"/>
              <a:buAutoNum type="alphaLcPeriod"/>
              <a:defRPr sz="1600"/>
            </a:lvl2pPr>
            <a:lvl3pPr lvl="2" algn="l">
              <a:lnSpc>
                <a:spcPct val="100000"/>
              </a:lnSpc>
              <a:spcBef>
                <a:spcPts val="0"/>
              </a:spcBef>
              <a:spcAft>
                <a:spcPts val="0"/>
              </a:spcAft>
              <a:buSzPts val="1400"/>
              <a:buAutoNum type="romanLcPeriod"/>
              <a:defRPr/>
            </a:lvl3pPr>
            <a:lvl4pPr lvl="3" algn="l">
              <a:lnSpc>
                <a:spcPct val="100000"/>
              </a:lnSpc>
              <a:spcBef>
                <a:spcPts val="0"/>
              </a:spcBef>
              <a:spcAft>
                <a:spcPts val="0"/>
              </a:spcAft>
              <a:buSzPts val="1400"/>
              <a:buAutoNum type="arabicPeriod"/>
              <a:defRPr/>
            </a:lvl4pPr>
            <a:lvl5pPr lvl="4" algn="l">
              <a:lnSpc>
                <a:spcPct val="100000"/>
              </a:lnSpc>
              <a:spcBef>
                <a:spcPts val="0"/>
              </a:spcBef>
              <a:spcAft>
                <a:spcPts val="0"/>
              </a:spcAft>
              <a:buSzPts val="1400"/>
              <a:buAutoNum type="alphaLcPeriod"/>
              <a:defRPr/>
            </a:lvl5pPr>
            <a:lvl6pPr lvl="5" algn="l">
              <a:lnSpc>
                <a:spcPct val="100000"/>
              </a:lnSpc>
              <a:spcBef>
                <a:spcPts val="0"/>
              </a:spcBef>
              <a:spcAft>
                <a:spcPts val="0"/>
              </a:spcAft>
              <a:buSzPts val="1400"/>
              <a:buAutoNum type="romanLcPeriod"/>
              <a:defRPr/>
            </a:lvl6pPr>
            <a:lvl7pPr lvl="6" algn="l">
              <a:lnSpc>
                <a:spcPct val="100000"/>
              </a:lnSpc>
              <a:spcBef>
                <a:spcPts val="0"/>
              </a:spcBef>
              <a:spcAft>
                <a:spcPts val="0"/>
              </a:spcAft>
              <a:buSzPts val="1400"/>
              <a:buAutoNum type="arabicPeriod"/>
              <a:defRPr/>
            </a:lvl7pPr>
            <a:lvl8pPr lvl="7" algn="l">
              <a:lnSpc>
                <a:spcPct val="100000"/>
              </a:lnSpc>
              <a:spcBef>
                <a:spcPts val="0"/>
              </a:spcBef>
              <a:spcAft>
                <a:spcPts val="0"/>
              </a:spcAft>
              <a:buSzPts val="1400"/>
              <a:buAutoNum type="alphaLcPeriod"/>
              <a:defRPr/>
            </a:lvl8pPr>
            <a:lvl9pPr lvl="8" algn="l">
              <a:lnSpc>
                <a:spcPct val="100000"/>
              </a:lnSpc>
              <a:spcBef>
                <a:spcPts val="0"/>
              </a:spcBef>
              <a:spcAft>
                <a:spcPts val="0"/>
              </a:spcAft>
              <a:buSzPts val="1400"/>
              <a:buAutoNum type="romanLcPeriod"/>
              <a:defRPr/>
            </a:lvl9pPr>
          </a:lstStyle>
          <a:p/>
        </p:txBody>
      </p:sp>
      <p:sp>
        <p:nvSpPr>
          <p:cNvPr id="179" name="Google Shape;179;p137"/>
          <p:cNvSpPr/>
          <p:nvPr/>
        </p:nvSpPr>
        <p:spPr>
          <a:xfrm>
            <a:off x="-598400" y="3985675"/>
            <a:ext cx="1844545" cy="1627040"/>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 name="Google Shape;180;p137"/>
          <p:cNvSpPr/>
          <p:nvPr/>
        </p:nvSpPr>
        <p:spPr>
          <a:xfrm rot="7619243">
            <a:off x="7150868" y="2766901"/>
            <a:ext cx="3210914" cy="3197601"/>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1" name="Google Shape;181;p137"/>
          <p:cNvGrpSpPr/>
          <p:nvPr/>
        </p:nvGrpSpPr>
        <p:grpSpPr>
          <a:xfrm>
            <a:off x="7295305" y="-672969"/>
            <a:ext cx="2270935" cy="2260335"/>
            <a:chOff x="6762468" y="1386456"/>
            <a:chExt cx="2270935" cy="2260335"/>
          </a:xfrm>
        </p:grpSpPr>
        <p:sp>
          <p:nvSpPr>
            <p:cNvPr id="182" name="Google Shape;182;p137"/>
            <p:cNvSpPr/>
            <p:nvPr/>
          </p:nvSpPr>
          <p:spPr>
            <a:xfrm>
              <a:off x="6762468" y="1386456"/>
              <a:ext cx="2270935" cy="2260292"/>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 name="Google Shape;183;p137"/>
            <p:cNvSpPr/>
            <p:nvPr/>
          </p:nvSpPr>
          <p:spPr>
            <a:xfrm>
              <a:off x="7236329" y="1587480"/>
              <a:ext cx="12035" cy="9350"/>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 name="Google Shape;184;p137"/>
            <p:cNvSpPr/>
            <p:nvPr/>
          </p:nvSpPr>
          <p:spPr>
            <a:xfrm>
              <a:off x="7364144" y="1394464"/>
              <a:ext cx="356781" cy="300882"/>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 name="Google Shape;185;p137"/>
            <p:cNvSpPr/>
            <p:nvPr/>
          </p:nvSpPr>
          <p:spPr>
            <a:xfrm>
              <a:off x="7836713" y="1386456"/>
              <a:ext cx="358124" cy="308889"/>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 name="Google Shape;186;p137"/>
            <p:cNvSpPr/>
            <p:nvPr/>
          </p:nvSpPr>
          <p:spPr>
            <a:xfrm>
              <a:off x="8310574" y="1516908"/>
              <a:ext cx="135819" cy="79920"/>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 name="Google Shape;187;p137"/>
            <p:cNvSpPr/>
            <p:nvPr/>
          </p:nvSpPr>
          <p:spPr>
            <a:xfrm>
              <a:off x="8484940" y="1543565"/>
              <a:ext cx="8057" cy="151784"/>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 name="Google Shape;188;p137"/>
            <p:cNvSpPr/>
            <p:nvPr/>
          </p:nvSpPr>
          <p:spPr>
            <a:xfrm>
              <a:off x="6838311" y="2099984"/>
              <a:ext cx="2735" cy="537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 name="Google Shape;189;p137"/>
            <p:cNvSpPr/>
            <p:nvPr/>
          </p:nvSpPr>
          <p:spPr>
            <a:xfrm>
              <a:off x="7012727" y="1801781"/>
              <a:ext cx="2686" cy="273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 name="Google Shape;190;p137"/>
            <p:cNvSpPr/>
            <p:nvPr/>
          </p:nvSpPr>
          <p:spPr>
            <a:xfrm>
              <a:off x="6912862" y="1942876"/>
              <a:ext cx="102548" cy="63956"/>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 name="Google Shape;191;p137"/>
            <p:cNvSpPr/>
            <p:nvPr/>
          </p:nvSpPr>
          <p:spPr>
            <a:xfrm>
              <a:off x="7131192" y="1696645"/>
              <a:ext cx="356781" cy="408702"/>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 name="Google Shape;192;p137"/>
            <p:cNvSpPr/>
            <p:nvPr/>
          </p:nvSpPr>
          <p:spPr>
            <a:xfrm>
              <a:off x="7603761" y="1696645"/>
              <a:ext cx="358124" cy="40735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 name="Google Shape;193;p137"/>
            <p:cNvSpPr/>
            <p:nvPr/>
          </p:nvSpPr>
          <p:spPr>
            <a:xfrm>
              <a:off x="8077622" y="1696645"/>
              <a:ext cx="356781" cy="40735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 name="Google Shape;194;p137"/>
            <p:cNvSpPr/>
            <p:nvPr/>
          </p:nvSpPr>
          <p:spPr>
            <a:xfrm>
              <a:off x="8550190" y="1736581"/>
              <a:ext cx="356781" cy="367424"/>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 name="Google Shape;195;p137"/>
            <p:cNvSpPr/>
            <p:nvPr/>
          </p:nvSpPr>
          <p:spPr>
            <a:xfrm>
              <a:off x="6891576" y="2115948"/>
              <a:ext cx="356781" cy="40735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 name="Google Shape;196;p137"/>
            <p:cNvSpPr/>
            <p:nvPr/>
          </p:nvSpPr>
          <p:spPr>
            <a:xfrm>
              <a:off x="7364144" y="2115948"/>
              <a:ext cx="356781" cy="40735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 name="Google Shape;197;p137"/>
            <p:cNvSpPr/>
            <p:nvPr/>
          </p:nvSpPr>
          <p:spPr>
            <a:xfrm>
              <a:off x="7836713" y="2115948"/>
              <a:ext cx="358124" cy="40735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 name="Google Shape;198;p137"/>
            <p:cNvSpPr/>
            <p:nvPr/>
          </p:nvSpPr>
          <p:spPr>
            <a:xfrm>
              <a:off x="8310574" y="2114606"/>
              <a:ext cx="356781" cy="408702"/>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 name="Google Shape;199;p137"/>
            <p:cNvSpPr/>
            <p:nvPr/>
          </p:nvSpPr>
          <p:spPr>
            <a:xfrm>
              <a:off x="8783142" y="2114606"/>
              <a:ext cx="239661" cy="408702"/>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 name="Google Shape;200;p137"/>
            <p:cNvSpPr/>
            <p:nvPr/>
          </p:nvSpPr>
          <p:spPr>
            <a:xfrm>
              <a:off x="6773111" y="2511280"/>
              <a:ext cx="242297" cy="40735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 name="Google Shape;201;p137"/>
            <p:cNvSpPr/>
            <p:nvPr/>
          </p:nvSpPr>
          <p:spPr>
            <a:xfrm>
              <a:off x="7131192" y="2511280"/>
              <a:ext cx="356781" cy="40735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 name="Google Shape;202;p137"/>
            <p:cNvSpPr/>
            <p:nvPr/>
          </p:nvSpPr>
          <p:spPr>
            <a:xfrm>
              <a:off x="7603761" y="2511280"/>
              <a:ext cx="358124" cy="40735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 name="Google Shape;203;p137"/>
            <p:cNvSpPr/>
            <p:nvPr/>
          </p:nvSpPr>
          <p:spPr>
            <a:xfrm>
              <a:off x="8077622" y="2511280"/>
              <a:ext cx="356781" cy="40735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 name="Google Shape;204;p137"/>
            <p:cNvSpPr/>
            <p:nvPr/>
          </p:nvSpPr>
          <p:spPr>
            <a:xfrm>
              <a:off x="8550190" y="2511280"/>
              <a:ext cx="356781" cy="40735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 name="Google Shape;205;p137"/>
            <p:cNvSpPr/>
            <p:nvPr/>
          </p:nvSpPr>
          <p:spPr>
            <a:xfrm>
              <a:off x="6891576" y="2934613"/>
              <a:ext cx="356781" cy="363445"/>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 name="Google Shape;206;p137"/>
            <p:cNvSpPr/>
            <p:nvPr/>
          </p:nvSpPr>
          <p:spPr>
            <a:xfrm>
              <a:off x="7364144" y="2934613"/>
              <a:ext cx="356781" cy="40735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 name="Google Shape;207;p137"/>
            <p:cNvSpPr/>
            <p:nvPr/>
          </p:nvSpPr>
          <p:spPr>
            <a:xfrm>
              <a:off x="7836713" y="2934613"/>
              <a:ext cx="358124" cy="40735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 name="Google Shape;208;p137"/>
            <p:cNvSpPr/>
            <p:nvPr/>
          </p:nvSpPr>
          <p:spPr>
            <a:xfrm>
              <a:off x="8310574" y="2934613"/>
              <a:ext cx="356781" cy="40735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 name="Google Shape;209;p137"/>
            <p:cNvSpPr/>
            <p:nvPr/>
          </p:nvSpPr>
          <p:spPr>
            <a:xfrm>
              <a:off x="8783142" y="3033085"/>
              <a:ext cx="97227" cy="6127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 name="Google Shape;210;p137"/>
            <p:cNvSpPr/>
            <p:nvPr/>
          </p:nvSpPr>
          <p:spPr>
            <a:xfrm>
              <a:off x="7345494" y="3428467"/>
              <a:ext cx="142484" cy="85242"/>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 name="Google Shape;211;p137"/>
            <p:cNvSpPr/>
            <p:nvPr/>
          </p:nvSpPr>
          <p:spPr>
            <a:xfrm>
              <a:off x="7305558" y="3329945"/>
              <a:ext cx="8057" cy="161133"/>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 name="Google Shape;212;p137"/>
            <p:cNvSpPr/>
            <p:nvPr/>
          </p:nvSpPr>
          <p:spPr>
            <a:xfrm>
              <a:off x="7603761" y="3329945"/>
              <a:ext cx="358124" cy="316846"/>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 name="Google Shape;213;p137"/>
            <p:cNvSpPr/>
            <p:nvPr/>
          </p:nvSpPr>
          <p:spPr>
            <a:xfrm>
              <a:off x="8077622" y="3329945"/>
              <a:ext cx="356781" cy="307546"/>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 name="Google Shape;214;p137"/>
            <p:cNvSpPr/>
            <p:nvPr/>
          </p:nvSpPr>
          <p:spPr>
            <a:xfrm>
              <a:off x="8550190" y="3428467"/>
              <a:ext cx="16014" cy="12035"/>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32_1">
    <p:spTree>
      <p:nvGrpSpPr>
        <p:cNvPr id="215" name="Shape 215"/>
        <p:cNvGrpSpPr/>
        <p:nvPr/>
      </p:nvGrpSpPr>
      <p:grpSpPr>
        <a:xfrm>
          <a:off x="0" y="0"/>
          <a:ext cx="0" cy="0"/>
          <a:chOff x="0" y="0"/>
          <a:chExt cx="0" cy="0"/>
        </a:xfrm>
      </p:grpSpPr>
      <p:sp>
        <p:nvSpPr>
          <p:cNvPr id="216" name="Google Shape;216;p138"/>
          <p:cNvSpPr/>
          <p:nvPr/>
        </p:nvSpPr>
        <p:spPr>
          <a:xfrm rot="-1690000">
            <a:off x="4770052" y="3432202"/>
            <a:ext cx="4311133" cy="2652327"/>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 name="Google Shape;217;p138"/>
          <p:cNvSpPr/>
          <p:nvPr/>
        </p:nvSpPr>
        <p:spPr>
          <a:xfrm rot="-8976185">
            <a:off x="-892229" y="695729"/>
            <a:ext cx="3210901" cy="3197587"/>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8" name="Google Shape;218;p138"/>
          <p:cNvGrpSpPr/>
          <p:nvPr/>
        </p:nvGrpSpPr>
        <p:grpSpPr>
          <a:xfrm>
            <a:off x="5420243" y="-954594"/>
            <a:ext cx="2270935" cy="2260335"/>
            <a:chOff x="6762468" y="1386456"/>
            <a:chExt cx="2270935" cy="2260335"/>
          </a:xfrm>
        </p:grpSpPr>
        <p:sp>
          <p:nvSpPr>
            <p:cNvPr id="219" name="Google Shape;219;p138"/>
            <p:cNvSpPr/>
            <p:nvPr/>
          </p:nvSpPr>
          <p:spPr>
            <a:xfrm>
              <a:off x="6762468" y="1386456"/>
              <a:ext cx="2270935" cy="2260292"/>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 name="Google Shape;220;p138"/>
            <p:cNvSpPr/>
            <p:nvPr/>
          </p:nvSpPr>
          <p:spPr>
            <a:xfrm>
              <a:off x="7236329" y="1587480"/>
              <a:ext cx="12035" cy="9350"/>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 name="Google Shape;221;p138"/>
            <p:cNvSpPr/>
            <p:nvPr/>
          </p:nvSpPr>
          <p:spPr>
            <a:xfrm>
              <a:off x="7364144" y="1394464"/>
              <a:ext cx="356781" cy="300882"/>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 name="Google Shape;222;p138"/>
            <p:cNvSpPr/>
            <p:nvPr/>
          </p:nvSpPr>
          <p:spPr>
            <a:xfrm>
              <a:off x="7836713" y="1386456"/>
              <a:ext cx="358124" cy="308889"/>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 name="Google Shape;223;p138"/>
            <p:cNvSpPr/>
            <p:nvPr/>
          </p:nvSpPr>
          <p:spPr>
            <a:xfrm>
              <a:off x="8310574" y="1516908"/>
              <a:ext cx="135819" cy="79920"/>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 name="Google Shape;224;p138"/>
            <p:cNvSpPr/>
            <p:nvPr/>
          </p:nvSpPr>
          <p:spPr>
            <a:xfrm>
              <a:off x="8484940" y="1543565"/>
              <a:ext cx="8057" cy="151784"/>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 name="Google Shape;225;p138"/>
            <p:cNvSpPr/>
            <p:nvPr/>
          </p:nvSpPr>
          <p:spPr>
            <a:xfrm>
              <a:off x="6838311" y="2099984"/>
              <a:ext cx="2735" cy="537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 name="Google Shape;226;p138"/>
            <p:cNvSpPr/>
            <p:nvPr/>
          </p:nvSpPr>
          <p:spPr>
            <a:xfrm>
              <a:off x="7012727" y="1801781"/>
              <a:ext cx="2686" cy="273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 name="Google Shape;227;p138"/>
            <p:cNvSpPr/>
            <p:nvPr/>
          </p:nvSpPr>
          <p:spPr>
            <a:xfrm>
              <a:off x="6912862" y="1942876"/>
              <a:ext cx="102548" cy="63956"/>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 name="Google Shape;228;p138"/>
            <p:cNvSpPr/>
            <p:nvPr/>
          </p:nvSpPr>
          <p:spPr>
            <a:xfrm>
              <a:off x="7131192" y="1696645"/>
              <a:ext cx="356781" cy="408702"/>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 name="Google Shape;229;p138"/>
            <p:cNvSpPr/>
            <p:nvPr/>
          </p:nvSpPr>
          <p:spPr>
            <a:xfrm>
              <a:off x="7603761" y="1696645"/>
              <a:ext cx="358124" cy="40735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 name="Google Shape;230;p138"/>
            <p:cNvSpPr/>
            <p:nvPr/>
          </p:nvSpPr>
          <p:spPr>
            <a:xfrm>
              <a:off x="8077622" y="1696645"/>
              <a:ext cx="356781" cy="40735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 name="Google Shape;231;p138"/>
            <p:cNvSpPr/>
            <p:nvPr/>
          </p:nvSpPr>
          <p:spPr>
            <a:xfrm>
              <a:off x="8550190" y="1736581"/>
              <a:ext cx="356781" cy="367424"/>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 name="Google Shape;232;p138"/>
            <p:cNvSpPr/>
            <p:nvPr/>
          </p:nvSpPr>
          <p:spPr>
            <a:xfrm>
              <a:off x="6891576" y="2115948"/>
              <a:ext cx="356781" cy="40735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 name="Google Shape;233;p138"/>
            <p:cNvSpPr/>
            <p:nvPr/>
          </p:nvSpPr>
          <p:spPr>
            <a:xfrm>
              <a:off x="7364144" y="2115948"/>
              <a:ext cx="356781" cy="40735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 name="Google Shape;234;p138"/>
            <p:cNvSpPr/>
            <p:nvPr/>
          </p:nvSpPr>
          <p:spPr>
            <a:xfrm>
              <a:off x="7836713" y="2115948"/>
              <a:ext cx="358124" cy="40735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 name="Google Shape;235;p138"/>
            <p:cNvSpPr/>
            <p:nvPr/>
          </p:nvSpPr>
          <p:spPr>
            <a:xfrm>
              <a:off x="8310574" y="2114606"/>
              <a:ext cx="356781" cy="408702"/>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 name="Google Shape;236;p138"/>
            <p:cNvSpPr/>
            <p:nvPr/>
          </p:nvSpPr>
          <p:spPr>
            <a:xfrm>
              <a:off x="8783142" y="2114606"/>
              <a:ext cx="239661" cy="408702"/>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 name="Google Shape;237;p138"/>
            <p:cNvSpPr/>
            <p:nvPr/>
          </p:nvSpPr>
          <p:spPr>
            <a:xfrm>
              <a:off x="6773111" y="2511280"/>
              <a:ext cx="242297" cy="40735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 name="Google Shape;238;p138"/>
            <p:cNvSpPr/>
            <p:nvPr/>
          </p:nvSpPr>
          <p:spPr>
            <a:xfrm>
              <a:off x="7131192" y="2511280"/>
              <a:ext cx="356781" cy="40735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 name="Google Shape;239;p138"/>
            <p:cNvSpPr/>
            <p:nvPr/>
          </p:nvSpPr>
          <p:spPr>
            <a:xfrm>
              <a:off x="7603761" y="2511280"/>
              <a:ext cx="358124" cy="40735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 name="Google Shape;240;p138"/>
            <p:cNvSpPr/>
            <p:nvPr/>
          </p:nvSpPr>
          <p:spPr>
            <a:xfrm>
              <a:off x="8077622" y="2511280"/>
              <a:ext cx="356781" cy="40735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 name="Google Shape;241;p138"/>
            <p:cNvSpPr/>
            <p:nvPr/>
          </p:nvSpPr>
          <p:spPr>
            <a:xfrm>
              <a:off x="8550190" y="2511280"/>
              <a:ext cx="356781" cy="40735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 name="Google Shape;242;p138"/>
            <p:cNvSpPr/>
            <p:nvPr/>
          </p:nvSpPr>
          <p:spPr>
            <a:xfrm>
              <a:off x="6891576" y="2934613"/>
              <a:ext cx="356781" cy="363445"/>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 name="Google Shape;243;p138"/>
            <p:cNvSpPr/>
            <p:nvPr/>
          </p:nvSpPr>
          <p:spPr>
            <a:xfrm>
              <a:off x="7364144" y="2934613"/>
              <a:ext cx="356781" cy="40735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 name="Google Shape;244;p138"/>
            <p:cNvSpPr/>
            <p:nvPr/>
          </p:nvSpPr>
          <p:spPr>
            <a:xfrm>
              <a:off x="7836713" y="2934613"/>
              <a:ext cx="358124" cy="40735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 name="Google Shape;245;p138"/>
            <p:cNvSpPr/>
            <p:nvPr/>
          </p:nvSpPr>
          <p:spPr>
            <a:xfrm>
              <a:off x="8310574" y="2934613"/>
              <a:ext cx="356781" cy="40735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 name="Google Shape;246;p138"/>
            <p:cNvSpPr/>
            <p:nvPr/>
          </p:nvSpPr>
          <p:spPr>
            <a:xfrm>
              <a:off x="8783142" y="3033085"/>
              <a:ext cx="97227" cy="6127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 name="Google Shape;247;p138"/>
            <p:cNvSpPr/>
            <p:nvPr/>
          </p:nvSpPr>
          <p:spPr>
            <a:xfrm>
              <a:off x="7345494" y="3428467"/>
              <a:ext cx="142484" cy="85242"/>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 name="Google Shape;248;p138"/>
            <p:cNvSpPr/>
            <p:nvPr/>
          </p:nvSpPr>
          <p:spPr>
            <a:xfrm>
              <a:off x="7305558" y="3329945"/>
              <a:ext cx="8057" cy="161133"/>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 name="Google Shape;249;p138"/>
            <p:cNvSpPr/>
            <p:nvPr/>
          </p:nvSpPr>
          <p:spPr>
            <a:xfrm>
              <a:off x="7603761" y="3329945"/>
              <a:ext cx="358124" cy="316846"/>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 name="Google Shape;250;p138"/>
            <p:cNvSpPr/>
            <p:nvPr/>
          </p:nvSpPr>
          <p:spPr>
            <a:xfrm>
              <a:off x="8077622" y="3329945"/>
              <a:ext cx="356781" cy="307546"/>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 name="Google Shape;251;p138"/>
            <p:cNvSpPr/>
            <p:nvPr/>
          </p:nvSpPr>
          <p:spPr>
            <a:xfrm>
              <a:off x="8550190" y="3428467"/>
              <a:ext cx="16014" cy="12035"/>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2" name="Google Shape;252;p138"/>
          <p:cNvSpPr txBox="1"/>
          <p:nvPr>
            <p:ph type="title"/>
          </p:nvPr>
        </p:nvSpPr>
        <p:spPr>
          <a:xfrm>
            <a:off x="1569450" y="1152050"/>
            <a:ext cx="6005100" cy="1516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4200"/>
              <a:buNone/>
              <a:defRPr sz="3600">
                <a:solidFill>
                  <a:schemeClr val="accent2"/>
                </a:solidFill>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253" name="Google Shape;253;p138"/>
          <p:cNvSpPr txBox="1"/>
          <p:nvPr>
            <p:ph idx="1" type="subTitle"/>
          </p:nvPr>
        </p:nvSpPr>
        <p:spPr>
          <a:xfrm>
            <a:off x="1569450" y="2756350"/>
            <a:ext cx="6005100" cy="1235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a:solidFill>
                  <a:schemeClr val="accent2"/>
                </a:solidFill>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
  <p:cSld name="CUSTOM_32_2_1">
    <p:spTree>
      <p:nvGrpSpPr>
        <p:cNvPr id="254" name="Shape 254"/>
        <p:cNvGrpSpPr/>
        <p:nvPr/>
      </p:nvGrpSpPr>
      <p:grpSpPr>
        <a:xfrm>
          <a:off x="0" y="0"/>
          <a:ext cx="0" cy="0"/>
          <a:chOff x="0" y="0"/>
          <a:chExt cx="0" cy="0"/>
        </a:xfrm>
      </p:grpSpPr>
      <p:sp>
        <p:nvSpPr>
          <p:cNvPr id="255" name="Google Shape;255;p139"/>
          <p:cNvSpPr/>
          <p:nvPr/>
        </p:nvSpPr>
        <p:spPr>
          <a:xfrm rot="672094">
            <a:off x="-3534661" y="414138"/>
            <a:ext cx="4680680" cy="4251900"/>
          </a:xfrm>
          <a:custGeom>
            <a:rect b="b" l="l" r="r" t="t"/>
            <a:pathLst>
              <a:path extrusionOk="0" h="59210" w="65181">
                <a:moveTo>
                  <a:pt x="23617" y="9808"/>
                </a:moveTo>
                <a:cubicBezTo>
                  <a:pt x="25785" y="15712"/>
                  <a:pt x="27153" y="21883"/>
                  <a:pt x="35092" y="17079"/>
                </a:cubicBezTo>
                <a:cubicBezTo>
                  <a:pt x="42998" y="12309"/>
                  <a:pt x="55740" y="12376"/>
                  <a:pt x="59276" y="17546"/>
                </a:cubicBezTo>
                <a:cubicBezTo>
                  <a:pt x="62812" y="22717"/>
                  <a:pt x="56140" y="30055"/>
                  <a:pt x="55940" y="36393"/>
                </a:cubicBezTo>
                <a:cubicBezTo>
                  <a:pt x="55740" y="42731"/>
                  <a:pt x="65180" y="49603"/>
                  <a:pt x="57741" y="54406"/>
                </a:cubicBezTo>
                <a:cubicBezTo>
                  <a:pt x="50303" y="59210"/>
                  <a:pt x="31556" y="57108"/>
                  <a:pt x="33224" y="47535"/>
                </a:cubicBezTo>
                <a:cubicBezTo>
                  <a:pt x="34892" y="37928"/>
                  <a:pt x="25719" y="35026"/>
                  <a:pt x="17579" y="31256"/>
                </a:cubicBezTo>
                <a:cubicBezTo>
                  <a:pt x="9440" y="27520"/>
                  <a:pt x="0" y="13744"/>
                  <a:pt x="7706" y="6872"/>
                </a:cubicBezTo>
                <a:cubicBezTo>
                  <a:pt x="15411" y="1"/>
                  <a:pt x="21449" y="3870"/>
                  <a:pt x="23617" y="9808"/>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 name="Google Shape;256;p139"/>
          <p:cNvSpPr/>
          <p:nvPr/>
        </p:nvSpPr>
        <p:spPr>
          <a:xfrm>
            <a:off x="8264550" y="465501"/>
            <a:ext cx="1460036" cy="1906827"/>
          </a:xfrm>
          <a:custGeom>
            <a:rect b="b" l="l" r="r" t="t"/>
            <a:pathLst>
              <a:path extrusionOk="0" h="22564" w="17277">
                <a:moveTo>
                  <a:pt x="9074" y="0"/>
                </a:moveTo>
                <a:cubicBezTo>
                  <a:pt x="8555" y="0"/>
                  <a:pt x="8010" y="60"/>
                  <a:pt x="7441" y="188"/>
                </a:cubicBezTo>
                <a:cubicBezTo>
                  <a:pt x="2543" y="1285"/>
                  <a:pt x="1" y="6692"/>
                  <a:pt x="54" y="12607"/>
                </a:cubicBezTo>
                <a:cubicBezTo>
                  <a:pt x="134" y="18683"/>
                  <a:pt x="3989" y="22189"/>
                  <a:pt x="8592" y="22564"/>
                </a:cubicBezTo>
                <a:cubicBezTo>
                  <a:pt x="14641" y="22082"/>
                  <a:pt x="16354" y="18388"/>
                  <a:pt x="16836" y="12312"/>
                </a:cubicBezTo>
                <a:cubicBezTo>
                  <a:pt x="17276" y="6737"/>
                  <a:pt x="14567" y="0"/>
                  <a:pt x="90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 name="Google Shape;257;p139"/>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258" name="Google Shape;258;p139"/>
          <p:cNvSpPr txBox="1"/>
          <p:nvPr>
            <p:ph idx="1" type="subTitle"/>
          </p:nvPr>
        </p:nvSpPr>
        <p:spPr>
          <a:xfrm>
            <a:off x="713250" y="1126100"/>
            <a:ext cx="7717500" cy="34428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accent1"/>
              </a:buClr>
              <a:buSzPts val="1050"/>
              <a:buFont typeface="Ubuntu"/>
              <a:buChar char="●"/>
              <a:defRPr sz="1600"/>
            </a:lvl1pPr>
            <a:lvl2pPr lvl="1" algn="l">
              <a:lnSpc>
                <a:spcPct val="100000"/>
              </a:lnSpc>
              <a:spcBef>
                <a:spcPts val="0"/>
              </a:spcBef>
              <a:spcAft>
                <a:spcPts val="0"/>
              </a:spcAft>
              <a:buClr>
                <a:schemeClr val="dk1"/>
              </a:buClr>
              <a:buSzPts val="1400"/>
              <a:buFont typeface="Ubuntu"/>
              <a:buAutoNum type="alphaLcPeriod"/>
              <a:defRPr sz="1600"/>
            </a:lvl2pPr>
            <a:lvl3pPr lvl="2" algn="l">
              <a:lnSpc>
                <a:spcPct val="100000"/>
              </a:lnSpc>
              <a:spcBef>
                <a:spcPts val="0"/>
              </a:spcBef>
              <a:spcAft>
                <a:spcPts val="0"/>
              </a:spcAft>
              <a:buClr>
                <a:schemeClr val="dk1"/>
              </a:buClr>
              <a:buSzPts val="1400"/>
              <a:buFont typeface="Ubuntu"/>
              <a:buAutoNum type="romanLcPeriod"/>
              <a:defRPr/>
            </a:lvl3pPr>
            <a:lvl4pPr lvl="3" algn="l">
              <a:lnSpc>
                <a:spcPct val="100000"/>
              </a:lnSpc>
              <a:spcBef>
                <a:spcPts val="0"/>
              </a:spcBef>
              <a:spcAft>
                <a:spcPts val="0"/>
              </a:spcAft>
              <a:buClr>
                <a:schemeClr val="dk1"/>
              </a:buClr>
              <a:buSzPts val="1400"/>
              <a:buFont typeface="Ubuntu"/>
              <a:buAutoNum type="arabicPeriod"/>
              <a:defRPr/>
            </a:lvl4pPr>
            <a:lvl5pPr lvl="4" algn="l">
              <a:lnSpc>
                <a:spcPct val="100000"/>
              </a:lnSpc>
              <a:spcBef>
                <a:spcPts val="0"/>
              </a:spcBef>
              <a:spcAft>
                <a:spcPts val="0"/>
              </a:spcAft>
              <a:buClr>
                <a:schemeClr val="dk1"/>
              </a:buClr>
              <a:buSzPts val="1400"/>
              <a:buFont typeface="Ubuntu"/>
              <a:buAutoNum type="alphaLcPeriod"/>
              <a:defRPr/>
            </a:lvl5pPr>
            <a:lvl6pPr lvl="5" algn="l">
              <a:lnSpc>
                <a:spcPct val="100000"/>
              </a:lnSpc>
              <a:spcBef>
                <a:spcPts val="0"/>
              </a:spcBef>
              <a:spcAft>
                <a:spcPts val="0"/>
              </a:spcAft>
              <a:buClr>
                <a:schemeClr val="dk1"/>
              </a:buClr>
              <a:buSzPts val="1400"/>
              <a:buFont typeface="Ubuntu"/>
              <a:buAutoNum type="romanLcPeriod"/>
              <a:defRPr/>
            </a:lvl6pPr>
            <a:lvl7pPr lvl="6" algn="l">
              <a:lnSpc>
                <a:spcPct val="100000"/>
              </a:lnSpc>
              <a:spcBef>
                <a:spcPts val="0"/>
              </a:spcBef>
              <a:spcAft>
                <a:spcPts val="0"/>
              </a:spcAft>
              <a:buClr>
                <a:schemeClr val="dk1"/>
              </a:buClr>
              <a:buSzPts val="1400"/>
              <a:buFont typeface="Ubuntu"/>
              <a:buAutoNum type="arabicPeriod"/>
              <a:defRPr/>
            </a:lvl7pPr>
            <a:lvl8pPr lvl="7" algn="l">
              <a:lnSpc>
                <a:spcPct val="100000"/>
              </a:lnSpc>
              <a:spcBef>
                <a:spcPts val="0"/>
              </a:spcBef>
              <a:spcAft>
                <a:spcPts val="0"/>
              </a:spcAft>
              <a:buClr>
                <a:schemeClr val="dk1"/>
              </a:buClr>
              <a:buSzPts val="1400"/>
              <a:buFont typeface="Ubuntu"/>
              <a:buAutoNum type="alphaLcPeriod"/>
              <a:defRPr/>
            </a:lvl8pPr>
            <a:lvl9pPr lvl="8" algn="l">
              <a:lnSpc>
                <a:spcPct val="100000"/>
              </a:lnSpc>
              <a:spcBef>
                <a:spcPts val="0"/>
              </a:spcBef>
              <a:spcAft>
                <a:spcPts val="0"/>
              </a:spcAft>
              <a:buClr>
                <a:schemeClr val="dk1"/>
              </a:buClr>
              <a:buSzPts val="1400"/>
              <a:buFont typeface="Ubuntu"/>
              <a:buAutoNum type="romanLcPeriod"/>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59" name="Shape 259"/>
        <p:cNvGrpSpPr/>
        <p:nvPr/>
      </p:nvGrpSpPr>
      <p:grpSpPr>
        <a:xfrm>
          <a:off x="0" y="0"/>
          <a:ext cx="0" cy="0"/>
          <a:chOff x="0" y="0"/>
          <a:chExt cx="0" cy="0"/>
        </a:xfrm>
      </p:grpSpPr>
      <p:sp>
        <p:nvSpPr>
          <p:cNvPr id="260" name="Google Shape;260;p140"/>
          <p:cNvSpPr/>
          <p:nvPr/>
        </p:nvSpPr>
        <p:spPr>
          <a:xfrm>
            <a:off x="6710333" y="1328994"/>
            <a:ext cx="2375400" cy="23754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1" name="Google Shape;261;p140"/>
          <p:cNvGrpSpPr/>
          <p:nvPr/>
        </p:nvGrpSpPr>
        <p:grpSpPr>
          <a:xfrm>
            <a:off x="6657443" y="455381"/>
            <a:ext cx="2270935" cy="2260335"/>
            <a:chOff x="6762468" y="1386456"/>
            <a:chExt cx="2270935" cy="2260335"/>
          </a:xfrm>
        </p:grpSpPr>
        <p:sp>
          <p:nvSpPr>
            <p:cNvPr id="262" name="Google Shape;262;p140"/>
            <p:cNvSpPr/>
            <p:nvPr/>
          </p:nvSpPr>
          <p:spPr>
            <a:xfrm>
              <a:off x="6762468" y="1386456"/>
              <a:ext cx="2270935" cy="2260292"/>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 name="Google Shape;263;p140"/>
            <p:cNvSpPr/>
            <p:nvPr/>
          </p:nvSpPr>
          <p:spPr>
            <a:xfrm>
              <a:off x="7236329" y="1587480"/>
              <a:ext cx="12035" cy="9350"/>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 name="Google Shape;264;p140"/>
            <p:cNvSpPr/>
            <p:nvPr/>
          </p:nvSpPr>
          <p:spPr>
            <a:xfrm>
              <a:off x="7364144" y="1394464"/>
              <a:ext cx="356781" cy="300882"/>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 name="Google Shape;265;p140"/>
            <p:cNvSpPr/>
            <p:nvPr/>
          </p:nvSpPr>
          <p:spPr>
            <a:xfrm>
              <a:off x="7836713" y="1386456"/>
              <a:ext cx="358124" cy="308889"/>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 name="Google Shape;266;p140"/>
            <p:cNvSpPr/>
            <p:nvPr/>
          </p:nvSpPr>
          <p:spPr>
            <a:xfrm>
              <a:off x="8310574" y="1516908"/>
              <a:ext cx="135819" cy="79920"/>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 name="Google Shape;267;p140"/>
            <p:cNvSpPr/>
            <p:nvPr/>
          </p:nvSpPr>
          <p:spPr>
            <a:xfrm>
              <a:off x="8484940" y="1543565"/>
              <a:ext cx="8057" cy="151784"/>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 name="Google Shape;268;p140"/>
            <p:cNvSpPr/>
            <p:nvPr/>
          </p:nvSpPr>
          <p:spPr>
            <a:xfrm>
              <a:off x="6838311" y="2099984"/>
              <a:ext cx="2735" cy="537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 name="Google Shape;269;p140"/>
            <p:cNvSpPr/>
            <p:nvPr/>
          </p:nvSpPr>
          <p:spPr>
            <a:xfrm>
              <a:off x="7012727" y="1801781"/>
              <a:ext cx="2686" cy="273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 name="Google Shape;270;p140"/>
            <p:cNvSpPr/>
            <p:nvPr/>
          </p:nvSpPr>
          <p:spPr>
            <a:xfrm>
              <a:off x="6912862" y="1942876"/>
              <a:ext cx="102548" cy="63956"/>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 name="Google Shape;271;p140"/>
            <p:cNvSpPr/>
            <p:nvPr/>
          </p:nvSpPr>
          <p:spPr>
            <a:xfrm>
              <a:off x="7131192" y="1696645"/>
              <a:ext cx="356781" cy="408702"/>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 name="Google Shape;272;p140"/>
            <p:cNvSpPr/>
            <p:nvPr/>
          </p:nvSpPr>
          <p:spPr>
            <a:xfrm>
              <a:off x="7603761" y="1696645"/>
              <a:ext cx="358124" cy="40735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 name="Google Shape;273;p140"/>
            <p:cNvSpPr/>
            <p:nvPr/>
          </p:nvSpPr>
          <p:spPr>
            <a:xfrm>
              <a:off x="8077622" y="1696645"/>
              <a:ext cx="356781" cy="40735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 name="Google Shape;274;p140"/>
            <p:cNvSpPr/>
            <p:nvPr/>
          </p:nvSpPr>
          <p:spPr>
            <a:xfrm>
              <a:off x="8550190" y="1736581"/>
              <a:ext cx="356781" cy="367424"/>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 name="Google Shape;275;p140"/>
            <p:cNvSpPr/>
            <p:nvPr/>
          </p:nvSpPr>
          <p:spPr>
            <a:xfrm>
              <a:off x="6891576" y="2115948"/>
              <a:ext cx="356781" cy="40735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 name="Google Shape;276;p140"/>
            <p:cNvSpPr/>
            <p:nvPr/>
          </p:nvSpPr>
          <p:spPr>
            <a:xfrm>
              <a:off x="7364144" y="2115948"/>
              <a:ext cx="356781" cy="40735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 name="Google Shape;277;p140"/>
            <p:cNvSpPr/>
            <p:nvPr/>
          </p:nvSpPr>
          <p:spPr>
            <a:xfrm>
              <a:off x="7836713" y="2115948"/>
              <a:ext cx="358124" cy="40735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 name="Google Shape;278;p140"/>
            <p:cNvSpPr/>
            <p:nvPr/>
          </p:nvSpPr>
          <p:spPr>
            <a:xfrm>
              <a:off x="8310574" y="2114606"/>
              <a:ext cx="356781" cy="408702"/>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 name="Google Shape;279;p140"/>
            <p:cNvSpPr/>
            <p:nvPr/>
          </p:nvSpPr>
          <p:spPr>
            <a:xfrm>
              <a:off x="8783142" y="2114606"/>
              <a:ext cx="239661" cy="408702"/>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 name="Google Shape;280;p140"/>
            <p:cNvSpPr/>
            <p:nvPr/>
          </p:nvSpPr>
          <p:spPr>
            <a:xfrm>
              <a:off x="6773111" y="2511280"/>
              <a:ext cx="242297" cy="40735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 name="Google Shape;281;p140"/>
            <p:cNvSpPr/>
            <p:nvPr/>
          </p:nvSpPr>
          <p:spPr>
            <a:xfrm>
              <a:off x="7131192" y="2511280"/>
              <a:ext cx="356781" cy="40735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 name="Google Shape;282;p140"/>
            <p:cNvSpPr/>
            <p:nvPr/>
          </p:nvSpPr>
          <p:spPr>
            <a:xfrm>
              <a:off x="7603761" y="2511280"/>
              <a:ext cx="358124" cy="40735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 name="Google Shape;283;p140"/>
            <p:cNvSpPr/>
            <p:nvPr/>
          </p:nvSpPr>
          <p:spPr>
            <a:xfrm>
              <a:off x="8077622" y="2511280"/>
              <a:ext cx="356781" cy="40735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 name="Google Shape;284;p140"/>
            <p:cNvSpPr/>
            <p:nvPr/>
          </p:nvSpPr>
          <p:spPr>
            <a:xfrm>
              <a:off x="8550190" y="2511280"/>
              <a:ext cx="356781" cy="40735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 name="Google Shape;285;p140"/>
            <p:cNvSpPr/>
            <p:nvPr/>
          </p:nvSpPr>
          <p:spPr>
            <a:xfrm>
              <a:off x="6891576" y="2934613"/>
              <a:ext cx="356781" cy="363445"/>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 name="Google Shape;286;p140"/>
            <p:cNvSpPr/>
            <p:nvPr/>
          </p:nvSpPr>
          <p:spPr>
            <a:xfrm>
              <a:off x="7364144" y="2934613"/>
              <a:ext cx="356781" cy="40735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 name="Google Shape;287;p140"/>
            <p:cNvSpPr/>
            <p:nvPr/>
          </p:nvSpPr>
          <p:spPr>
            <a:xfrm>
              <a:off x="7836713" y="2934613"/>
              <a:ext cx="358124" cy="40735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 name="Google Shape;288;p140"/>
            <p:cNvSpPr/>
            <p:nvPr/>
          </p:nvSpPr>
          <p:spPr>
            <a:xfrm>
              <a:off x="8310574" y="2934613"/>
              <a:ext cx="356781" cy="40735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 name="Google Shape;289;p140"/>
            <p:cNvSpPr/>
            <p:nvPr/>
          </p:nvSpPr>
          <p:spPr>
            <a:xfrm>
              <a:off x="8783142" y="3033085"/>
              <a:ext cx="97227" cy="6127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 name="Google Shape;290;p140"/>
            <p:cNvSpPr/>
            <p:nvPr/>
          </p:nvSpPr>
          <p:spPr>
            <a:xfrm>
              <a:off x="7345494" y="3428467"/>
              <a:ext cx="142484" cy="85242"/>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 name="Google Shape;291;p140"/>
            <p:cNvSpPr/>
            <p:nvPr/>
          </p:nvSpPr>
          <p:spPr>
            <a:xfrm>
              <a:off x="7305558" y="3329945"/>
              <a:ext cx="8057" cy="161133"/>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 name="Google Shape;292;p140"/>
            <p:cNvSpPr/>
            <p:nvPr/>
          </p:nvSpPr>
          <p:spPr>
            <a:xfrm>
              <a:off x="7603761" y="3329945"/>
              <a:ext cx="358124" cy="316846"/>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 name="Google Shape;293;p140"/>
            <p:cNvSpPr/>
            <p:nvPr/>
          </p:nvSpPr>
          <p:spPr>
            <a:xfrm>
              <a:off x="8077622" y="3329945"/>
              <a:ext cx="356781" cy="307546"/>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 name="Google Shape;294;p140"/>
            <p:cNvSpPr/>
            <p:nvPr/>
          </p:nvSpPr>
          <p:spPr>
            <a:xfrm>
              <a:off x="8550190" y="3428467"/>
              <a:ext cx="16014" cy="12035"/>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95" name="Google Shape;295;p140"/>
          <p:cNvSpPr/>
          <p:nvPr/>
        </p:nvSpPr>
        <p:spPr>
          <a:xfrm rot="8100000">
            <a:off x="402124" y="-935267"/>
            <a:ext cx="1938844" cy="3305623"/>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 name="Google Shape;296;p140"/>
          <p:cNvSpPr/>
          <p:nvPr/>
        </p:nvSpPr>
        <p:spPr>
          <a:xfrm>
            <a:off x="641525" y="2945026"/>
            <a:ext cx="1460036" cy="1906827"/>
          </a:xfrm>
          <a:custGeom>
            <a:rect b="b" l="l" r="r" t="t"/>
            <a:pathLst>
              <a:path extrusionOk="0" h="22564" w="17277">
                <a:moveTo>
                  <a:pt x="9074" y="0"/>
                </a:moveTo>
                <a:cubicBezTo>
                  <a:pt x="8555" y="0"/>
                  <a:pt x="8010" y="60"/>
                  <a:pt x="7441" y="188"/>
                </a:cubicBezTo>
                <a:cubicBezTo>
                  <a:pt x="2543" y="1285"/>
                  <a:pt x="1" y="6692"/>
                  <a:pt x="54" y="12607"/>
                </a:cubicBezTo>
                <a:cubicBezTo>
                  <a:pt x="134" y="18683"/>
                  <a:pt x="3989" y="22189"/>
                  <a:pt x="8592" y="22564"/>
                </a:cubicBezTo>
                <a:cubicBezTo>
                  <a:pt x="14641" y="22082"/>
                  <a:pt x="16354" y="18388"/>
                  <a:pt x="16836" y="12312"/>
                </a:cubicBezTo>
                <a:cubicBezTo>
                  <a:pt x="17276" y="6737"/>
                  <a:pt x="14567" y="0"/>
                  <a:pt x="90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 name="Google Shape;297;p140"/>
          <p:cNvSpPr txBox="1"/>
          <p:nvPr>
            <p:ph type="title"/>
          </p:nvPr>
        </p:nvSpPr>
        <p:spPr>
          <a:xfrm>
            <a:off x="2019300" y="914400"/>
            <a:ext cx="5105400" cy="1213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12000"/>
              <a:buNone/>
              <a:defRPr sz="7500">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
        <p:nvSpPr>
          <p:cNvPr id="298" name="Google Shape;298;p140">
            <a:hlinkClick/>
          </p:cNvPr>
          <p:cNvSpPr txBox="1"/>
          <p:nvPr>
            <p:ph idx="2" type="title"/>
          </p:nvPr>
        </p:nvSpPr>
        <p:spPr>
          <a:xfrm>
            <a:off x="1525650" y="1960425"/>
            <a:ext cx="6092700" cy="1213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4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
    <p:spTree>
      <p:nvGrpSpPr>
        <p:cNvPr id="299" name="Shape 299"/>
        <p:cNvGrpSpPr/>
        <p:nvPr/>
      </p:nvGrpSpPr>
      <p:grpSpPr>
        <a:xfrm>
          <a:off x="0" y="0"/>
          <a:ext cx="0" cy="0"/>
          <a:chOff x="0" y="0"/>
          <a:chExt cx="0" cy="0"/>
        </a:xfrm>
      </p:grpSpPr>
      <p:sp>
        <p:nvSpPr>
          <p:cNvPr id="300" name="Google Shape;300;p141"/>
          <p:cNvSpPr/>
          <p:nvPr/>
        </p:nvSpPr>
        <p:spPr>
          <a:xfrm flipH="1" rot="288678">
            <a:off x="-1270417" y="553336"/>
            <a:ext cx="4658411" cy="4765187"/>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 name="Google Shape;301;p141"/>
          <p:cNvSpPr/>
          <p:nvPr/>
        </p:nvSpPr>
        <p:spPr>
          <a:xfrm>
            <a:off x="1334050" y="1127073"/>
            <a:ext cx="1522302" cy="1342795"/>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02" name="Google Shape;302;p141"/>
          <p:cNvGrpSpPr/>
          <p:nvPr/>
        </p:nvGrpSpPr>
        <p:grpSpPr>
          <a:xfrm>
            <a:off x="5119018" y="713081"/>
            <a:ext cx="2270935" cy="2260335"/>
            <a:chOff x="6762468" y="1386456"/>
            <a:chExt cx="2270935" cy="2260335"/>
          </a:xfrm>
        </p:grpSpPr>
        <p:sp>
          <p:nvSpPr>
            <p:cNvPr id="303" name="Google Shape;303;p141"/>
            <p:cNvSpPr/>
            <p:nvPr/>
          </p:nvSpPr>
          <p:spPr>
            <a:xfrm>
              <a:off x="6762468" y="1386456"/>
              <a:ext cx="2270935" cy="2260292"/>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 name="Google Shape;304;p141"/>
            <p:cNvSpPr/>
            <p:nvPr/>
          </p:nvSpPr>
          <p:spPr>
            <a:xfrm>
              <a:off x="7236329" y="1587480"/>
              <a:ext cx="12035" cy="9350"/>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 name="Google Shape;305;p141"/>
            <p:cNvSpPr/>
            <p:nvPr/>
          </p:nvSpPr>
          <p:spPr>
            <a:xfrm>
              <a:off x="7364144" y="1394464"/>
              <a:ext cx="356781" cy="300882"/>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 name="Google Shape;306;p141"/>
            <p:cNvSpPr/>
            <p:nvPr/>
          </p:nvSpPr>
          <p:spPr>
            <a:xfrm>
              <a:off x="7836713" y="1386456"/>
              <a:ext cx="358124" cy="308889"/>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 name="Google Shape;307;p141"/>
            <p:cNvSpPr/>
            <p:nvPr/>
          </p:nvSpPr>
          <p:spPr>
            <a:xfrm>
              <a:off x="8310574" y="1516908"/>
              <a:ext cx="135819" cy="79920"/>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 name="Google Shape;308;p141"/>
            <p:cNvSpPr/>
            <p:nvPr/>
          </p:nvSpPr>
          <p:spPr>
            <a:xfrm>
              <a:off x="8484940" y="1543565"/>
              <a:ext cx="8057" cy="151784"/>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 name="Google Shape;309;p141"/>
            <p:cNvSpPr/>
            <p:nvPr/>
          </p:nvSpPr>
          <p:spPr>
            <a:xfrm>
              <a:off x="6838311" y="2099984"/>
              <a:ext cx="2735" cy="537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 name="Google Shape;310;p141"/>
            <p:cNvSpPr/>
            <p:nvPr/>
          </p:nvSpPr>
          <p:spPr>
            <a:xfrm>
              <a:off x="7012727" y="1801781"/>
              <a:ext cx="2686" cy="273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 name="Google Shape;311;p141"/>
            <p:cNvSpPr/>
            <p:nvPr/>
          </p:nvSpPr>
          <p:spPr>
            <a:xfrm>
              <a:off x="6912862" y="1942876"/>
              <a:ext cx="102548" cy="63956"/>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 name="Google Shape;312;p141"/>
            <p:cNvSpPr/>
            <p:nvPr/>
          </p:nvSpPr>
          <p:spPr>
            <a:xfrm>
              <a:off x="7131192" y="1696645"/>
              <a:ext cx="356781" cy="408702"/>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 name="Google Shape;313;p141"/>
            <p:cNvSpPr/>
            <p:nvPr/>
          </p:nvSpPr>
          <p:spPr>
            <a:xfrm>
              <a:off x="7603761" y="1696645"/>
              <a:ext cx="358124" cy="40735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 name="Google Shape;314;p141"/>
            <p:cNvSpPr/>
            <p:nvPr/>
          </p:nvSpPr>
          <p:spPr>
            <a:xfrm>
              <a:off x="8077622" y="1696645"/>
              <a:ext cx="356781" cy="40735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 name="Google Shape;315;p141"/>
            <p:cNvSpPr/>
            <p:nvPr/>
          </p:nvSpPr>
          <p:spPr>
            <a:xfrm>
              <a:off x="8550190" y="1736581"/>
              <a:ext cx="356781" cy="367424"/>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 name="Google Shape;316;p141"/>
            <p:cNvSpPr/>
            <p:nvPr/>
          </p:nvSpPr>
          <p:spPr>
            <a:xfrm>
              <a:off x="6891576" y="2115948"/>
              <a:ext cx="356781" cy="40735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 name="Google Shape;317;p141"/>
            <p:cNvSpPr/>
            <p:nvPr/>
          </p:nvSpPr>
          <p:spPr>
            <a:xfrm>
              <a:off x="7364144" y="2115948"/>
              <a:ext cx="356781" cy="40735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 name="Google Shape;318;p141"/>
            <p:cNvSpPr/>
            <p:nvPr/>
          </p:nvSpPr>
          <p:spPr>
            <a:xfrm>
              <a:off x="7836713" y="2115948"/>
              <a:ext cx="358124" cy="40735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 name="Google Shape;319;p141"/>
            <p:cNvSpPr/>
            <p:nvPr/>
          </p:nvSpPr>
          <p:spPr>
            <a:xfrm>
              <a:off x="8310574" y="2114606"/>
              <a:ext cx="356781" cy="408702"/>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 name="Google Shape;320;p141"/>
            <p:cNvSpPr/>
            <p:nvPr/>
          </p:nvSpPr>
          <p:spPr>
            <a:xfrm>
              <a:off x="8783142" y="2114606"/>
              <a:ext cx="239661" cy="408702"/>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 name="Google Shape;321;p141"/>
            <p:cNvSpPr/>
            <p:nvPr/>
          </p:nvSpPr>
          <p:spPr>
            <a:xfrm>
              <a:off x="6773111" y="2511280"/>
              <a:ext cx="242297" cy="40735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 name="Google Shape;322;p141"/>
            <p:cNvSpPr/>
            <p:nvPr/>
          </p:nvSpPr>
          <p:spPr>
            <a:xfrm>
              <a:off x="7131192" y="2511280"/>
              <a:ext cx="356781" cy="40735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 name="Google Shape;323;p141"/>
            <p:cNvSpPr/>
            <p:nvPr/>
          </p:nvSpPr>
          <p:spPr>
            <a:xfrm>
              <a:off x="7603761" y="2511280"/>
              <a:ext cx="358124" cy="40735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 name="Google Shape;324;p141"/>
            <p:cNvSpPr/>
            <p:nvPr/>
          </p:nvSpPr>
          <p:spPr>
            <a:xfrm>
              <a:off x="8077622" y="2511280"/>
              <a:ext cx="356781" cy="40735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 name="Google Shape;325;p141"/>
            <p:cNvSpPr/>
            <p:nvPr/>
          </p:nvSpPr>
          <p:spPr>
            <a:xfrm>
              <a:off x="8550190" y="2511280"/>
              <a:ext cx="356781" cy="40735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 name="Google Shape;326;p141"/>
            <p:cNvSpPr/>
            <p:nvPr/>
          </p:nvSpPr>
          <p:spPr>
            <a:xfrm>
              <a:off x="6891576" y="2934613"/>
              <a:ext cx="356781" cy="363445"/>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 name="Google Shape;327;p141"/>
            <p:cNvSpPr/>
            <p:nvPr/>
          </p:nvSpPr>
          <p:spPr>
            <a:xfrm>
              <a:off x="7364144" y="2934613"/>
              <a:ext cx="356781" cy="40735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 name="Google Shape;328;p141"/>
            <p:cNvSpPr/>
            <p:nvPr/>
          </p:nvSpPr>
          <p:spPr>
            <a:xfrm>
              <a:off x="7836713" y="2934613"/>
              <a:ext cx="358124" cy="40735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 name="Google Shape;329;p141"/>
            <p:cNvSpPr/>
            <p:nvPr/>
          </p:nvSpPr>
          <p:spPr>
            <a:xfrm>
              <a:off x="8310574" y="2934613"/>
              <a:ext cx="356781" cy="40735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 name="Google Shape;330;p141"/>
            <p:cNvSpPr/>
            <p:nvPr/>
          </p:nvSpPr>
          <p:spPr>
            <a:xfrm>
              <a:off x="8783142" y="3033085"/>
              <a:ext cx="97227" cy="6127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 name="Google Shape;331;p141"/>
            <p:cNvSpPr/>
            <p:nvPr/>
          </p:nvSpPr>
          <p:spPr>
            <a:xfrm>
              <a:off x="7345494" y="3428467"/>
              <a:ext cx="142484" cy="85242"/>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 name="Google Shape;332;p141"/>
            <p:cNvSpPr/>
            <p:nvPr/>
          </p:nvSpPr>
          <p:spPr>
            <a:xfrm>
              <a:off x="7305558" y="3329945"/>
              <a:ext cx="8057" cy="161133"/>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 name="Google Shape;333;p141"/>
            <p:cNvSpPr/>
            <p:nvPr/>
          </p:nvSpPr>
          <p:spPr>
            <a:xfrm>
              <a:off x="7603761" y="3329945"/>
              <a:ext cx="358124" cy="316846"/>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 name="Google Shape;334;p141"/>
            <p:cNvSpPr/>
            <p:nvPr/>
          </p:nvSpPr>
          <p:spPr>
            <a:xfrm>
              <a:off x="8077622" y="3329945"/>
              <a:ext cx="356781" cy="307546"/>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 name="Google Shape;335;p141"/>
            <p:cNvSpPr/>
            <p:nvPr/>
          </p:nvSpPr>
          <p:spPr>
            <a:xfrm>
              <a:off x="8550190" y="3428467"/>
              <a:ext cx="16014" cy="12035"/>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36" name="Google Shape;336;p141"/>
          <p:cNvSpPr/>
          <p:nvPr/>
        </p:nvSpPr>
        <p:spPr>
          <a:xfrm flipH="1" rot="-1848056">
            <a:off x="7756025" y="2517986"/>
            <a:ext cx="1938888" cy="3305698"/>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2">
    <p:spTree>
      <p:nvGrpSpPr>
        <p:cNvPr id="337" name="Shape 337"/>
        <p:cNvGrpSpPr/>
        <p:nvPr/>
      </p:nvGrpSpPr>
      <p:grpSpPr>
        <a:xfrm>
          <a:off x="0" y="0"/>
          <a:ext cx="0" cy="0"/>
          <a:chOff x="0" y="0"/>
          <a:chExt cx="0" cy="0"/>
        </a:xfrm>
      </p:grpSpPr>
      <p:grpSp>
        <p:nvGrpSpPr>
          <p:cNvPr id="338" name="Google Shape;338;p142"/>
          <p:cNvGrpSpPr/>
          <p:nvPr/>
        </p:nvGrpSpPr>
        <p:grpSpPr>
          <a:xfrm>
            <a:off x="5" y="-80449"/>
            <a:ext cx="2277317" cy="5304377"/>
            <a:chOff x="224725" y="566950"/>
            <a:chExt cx="1850875" cy="4311100"/>
          </a:xfrm>
        </p:grpSpPr>
        <p:sp>
          <p:nvSpPr>
            <p:cNvPr id="339" name="Google Shape;339;p142"/>
            <p:cNvSpPr/>
            <p:nvPr/>
          </p:nvSpPr>
          <p:spPr>
            <a:xfrm>
              <a:off x="1914975" y="566950"/>
              <a:ext cx="160625" cy="2033000"/>
            </a:xfrm>
            <a:custGeom>
              <a:rect b="b" l="l" r="r" t="t"/>
              <a:pathLst>
                <a:path extrusionOk="0" h="81320" w="6425">
                  <a:moveTo>
                    <a:pt x="126" y="1"/>
                  </a:moveTo>
                  <a:cubicBezTo>
                    <a:pt x="81" y="1"/>
                    <a:pt x="44" y="24"/>
                    <a:pt x="27" y="57"/>
                  </a:cubicBezTo>
                  <a:cubicBezTo>
                    <a:pt x="27" y="84"/>
                    <a:pt x="27" y="110"/>
                    <a:pt x="27" y="137"/>
                  </a:cubicBezTo>
                  <a:cubicBezTo>
                    <a:pt x="27" y="164"/>
                    <a:pt x="27"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45" y="15394"/>
                    <a:pt x="2945" y="15447"/>
                    <a:pt x="2945" y="15501"/>
                  </a:cubicBezTo>
                  <a:cubicBezTo>
                    <a:pt x="2998" y="17321"/>
                    <a:pt x="1848" y="19248"/>
                    <a:pt x="108" y="20292"/>
                  </a:cubicBezTo>
                  <a:cubicBezTo>
                    <a:pt x="54" y="20292"/>
                    <a:pt x="27" y="20318"/>
                    <a:pt x="27" y="20372"/>
                  </a:cubicBezTo>
                  <a:cubicBezTo>
                    <a:pt x="1" y="20425"/>
                    <a:pt x="27" y="20479"/>
                    <a:pt x="81" y="20506"/>
                  </a:cubicBezTo>
                  <a:cubicBezTo>
                    <a:pt x="1794" y="21496"/>
                    <a:pt x="2865" y="23316"/>
                    <a:pt x="2945" y="25324"/>
                  </a:cubicBezTo>
                  <a:cubicBezTo>
                    <a:pt x="2945" y="25350"/>
                    <a:pt x="2972" y="25404"/>
                    <a:pt x="2998" y="25431"/>
                  </a:cubicBezTo>
                  <a:cubicBezTo>
                    <a:pt x="4952" y="26394"/>
                    <a:pt x="6157" y="28348"/>
                    <a:pt x="6157" y="30543"/>
                  </a:cubicBezTo>
                  <a:cubicBezTo>
                    <a:pt x="6157" y="32711"/>
                    <a:pt x="4952" y="34665"/>
                    <a:pt x="2998" y="35628"/>
                  </a:cubicBezTo>
                  <a:cubicBezTo>
                    <a:pt x="2945" y="35655"/>
                    <a:pt x="2918" y="35709"/>
                    <a:pt x="2945" y="35762"/>
                  </a:cubicBezTo>
                  <a:cubicBezTo>
                    <a:pt x="3106"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1" y="81297"/>
                    <a:pt x="104" y="81320"/>
                    <a:pt x="145" y="81320"/>
                  </a:cubicBezTo>
                  <a:cubicBezTo>
                    <a:pt x="170" y="81320"/>
                    <a:pt x="194" y="81311"/>
                    <a:pt x="215" y="81290"/>
                  </a:cubicBezTo>
                  <a:cubicBezTo>
                    <a:pt x="2008" y="80273"/>
                    <a:pt x="3106" y="78427"/>
                    <a:pt x="3186" y="76366"/>
                  </a:cubicBezTo>
                  <a:cubicBezTo>
                    <a:pt x="5166" y="75322"/>
                    <a:pt x="6424" y="73314"/>
                    <a:pt x="6424" y="71066"/>
                  </a:cubicBezTo>
                  <a:cubicBezTo>
                    <a:pt x="6424" y="68818"/>
                    <a:pt x="5166" y="66784"/>
                    <a:pt x="3186" y="65766"/>
                  </a:cubicBezTo>
                  <a:cubicBezTo>
                    <a:pt x="3106" y="63786"/>
                    <a:pt x="2062" y="61992"/>
                    <a:pt x="375" y="60922"/>
                  </a:cubicBezTo>
                  <a:cubicBezTo>
                    <a:pt x="2062" y="59878"/>
                    <a:pt x="3106" y="58085"/>
                    <a:pt x="3186" y="56104"/>
                  </a:cubicBezTo>
                  <a:cubicBezTo>
                    <a:pt x="5166" y="55060"/>
                    <a:pt x="6424" y="53053"/>
                    <a:pt x="6424" y="50804"/>
                  </a:cubicBezTo>
                  <a:cubicBezTo>
                    <a:pt x="6424" y="48556"/>
                    <a:pt x="5166" y="46522"/>
                    <a:pt x="3186" y="45505"/>
                  </a:cubicBezTo>
                  <a:cubicBezTo>
                    <a:pt x="3159" y="43604"/>
                    <a:pt x="2088" y="41731"/>
                    <a:pt x="375" y="40660"/>
                  </a:cubicBezTo>
                  <a:cubicBezTo>
                    <a:pt x="1901" y="39723"/>
                    <a:pt x="3320" y="37877"/>
                    <a:pt x="3186" y="35816"/>
                  </a:cubicBezTo>
                  <a:cubicBezTo>
                    <a:pt x="5193" y="34799"/>
                    <a:pt x="6424" y="32764"/>
                    <a:pt x="6424" y="30543"/>
                  </a:cubicBezTo>
                  <a:cubicBezTo>
                    <a:pt x="6424" y="28295"/>
                    <a:pt x="5166" y="26260"/>
                    <a:pt x="3186" y="25243"/>
                  </a:cubicBezTo>
                  <a:cubicBezTo>
                    <a:pt x="3106" y="23236"/>
                    <a:pt x="2062" y="21443"/>
                    <a:pt x="375" y="20399"/>
                  </a:cubicBezTo>
                  <a:cubicBezTo>
                    <a:pt x="2088" y="19328"/>
                    <a:pt x="3186" y="17454"/>
                    <a:pt x="3186" y="15608"/>
                  </a:cubicBezTo>
                  <a:cubicBezTo>
                    <a:pt x="3186" y="15608"/>
                    <a:pt x="3186" y="15581"/>
                    <a:pt x="3186" y="15554"/>
                  </a:cubicBezTo>
                  <a:cubicBezTo>
                    <a:pt x="5166" y="14537"/>
                    <a:pt x="6424" y="12503"/>
                    <a:pt x="6424" y="10255"/>
                  </a:cubicBezTo>
                  <a:cubicBezTo>
                    <a:pt x="6424" y="8033"/>
                    <a:pt x="5166" y="5999"/>
                    <a:pt x="3186" y="4982"/>
                  </a:cubicBezTo>
                  <a:lnTo>
                    <a:pt x="3186" y="4955"/>
                  </a:lnTo>
                  <a:cubicBezTo>
                    <a:pt x="3186" y="3028"/>
                    <a:pt x="2008" y="1074"/>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 name="Google Shape;340;p142"/>
            <p:cNvSpPr/>
            <p:nvPr/>
          </p:nvSpPr>
          <p:spPr>
            <a:xfrm>
              <a:off x="1761075" y="818875"/>
              <a:ext cx="160625" cy="2032875"/>
            </a:xfrm>
            <a:custGeom>
              <a:rect b="b" l="l" r="r" t="t"/>
              <a:pathLst>
                <a:path extrusionOk="0" h="81315" w="6425">
                  <a:moveTo>
                    <a:pt x="149" y="1"/>
                  </a:moveTo>
                  <a:cubicBezTo>
                    <a:pt x="110" y="1"/>
                    <a:pt x="71" y="20"/>
                    <a:pt x="54" y="70"/>
                  </a:cubicBezTo>
                  <a:cubicBezTo>
                    <a:pt x="27" y="70"/>
                    <a:pt x="27" y="97"/>
                    <a:pt x="27" y="124"/>
                  </a:cubicBezTo>
                  <a:cubicBezTo>
                    <a:pt x="27" y="178"/>
                    <a:pt x="54" y="204"/>
                    <a:pt x="81" y="231"/>
                  </a:cubicBezTo>
                  <a:cubicBezTo>
                    <a:pt x="1821" y="1248"/>
                    <a:pt x="2972" y="3175"/>
                    <a:pt x="2945" y="5022"/>
                  </a:cubicBezTo>
                  <a:cubicBezTo>
                    <a:pt x="2945" y="5076"/>
                    <a:pt x="2972" y="5129"/>
                    <a:pt x="2998" y="5156"/>
                  </a:cubicBezTo>
                  <a:cubicBezTo>
                    <a:pt x="4952" y="6119"/>
                    <a:pt x="6183" y="8073"/>
                    <a:pt x="6183" y="10268"/>
                  </a:cubicBezTo>
                  <a:cubicBezTo>
                    <a:pt x="6183" y="12436"/>
                    <a:pt x="4952" y="14390"/>
                    <a:pt x="2998" y="15354"/>
                  </a:cubicBezTo>
                  <a:cubicBezTo>
                    <a:pt x="2972" y="15380"/>
                    <a:pt x="2945" y="15461"/>
                    <a:pt x="2945" y="15487"/>
                  </a:cubicBezTo>
                  <a:cubicBezTo>
                    <a:pt x="2998" y="17334"/>
                    <a:pt x="1847" y="19235"/>
                    <a:pt x="108" y="20278"/>
                  </a:cubicBezTo>
                  <a:cubicBezTo>
                    <a:pt x="81" y="20278"/>
                    <a:pt x="27" y="20305"/>
                    <a:pt x="27" y="20359"/>
                  </a:cubicBezTo>
                  <a:cubicBezTo>
                    <a:pt x="27" y="20412"/>
                    <a:pt x="27" y="20466"/>
                    <a:pt x="81" y="20493"/>
                  </a:cubicBezTo>
                  <a:cubicBezTo>
                    <a:pt x="1821" y="21510"/>
                    <a:pt x="2891" y="23303"/>
                    <a:pt x="2945" y="25310"/>
                  </a:cubicBezTo>
                  <a:cubicBezTo>
                    <a:pt x="2945" y="25364"/>
                    <a:pt x="2972" y="25391"/>
                    <a:pt x="2998" y="25417"/>
                  </a:cubicBezTo>
                  <a:cubicBezTo>
                    <a:pt x="4952" y="26381"/>
                    <a:pt x="6183" y="28362"/>
                    <a:pt x="6183" y="30530"/>
                  </a:cubicBezTo>
                  <a:cubicBezTo>
                    <a:pt x="6183" y="32698"/>
                    <a:pt x="4952" y="34652"/>
                    <a:pt x="2998" y="35642"/>
                  </a:cubicBezTo>
                  <a:cubicBezTo>
                    <a:pt x="2972" y="35642"/>
                    <a:pt x="2945" y="35695"/>
                    <a:pt x="2945" y="35749"/>
                  </a:cubicBezTo>
                  <a:cubicBezTo>
                    <a:pt x="3105" y="37837"/>
                    <a:pt x="1633" y="39630"/>
                    <a:pt x="108" y="40540"/>
                  </a:cubicBezTo>
                  <a:cubicBezTo>
                    <a:pt x="81" y="40540"/>
                    <a:pt x="27" y="40594"/>
                    <a:pt x="27" y="40620"/>
                  </a:cubicBezTo>
                  <a:cubicBezTo>
                    <a:pt x="27" y="40674"/>
                    <a:pt x="27" y="40727"/>
                    <a:pt x="81" y="40754"/>
                  </a:cubicBezTo>
                  <a:cubicBezTo>
                    <a:pt x="1821" y="41771"/>
                    <a:pt x="2945" y="43645"/>
                    <a:pt x="2945" y="45545"/>
                  </a:cubicBezTo>
                  <a:cubicBezTo>
                    <a:pt x="2945" y="45545"/>
                    <a:pt x="2945" y="45545"/>
                    <a:pt x="2945" y="45572"/>
                  </a:cubicBezTo>
                  <a:cubicBezTo>
                    <a:pt x="2945" y="45626"/>
                    <a:pt x="2972" y="45652"/>
                    <a:pt x="2998" y="45679"/>
                  </a:cubicBezTo>
                  <a:cubicBezTo>
                    <a:pt x="4952" y="46669"/>
                    <a:pt x="6183" y="48623"/>
                    <a:pt x="6183" y="50791"/>
                  </a:cubicBezTo>
                  <a:cubicBezTo>
                    <a:pt x="6183" y="52959"/>
                    <a:pt x="4952" y="54913"/>
                    <a:pt x="2998" y="55904"/>
                  </a:cubicBezTo>
                  <a:cubicBezTo>
                    <a:pt x="2972" y="55930"/>
                    <a:pt x="2945" y="55957"/>
                    <a:pt x="2945" y="56011"/>
                  </a:cubicBezTo>
                  <a:cubicBezTo>
                    <a:pt x="2891" y="57991"/>
                    <a:pt x="1847" y="59785"/>
                    <a:pt x="108" y="60802"/>
                  </a:cubicBezTo>
                  <a:cubicBezTo>
                    <a:pt x="81" y="60828"/>
                    <a:pt x="27" y="60855"/>
                    <a:pt x="27" y="60882"/>
                  </a:cubicBezTo>
                  <a:cubicBezTo>
                    <a:pt x="27" y="60935"/>
                    <a:pt x="27" y="60989"/>
                    <a:pt x="81" y="61016"/>
                  </a:cubicBezTo>
                  <a:cubicBezTo>
                    <a:pt x="1821" y="62033"/>
                    <a:pt x="2891" y="63826"/>
                    <a:pt x="2945" y="65834"/>
                  </a:cubicBezTo>
                  <a:cubicBezTo>
                    <a:pt x="2945" y="65887"/>
                    <a:pt x="2972" y="65914"/>
                    <a:pt x="2998" y="65941"/>
                  </a:cubicBezTo>
                  <a:cubicBezTo>
                    <a:pt x="4952" y="66931"/>
                    <a:pt x="6183" y="68885"/>
                    <a:pt x="6183" y="71053"/>
                  </a:cubicBezTo>
                  <a:cubicBezTo>
                    <a:pt x="6183" y="73221"/>
                    <a:pt x="4952" y="75175"/>
                    <a:pt x="2998" y="76165"/>
                  </a:cubicBezTo>
                  <a:cubicBezTo>
                    <a:pt x="2972" y="76192"/>
                    <a:pt x="2945" y="76219"/>
                    <a:pt x="2945" y="76272"/>
                  </a:cubicBezTo>
                  <a:cubicBezTo>
                    <a:pt x="2891" y="78280"/>
                    <a:pt x="1821" y="80073"/>
                    <a:pt x="81" y="81090"/>
                  </a:cubicBezTo>
                  <a:cubicBezTo>
                    <a:pt x="27" y="81117"/>
                    <a:pt x="1" y="81197"/>
                    <a:pt x="54" y="81251"/>
                  </a:cubicBezTo>
                  <a:cubicBezTo>
                    <a:pt x="74" y="81290"/>
                    <a:pt x="122" y="81315"/>
                    <a:pt x="167" y="81315"/>
                  </a:cubicBezTo>
                  <a:cubicBezTo>
                    <a:pt x="184" y="81315"/>
                    <a:pt x="200" y="81311"/>
                    <a:pt x="215" y="81304"/>
                  </a:cubicBezTo>
                  <a:cubicBezTo>
                    <a:pt x="2008" y="80260"/>
                    <a:pt x="3105" y="78413"/>
                    <a:pt x="3186" y="76352"/>
                  </a:cubicBezTo>
                  <a:cubicBezTo>
                    <a:pt x="5193" y="75309"/>
                    <a:pt x="6424" y="73301"/>
                    <a:pt x="6424" y="71053"/>
                  </a:cubicBezTo>
                  <a:cubicBezTo>
                    <a:pt x="6424" y="68805"/>
                    <a:pt x="5193" y="66797"/>
                    <a:pt x="3186" y="65753"/>
                  </a:cubicBezTo>
                  <a:cubicBezTo>
                    <a:pt x="3132" y="63773"/>
                    <a:pt x="2088" y="61979"/>
                    <a:pt x="402" y="60909"/>
                  </a:cubicBezTo>
                  <a:cubicBezTo>
                    <a:pt x="2088" y="59865"/>
                    <a:pt x="3132" y="58072"/>
                    <a:pt x="3186" y="56091"/>
                  </a:cubicBezTo>
                  <a:cubicBezTo>
                    <a:pt x="5193" y="55047"/>
                    <a:pt x="6424" y="53040"/>
                    <a:pt x="6424" y="50791"/>
                  </a:cubicBezTo>
                  <a:cubicBezTo>
                    <a:pt x="6424" y="48543"/>
                    <a:pt x="5193" y="46536"/>
                    <a:pt x="3186" y="45492"/>
                  </a:cubicBezTo>
                  <a:cubicBezTo>
                    <a:pt x="3186" y="43591"/>
                    <a:pt x="2088" y="41718"/>
                    <a:pt x="402" y="40647"/>
                  </a:cubicBezTo>
                  <a:cubicBezTo>
                    <a:pt x="1901" y="39710"/>
                    <a:pt x="3320" y="37890"/>
                    <a:pt x="3186" y="35829"/>
                  </a:cubicBezTo>
                  <a:cubicBezTo>
                    <a:pt x="5193" y="34785"/>
                    <a:pt x="6424" y="32751"/>
                    <a:pt x="6424" y="30530"/>
                  </a:cubicBezTo>
                  <a:cubicBezTo>
                    <a:pt x="6424" y="28281"/>
                    <a:pt x="5193" y="26247"/>
                    <a:pt x="3186" y="25230"/>
                  </a:cubicBezTo>
                  <a:cubicBezTo>
                    <a:pt x="3105" y="23223"/>
                    <a:pt x="2062" y="21429"/>
                    <a:pt x="402" y="20386"/>
                  </a:cubicBezTo>
                  <a:cubicBezTo>
                    <a:pt x="2115" y="19315"/>
                    <a:pt x="3212" y="17415"/>
                    <a:pt x="3186" y="15541"/>
                  </a:cubicBezTo>
                  <a:cubicBezTo>
                    <a:pt x="5193" y="14524"/>
                    <a:pt x="6424" y="12490"/>
                    <a:pt x="6424" y="10268"/>
                  </a:cubicBezTo>
                  <a:cubicBezTo>
                    <a:pt x="6424" y="8020"/>
                    <a:pt x="5193" y="5986"/>
                    <a:pt x="3186" y="4969"/>
                  </a:cubicBezTo>
                  <a:lnTo>
                    <a:pt x="3186" y="4942"/>
                  </a:lnTo>
                  <a:cubicBezTo>
                    <a:pt x="3186" y="3041"/>
                    <a:pt x="2008" y="1061"/>
                    <a:pt x="215" y="17"/>
                  </a:cubicBezTo>
                  <a:cubicBezTo>
                    <a:pt x="195" y="7"/>
                    <a:pt x="172" y="1"/>
                    <a:pt x="1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 name="Google Shape;341;p142"/>
            <p:cNvSpPr/>
            <p:nvPr/>
          </p:nvSpPr>
          <p:spPr>
            <a:xfrm>
              <a:off x="1607850" y="566950"/>
              <a:ext cx="159950" cy="2033000"/>
            </a:xfrm>
            <a:custGeom>
              <a:rect b="b" l="l" r="r" t="t"/>
              <a:pathLst>
                <a:path extrusionOk="0" h="81320" w="6398">
                  <a:moveTo>
                    <a:pt x="119" y="1"/>
                  </a:moveTo>
                  <a:cubicBezTo>
                    <a:pt x="81" y="1"/>
                    <a:pt x="44" y="24"/>
                    <a:pt x="27" y="57"/>
                  </a:cubicBezTo>
                  <a:cubicBezTo>
                    <a:pt x="0"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71" y="17347"/>
                    <a:pt x="1847" y="19248"/>
                    <a:pt x="81" y="20292"/>
                  </a:cubicBezTo>
                  <a:cubicBezTo>
                    <a:pt x="54" y="20292"/>
                    <a:pt x="27" y="20318"/>
                    <a:pt x="0"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0"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64" y="58004"/>
                    <a:pt x="1820" y="59798"/>
                    <a:pt x="81" y="60815"/>
                  </a:cubicBezTo>
                  <a:cubicBezTo>
                    <a:pt x="54" y="60815"/>
                    <a:pt x="27" y="60868"/>
                    <a:pt x="0" y="60895"/>
                  </a:cubicBezTo>
                  <a:cubicBezTo>
                    <a:pt x="0" y="60949"/>
                    <a:pt x="27" y="61002"/>
                    <a:pt x="81" y="61029"/>
                  </a:cubicBezTo>
                  <a:cubicBezTo>
                    <a:pt x="1820" y="62046"/>
                    <a:pt x="2864"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64" y="78266"/>
                    <a:pt x="1820" y="80086"/>
                    <a:pt x="81" y="81076"/>
                  </a:cubicBezTo>
                  <a:cubicBezTo>
                    <a:pt x="27" y="81130"/>
                    <a:pt x="0" y="81183"/>
                    <a:pt x="27" y="81264"/>
                  </a:cubicBezTo>
                  <a:cubicBezTo>
                    <a:pt x="44" y="81297"/>
                    <a:pt x="81" y="81320"/>
                    <a:pt x="119" y="81320"/>
                  </a:cubicBezTo>
                  <a:cubicBezTo>
                    <a:pt x="143" y="81320"/>
                    <a:pt x="167" y="81311"/>
                    <a:pt x="188" y="81290"/>
                  </a:cubicBezTo>
                  <a:cubicBezTo>
                    <a:pt x="1981"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61" y="41731"/>
                    <a:pt x="375" y="40660"/>
                  </a:cubicBezTo>
                  <a:cubicBezTo>
                    <a:pt x="1901" y="39723"/>
                    <a:pt x="3292" y="37877"/>
                    <a:pt x="3185" y="35816"/>
                  </a:cubicBezTo>
                  <a:cubicBezTo>
                    <a:pt x="5166" y="34799"/>
                    <a:pt x="6397" y="32764"/>
                    <a:pt x="6397" y="30543"/>
                  </a:cubicBezTo>
                  <a:cubicBezTo>
                    <a:pt x="6397" y="28295"/>
                    <a:pt x="5166" y="26260"/>
                    <a:pt x="3185" y="25243"/>
                  </a:cubicBezTo>
                  <a:cubicBezTo>
                    <a:pt x="3078" y="23236"/>
                    <a:pt x="2061" y="21443"/>
                    <a:pt x="375" y="20399"/>
                  </a:cubicBezTo>
                  <a:cubicBezTo>
                    <a:pt x="2061" y="19328"/>
                    <a:pt x="3185" y="17454"/>
                    <a:pt x="3185" y="15608"/>
                  </a:cubicBezTo>
                  <a:cubicBezTo>
                    <a:pt x="3185" y="15608"/>
                    <a:pt x="3185" y="1558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 name="Google Shape;342;p142"/>
            <p:cNvSpPr/>
            <p:nvPr/>
          </p:nvSpPr>
          <p:spPr>
            <a:xfrm>
              <a:off x="1453950" y="818875"/>
              <a:ext cx="160600" cy="2032875"/>
            </a:xfrm>
            <a:custGeom>
              <a:rect b="b" l="l" r="r" t="t"/>
              <a:pathLst>
                <a:path extrusionOk="0" h="81315" w="6424">
                  <a:moveTo>
                    <a:pt x="136" y="1"/>
                  </a:moveTo>
                  <a:cubicBezTo>
                    <a:pt x="95" y="1"/>
                    <a:pt x="61" y="20"/>
                    <a:pt x="27" y="70"/>
                  </a:cubicBezTo>
                  <a:cubicBezTo>
                    <a:pt x="27" y="70"/>
                    <a:pt x="27" y="97"/>
                    <a:pt x="27" y="124"/>
                  </a:cubicBezTo>
                  <a:cubicBezTo>
                    <a:pt x="27" y="178"/>
                    <a:pt x="27"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34"/>
                    <a:pt x="2944" y="15487"/>
                  </a:cubicBezTo>
                  <a:cubicBezTo>
                    <a:pt x="2944" y="15514"/>
                    <a:pt x="2944" y="15568"/>
                    <a:pt x="2944" y="15595"/>
                  </a:cubicBezTo>
                  <a:cubicBezTo>
                    <a:pt x="2944" y="17415"/>
                    <a:pt x="1820" y="19261"/>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44" y="35642"/>
                    <a:pt x="2918"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72"/>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27" y="81251"/>
                  </a:cubicBezTo>
                  <a:cubicBezTo>
                    <a:pt x="66" y="81290"/>
                    <a:pt x="120" y="81315"/>
                    <a:pt x="167" y="81315"/>
                  </a:cubicBezTo>
                  <a:cubicBezTo>
                    <a:pt x="184" y="81315"/>
                    <a:pt x="200" y="81311"/>
                    <a:pt x="214" y="81304"/>
                  </a:cubicBezTo>
                  <a:cubicBezTo>
                    <a:pt x="2008" y="80260"/>
                    <a:pt x="3105" y="78413"/>
                    <a:pt x="3185" y="76352"/>
                  </a:cubicBezTo>
                  <a:cubicBezTo>
                    <a:pt x="5166" y="75309"/>
                    <a:pt x="6424" y="73301"/>
                    <a:pt x="6424" y="71053"/>
                  </a:cubicBezTo>
                  <a:cubicBezTo>
                    <a:pt x="6424" y="68805"/>
                    <a:pt x="5166" y="66797"/>
                    <a:pt x="3185" y="65753"/>
                  </a:cubicBezTo>
                  <a:cubicBezTo>
                    <a:pt x="3105" y="63773"/>
                    <a:pt x="2061" y="61979"/>
                    <a:pt x="375" y="60909"/>
                  </a:cubicBezTo>
                  <a:cubicBezTo>
                    <a:pt x="2061" y="59865"/>
                    <a:pt x="3105" y="58072"/>
                    <a:pt x="3185" y="56091"/>
                  </a:cubicBezTo>
                  <a:cubicBezTo>
                    <a:pt x="5166" y="55047"/>
                    <a:pt x="6424" y="53040"/>
                    <a:pt x="6424" y="50791"/>
                  </a:cubicBezTo>
                  <a:cubicBezTo>
                    <a:pt x="6424" y="48543"/>
                    <a:pt x="5193" y="46536"/>
                    <a:pt x="3185" y="45492"/>
                  </a:cubicBezTo>
                  <a:cubicBezTo>
                    <a:pt x="3159" y="43591"/>
                    <a:pt x="2088" y="41718"/>
                    <a:pt x="375" y="40647"/>
                  </a:cubicBezTo>
                  <a:cubicBezTo>
                    <a:pt x="1901" y="39710"/>
                    <a:pt x="3319" y="37890"/>
                    <a:pt x="3185" y="35829"/>
                  </a:cubicBezTo>
                  <a:cubicBezTo>
                    <a:pt x="5193" y="34785"/>
                    <a:pt x="6424" y="32751"/>
                    <a:pt x="6424" y="30530"/>
                  </a:cubicBezTo>
                  <a:cubicBezTo>
                    <a:pt x="6424" y="28281"/>
                    <a:pt x="5166" y="26247"/>
                    <a:pt x="3185" y="25230"/>
                  </a:cubicBezTo>
                  <a:cubicBezTo>
                    <a:pt x="3105" y="23223"/>
                    <a:pt x="2061" y="21429"/>
                    <a:pt x="375"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cubicBezTo>
                    <a:pt x="3185" y="3041"/>
                    <a:pt x="2008" y="1061"/>
                    <a:pt x="214" y="17"/>
                  </a:cubicBezTo>
                  <a:cubicBezTo>
                    <a:pt x="185" y="7"/>
                    <a:pt x="159" y="1"/>
                    <a:pt x="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 name="Google Shape;343;p142"/>
            <p:cNvSpPr/>
            <p:nvPr/>
          </p:nvSpPr>
          <p:spPr>
            <a:xfrm>
              <a:off x="1300050" y="566950"/>
              <a:ext cx="160600" cy="2033000"/>
            </a:xfrm>
            <a:custGeom>
              <a:rect b="b" l="l" r="r" t="t"/>
              <a:pathLst>
                <a:path extrusionOk="0" h="81320" w="6424">
                  <a:moveTo>
                    <a:pt x="146" y="1"/>
                  </a:moveTo>
                  <a:cubicBezTo>
                    <a:pt x="107" y="1"/>
                    <a:pt x="70" y="24"/>
                    <a:pt x="54" y="57"/>
                  </a:cubicBezTo>
                  <a:cubicBezTo>
                    <a:pt x="27" y="84"/>
                    <a:pt x="27" y="110"/>
                    <a:pt x="27" y="137"/>
                  </a:cubicBezTo>
                  <a:cubicBezTo>
                    <a:pt x="27" y="164"/>
                    <a:pt x="54" y="217"/>
                    <a:pt x="80" y="244"/>
                  </a:cubicBezTo>
                  <a:cubicBezTo>
                    <a:pt x="1820" y="1261"/>
                    <a:pt x="2971" y="3188"/>
                    <a:pt x="2944" y="5035"/>
                  </a:cubicBezTo>
                  <a:cubicBezTo>
                    <a:pt x="2944" y="5089"/>
                    <a:pt x="2971" y="5142"/>
                    <a:pt x="3025" y="5169"/>
                  </a:cubicBezTo>
                  <a:cubicBezTo>
                    <a:pt x="4952" y="6133"/>
                    <a:pt x="6183" y="8086"/>
                    <a:pt x="6183" y="10255"/>
                  </a:cubicBezTo>
                  <a:cubicBezTo>
                    <a:pt x="6183" y="12449"/>
                    <a:pt x="4952" y="14403"/>
                    <a:pt x="3025" y="15367"/>
                  </a:cubicBezTo>
                  <a:cubicBezTo>
                    <a:pt x="2971" y="15394"/>
                    <a:pt x="2944" y="15447"/>
                    <a:pt x="2944" y="15501"/>
                  </a:cubicBezTo>
                  <a:cubicBezTo>
                    <a:pt x="2998" y="17321"/>
                    <a:pt x="1847" y="19248"/>
                    <a:pt x="107" y="20292"/>
                  </a:cubicBezTo>
                  <a:cubicBezTo>
                    <a:pt x="80" y="20292"/>
                    <a:pt x="54" y="20318"/>
                    <a:pt x="27" y="20372"/>
                  </a:cubicBezTo>
                  <a:cubicBezTo>
                    <a:pt x="27" y="20425"/>
                    <a:pt x="27" y="20479"/>
                    <a:pt x="80" y="20506"/>
                  </a:cubicBezTo>
                  <a:cubicBezTo>
                    <a:pt x="1820" y="21496"/>
                    <a:pt x="2891" y="23316"/>
                    <a:pt x="2944" y="25324"/>
                  </a:cubicBezTo>
                  <a:cubicBezTo>
                    <a:pt x="2944" y="25350"/>
                    <a:pt x="2971" y="25404"/>
                    <a:pt x="3025" y="25431"/>
                  </a:cubicBezTo>
                  <a:cubicBezTo>
                    <a:pt x="4952" y="26394"/>
                    <a:pt x="6183" y="28348"/>
                    <a:pt x="6183" y="30543"/>
                  </a:cubicBezTo>
                  <a:cubicBezTo>
                    <a:pt x="6183" y="32711"/>
                    <a:pt x="4952" y="34665"/>
                    <a:pt x="3025" y="35628"/>
                  </a:cubicBezTo>
                  <a:cubicBezTo>
                    <a:pt x="2971" y="35655"/>
                    <a:pt x="2944" y="35709"/>
                    <a:pt x="2944" y="35762"/>
                  </a:cubicBezTo>
                  <a:cubicBezTo>
                    <a:pt x="3105" y="37823"/>
                    <a:pt x="1633" y="39643"/>
                    <a:pt x="107" y="40553"/>
                  </a:cubicBezTo>
                  <a:cubicBezTo>
                    <a:pt x="80" y="40553"/>
                    <a:pt x="54" y="40580"/>
                    <a:pt x="27" y="40633"/>
                  </a:cubicBezTo>
                  <a:cubicBezTo>
                    <a:pt x="27" y="40687"/>
                    <a:pt x="27" y="40741"/>
                    <a:pt x="80" y="40767"/>
                  </a:cubicBezTo>
                  <a:cubicBezTo>
                    <a:pt x="1820" y="41784"/>
                    <a:pt x="2944" y="43658"/>
                    <a:pt x="2944" y="45532"/>
                  </a:cubicBezTo>
                  <a:cubicBezTo>
                    <a:pt x="2944" y="45558"/>
                    <a:pt x="2944" y="45558"/>
                    <a:pt x="2944" y="45585"/>
                  </a:cubicBezTo>
                  <a:cubicBezTo>
                    <a:pt x="2944" y="45612"/>
                    <a:pt x="2971" y="45665"/>
                    <a:pt x="3025" y="45692"/>
                  </a:cubicBezTo>
                  <a:cubicBezTo>
                    <a:pt x="4952" y="46656"/>
                    <a:pt x="6183" y="48636"/>
                    <a:pt x="6183" y="50804"/>
                  </a:cubicBezTo>
                  <a:cubicBezTo>
                    <a:pt x="6183" y="52972"/>
                    <a:pt x="4952" y="54926"/>
                    <a:pt x="3025" y="55917"/>
                  </a:cubicBezTo>
                  <a:cubicBezTo>
                    <a:pt x="2971" y="55917"/>
                    <a:pt x="2944" y="55970"/>
                    <a:pt x="2944" y="56024"/>
                  </a:cubicBezTo>
                  <a:cubicBezTo>
                    <a:pt x="2891" y="58004"/>
                    <a:pt x="1847" y="59798"/>
                    <a:pt x="107" y="60815"/>
                  </a:cubicBezTo>
                  <a:cubicBezTo>
                    <a:pt x="80" y="60815"/>
                    <a:pt x="54" y="60868"/>
                    <a:pt x="27" y="60895"/>
                  </a:cubicBezTo>
                  <a:cubicBezTo>
                    <a:pt x="27" y="60949"/>
                    <a:pt x="27" y="61002"/>
                    <a:pt x="80" y="61029"/>
                  </a:cubicBezTo>
                  <a:cubicBezTo>
                    <a:pt x="1820" y="62046"/>
                    <a:pt x="2891" y="63839"/>
                    <a:pt x="2944" y="65847"/>
                  </a:cubicBezTo>
                  <a:cubicBezTo>
                    <a:pt x="2944" y="65900"/>
                    <a:pt x="2971" y="65927"/>
                    <a:pt x="3025" y="65954"/>
                  </a:cubicBezTo>
                  <a:cubicBezTo>
                    <a:pt x="4952" y="66944"/>
                    <a:pt x="6183" y="68898"/>
                    <a:pt x="6183" y="71066"/>
                  </a:cubicBezTo>
                  <a:cubicBezTo>
                    <a:pt x="6183" y="73234"/>
                    <a:pt x="4952" y="75188"/>
                    <a:pt x="3025" y="76178"/>
                  </a:cubicBezTo>
                  <a:cubicBezTo>
                    <a:pt x="2971" y="76178"/>
                    <a:pt x="2944" y="76232"/>
                    <a:pt x="2944" y="76285"/>
                  </a:cubicBezTo>
                  <a:cubicBezTo>
                    <a:pt x="2891" y="78266"/>
                    <a:pt x="1820" y="80086"/>
                    <a:pt x="80" y="81076"/>
                  </a:cubicBezTo>
                  <a:cubicBezTo>
                    <a:pt x="27" y="81130"/>
                    <a:pt x="0" y="81183"/>
                    <a:pt x="54" y="81264"/>
                  </a:cubicBezTo>
                  <a:cubicBezTo>
                    <a:pt x="70" y="81297"/>
                    <a:pt x="107" y="81320"/>
                    <a:pt x="146" y="81320"/>
                  </a:cubicBezTo>
                  <a:cubicBezTo>
                    <a:pt x="169" y="81320"/>
                    <a:pt x="194" y="81311"/>
                    <a:pt x="214" y="81290"/>
                  </a:cubicBezTo>
                  <a:cubicBezTo>
                    <a:pt x="2007" y="80273"/>
                    <a:pt x="3105" y="78427"/>
                    <a:pt x="3185" y="76366"/>
                  </a:cubicBezTo>
                  <a:cubicBezTo>
                    <a:pt x="5193" y="75322"/>
                    <a:pt x="6424" y="73314"/>
                    <a:pt x="6424" y="71066"/>
                  </a:cubicBezTo>
                  <a:cubicBezTo>
                    <a:pt x="6424" y="68818"/>
                    <a:pt x="5193" y="66784"/>
                    <a:pt x="3185" y="65766"/>
                  </a:cubicBezTo>
                  <a:cubicBezTo>
                    <a:pt x="3132" y="63786"/>
                    <a:pt x="2088" y="61992"/>
                    <a:pt x="402" y="60922"/>
                  </a:cubicBezTo>
                  <a:cubicBezTo>
                    <a:pt x="2088" y="59878"/>
                    <a:pt x="3132" y="58085"/>
                    <a:pt x="3185" y="56104"/>
                  </a:cubicBezTo>
                  <a:cubicBezTo>
                    <a:pt x="5193" y="55060"/>
                    <a:pt x="6424" y="53053"/>
                    <a:pt x="6424" y="50804"/>
                  </a:cubicBezTo>
                  <a:cubicBezTo>
                    <a:pt x="6424" y="48556"/>
                    <a:pt x="5193" y="46522"/>
                    <a:pt x="3185" y="45505"/>
                  </a:cubicBezTo>
                  <a:cubicBezTo>
                    <a:pt x="3185" y="43604"/>
                    <a:pt x="2088" y="41731"/>
                    <a:pt x="402" y="40660"/>
                  </a:cubicBezTo>
                  <a:cubicBezTo>
                    <a:pt x="1927" y="39723"/>
                    <a:pt x="3319" y="37903"/>
                    <a:pt x="3212" y="35816"/>
                  </a:cubicBezTo>
                  <a:cubicBezTo>
                    <a:pt x="5193" y="34799"/>
                    <a:pt x="6424" y="32764"/>
                    <a:pt x="6424" y="30543"/>
                  </a:cubicBezTo>
                  <a:cubicBezTo>
                    <a:pt x="6424" y="28295"/>
                    <a:pt x="5193" y="26260"/>
                    <a:pt x="3185" y="25243"/>
                  </a:cubicBezTo>
                  <a:cubicBezTo>
                    <a:pt x="3105" y="23236"/>
                    <a:pt x="2061" y="21443"/>
                    <a:pt x="402" y="20399"/>
                  </a:cubicBezTo>
                  <a:cubicBezTo>
                    <a:pt x="2088" y="19328"/>
                    <a:pt x="3185" y="17454"/>
                    <a:pt x="3185" y="15608"/>
                  </a:cubicBezTo>
                  <a:cubicBezTo>
                    <a:pt x="3185" y="15608"/>
                    <a:pt x="3185" y="15581"/>
                    <a:pt x="3185" y="15554"/>
                  </a:cubicBezTo>
                  <a:cubicBezTo>
                    <a:pt x="5193" y="14537"/>
                    <a:pt x="6424" y="12503"/>
                    <a:pt x="6424" y="10255"/>
                  </a:cubicBezTo>
                  <a:cubicBezTo>
                    <a:pt x="6424" y="8033"/>
                    <a:pt x="5193" y="5999"/>
                    <a:pt x="3185" y="4982"/>
                  </a:cubicBezTo>
                  <a:lnTo>
                    <a:pt x="3185" y="4955"/>
                  </a:lnTo>
                  <a:cubicBezTo>
                    <a:pt x="3185" y="3028"/>
                    <a:pt x="2007" y="1074"/>
                    <a:pt x="214" y="30"/>
                  </a:cubicBezTo>
                  <a:cubicBezTo>
                    <a:pt x="194" y="10"/>
                    <a:pt x="169"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 name="Google Shape;344;p142"/>
            <p:cNvSpPr/>
            <p:nvPr/>
          </p:nvSpPr>
          <p:spPr>
            <a:xfrm>
              <a:off x="1146800" y="818875"/>
              <a:ext cx="159950" cy="2032875"/>
            </a:xfrm>
            <a:custGeom>
              <a:rect b="b" l="l" r="r" t="t"/>
              <a:pathLst>
                <a:path extrusionOk="0" h="81315" w="6398">
                  <a:moveTo>
                    <a:pt x="123" y="1"/>
                  </a:moveTo>
                  <a:cubicBezTo>
                    <a:pt x="83" y="1"/>
                    <a:pt x="44" y="20"/>
                    <a:pt x="28" y="70"/>
                  </a:cubicBezTo>
                  <a:cubicBezTo>
                    <a:pt x="28" y="70"/>
                    <a:pt x="1" y="97"/>
                    <a:pt x="1" y="124"/>
                  </a:cubicBezTo>
                  <a:cubicBezTo>
                    <a:pt x="1" y="178"/>
                    <a:pt x="28" y="204"/>
                    <a:pt x="81" y="231"/>
                  </a:cubicBezTo>
                  <a:cubicBezTo>
                    <a:pt x="1821" y="1248"/>
                    <a:pt x="2972" y="3175"/>
                    <a:pt x="2918" y="5022"/>
                  </a:cubicBezTo>
                  <a:cubicBezTo>
                    <a:pt x="2918" y="5076"/>
                    <a:pt x="2945" y="5129"/>
                    <a:pt x="2998" y="5156"/>
                  </a:cubicBezTo>
                  <a:cubicBezTo>
                    <a:pt x="4952" y="6119"/>
                    <a:pt x="6157" y="8073"/>
                    <a:pt x="6157" y="10268"/>
                  </a:cubicBezTo>
                  <a:cubicBezTo>
                    <a:pt x="6157" y="12436"/>
                    <a:pt x="4952" y="14390"/>
                    <a:pt x="2998" y="15354"/>
                  </a:cubicBezTo>
                  <a:cubicBezTo>
                    <a:pt x="2945" y="15380"/>
                    <a:pt x="2918" y="15434"/>
                    <a:pt x="2918" y="15487"/>
                  </a:cubicBezTo>
                  <a:cubicBezTo>
                    <a:pt x="2998" y="17334"/>
                    <a:pt x="1848" y="19235"/>
                    <a:pt x="81" y="20278"/>
                  </a:cubicBezTo>
                  <a:cubicBezTo>
                    <a:pt x="54" y="20278"/>
                    <a:pt x="28" y="20305"/>
                    <a:pt x="1" y="20359"/>
                  </a:cubicBezTo>
                  <a:cubicBezTo>
                    <a:pt x="1" y="20412"/>
                    <a:pt x="28" y="20466"/>
                    <a:pt x="81" y="20493"/>
                  </a:cubicBezTo>
                  <a:cubicBezTo>
                    <a:pt x="1794" y="21510"/>
                    <a:pt x="2865" y="23303"/>
                    <a:pt x="2918" y="25310"/>
                  </a:cubicBezTo>
                  <a:cubicBezTo>
                    <a:pt x="2918" y="25364"/>
                    <a:pt x="2945"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079" y="37837"/>
                    <a:pt x="1633" y="39630"/>
                    <a:pt x="81" y="40540"/>
                  </a:cubicBezTo>
                  <a:cubicBezTo>
                    <a:pt x="54" y="40540"/>
                    <a:pt x="28" y="40594"/>
                    <a:pt x="1" y="40620"/>
                  </a:cubicBezTo>
                  <a:cubicBezTo>
                    <a:pt x="1" y="40674"/>
                    <a:pt x="28"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81" y="60802"/>
                  </a:cubicBezTo>
                  <a:cubicBezTo>
                    <a:pt x="54" y="60828"/>
                    <a:pt x="28" y="60855"/>
                    <a:pt x="1" y="60882"/>
                  </a:cubicBezTo>
                  <a:cubicBezTo>
                    <a:pt x="1" y="60935"/>
                    <a:pt x="28"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8" y="81117"/>
                    <a:pt x="1" y="81197"/>
                    <a:pt x="28" y="81251"/>
                  </a:cubicBezTo>
                  <a:cubicBezTo>
                    <a:pt x="47" y="81290"/>
                    <a:pt x="95" y="81315"/>
                    <a:pt x="151" y="81315"/>
                  </a:cubicBezTo>
                  <a:cubicBezTo>
                    <a:pt x="172" y="81315"/>
                    <a:pt x="193" y="81311"/>
                    <a:pt x="215" y="81304"/>
                  </a:cubicBezTo>
                  <a:cubicBezTo>
                    <a:pt x="1981" y="80260"/>
                    <a:pt x="3106" y="78413"/>
                    <a:pt x="3186" y="76352"/>
                  </a:cubicBezTo>
                  <a:cubicBezTo>
                    <a:pt x="5167" y="75309"/>
                    <a:pt x="6398" y="73301"/>
                    <a:pt x="6398" y="71053"/>
                  </a:cubicBezTo>
                  <a:cubicBezTo>
                    <a:pt x="6398" y="68805"/>
                    <a:pt x="5167" y="66797"/>
                    <a:pt x="3186" y="65753"/>
                  </a:cubicBezTo>
                  <a:cubicBezTo>
                    <a:pt x="3106" y="63773"/>
                    <a:pt x="2062" y="61979"/>
                    <a:pt x="375" y="60909"/>
                  </a:cubicBezTo>
                  <a:cubicBezTo>
                    <a:pt x="2062" y="59865"/>
                    <a:pt x="3106" y="58072"/>
                    <a:pt x="3186" y="56091"/>
                  </a:cubicBezTo>
                  <a:cubicBezTo>
                    <a:pt x="5167" y="55047"/>
                    <a:pt x="6398" y="53040"/>
                    <a:pt x="6398" y="50791"/>
                  </a:cubicBezTo>
                  <a:cubicBezTo>
                    <a:pt x="6398" y="48543"/>
                    <a:pt x="5167" y="46536"/>
                    <a:pt x="3186" y="45492"/>
                  </a:cubicBezTo>
                  <a:cubicBezTo>
                    <a:pt x="3159" y="43591"/>
                    <a:pt x="2088" y="41718"/>
                    <a:pt x="375" y="40647"/>
                  </a:cubicBezTo>
                  <a:cubicBezTo>
                    <a:pt x="1901" y="39710"/>
                    <a:pt x="3293" y="37890"/>
                    <a:pt x="3186" y="35829"/>
                  </a:cubicBezTo>
                  <a:cubicBezTo>
                    <a:pt x="5167" y="34785"/>
                    <a:pt x="6398" y="32751"/>
                    <a:pt x="6398" y="30530"/>
                  </a:cubicBezTo>
                  <a:cubicBezTo>
                    <a:pt x="6398" y="28281"/>
                    <a:pt x="5167" y="26247"/>
                    <a:pt x="3186" y="25230"/>
                  </a:cubicBezTo>
                  <a:cubicBezTo>
                    <a:pt x="3079" y="23223"/>
                    <a:pt x="2062" y="21429"/>
                    <a:pt x="375" y="20386"/>
                  </a:cubicBezTo>
                  <a:cubicBezTo>
                    <a:pt x="2088" y="19315"/>
                    <a:pt x="3186" y="17415"/>
                    <a:pt x="3186" y="15541"/>
                  </a:cubicBezTo>
                  <a:cubicBezTo>
                    <a:pt x="5167" y="14524"/>
                    <a:pt x="6398" y="12490"/>
                    <a:pt x="6398" y="10268"/>
                  </a:cubicBezTo>
                  <a:cubicBezTo>
                    <a:pt x="6398" y="8020"/>
                    <a:pt x="5167" y="5986"/>
                    <a:pt x="3186" y="4969"/>
                  </a:cubicBezTo>
                  <a:lnTo>
                    <a:pt x="3186" y="4942"/>
                  </a:lnTo>
                  <a:cubicBezTo>
                    <a:pt x="3186" y="3041"/>
                    <a:pt x="1981" y="1061"/>
                    <a:pt x="188" y="17"/>
                  </a:cubicBezTo>
                  <a:cubicBezTo>
                    <a:pt x="169" y="7"/>
                    <a:pt x="145"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 name="Google Shape;345;p142"/>
            <p:cNvSpPr/>
            <p:nvPr/>
          </p:nvSpPr>
          <p:spPr>
            <a:xfrm>
              <a:off x="992900" y="566950"/>
              <a:ext cx="160625" cy="2033000"/>
            </a:xfrm>
            <a:custGeom>
              <a:rect b="b" l="l" r="r" t="t"/>
              <a:pathLst>
                <a:path extrusionOk="0" h="81320" w="6425">
                  <a:moveTo>
                    <a:pt x="145" y="1"/>
                  </a:moveTo>
                  <a:cubicBezTo>
                    <a:pt x="104" y="1"/>
                    <a:pt x="60" y="24"/>
                    <a:pt x="27" y="57"/>
                  </a:cubicBezTo>
                  <a:cubicBezTo>
                    <a:pt x="27" y="84"/>
                    <a:pt x="27" y="110"/>
                    <a:pt x="27" y="137"/>
                  </a:cubicBezTo>
                  <a:cubicBezTo>
                    <a:pt x="27" y="164"/>
                    <a:pt x="54"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72" y="15394"/>
                    <a:pt x="2945" y="15447"/>
                    <a:pt x="2945" y="15501"/>
                  </a:cubicBezTo>
                  <a:cubicBezTo>
                    <a:pt x="2998" y="17347"/>
                    <a:pt x="1847" y="19248"/>
                    <a:pt x="108" y="20292"/>
                  </a:cubicBezTo>
                  <a:cubicBezTo>
                    <a:pt x="54" y="20292"/>
                    <a:pt x="27" y="20318"/>
                    <a:pt x="27" y="20372"/>
                  </a:cubicBezTo>
                  <a:cubicBezTo>
                    <a:pt x="1" y="20425"/>
                    <a:pt x="27" y="20479"/>
                    <a:pt x="81" y="20506"/>
                  </a:cubicBezTo>
                  <a:cubicBezTo>
                    <a:pt x="1794" y="21496"/>
                    <a:pt x="2865" y="23289"/>
                    <a:pt x="2945" y="25324"/>
                  </a:cubicBezTo>
                  <a:cubicBezTo>
                    <a:pt x="2945" y="25350"/>
                    <a:pt x="2972" y="25404"/>
                    <a:pt x="2998" y="25431"/>
                  </a:cubicBezTo>
                  <a:cubicBezTo>
                    <a:pt x="4952" y="26394"/>
                    <a:pt x="6157" y="28348"/>
                    <a:pt x="6157" y="30543"/>
                  </a:cubicBezTo>
                  <a:cubicBezTo>
                    <a:pt x="6157" y="32711"/>
                    <a:pt x="4952" y="34665"/>
                    <a:pt x="2998" y="35628"/>
                  </a:cubicBezTo>
                  <a:cubicBezTo>
                    <a:pt x="2972" y="35655"/>
                    <a:pt x="2945" y="35709"/>
                    <a:pt x="2945" y="35762"/>
                  </a:cubicBezTo>
                  <a:cubicBezTo>
                    <a:pt x="3105"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0" y="81297"/>
                    <a:pt x="104" y="81320"/>
                    <a:pt x="145" y="81320"/>
                  </a:cubicBezTo>
                  <a:cubicBezTo>
                    <a:pt x="170" y="81320"/>
                    <a:pt x="194" y="81311"/>
                    <a:pt x="215" y="81290"/>
                  </a:cubicBezTo>
                  <a:cubicBezTo>
                    <a:pt x="2008" y="80273"/>
                    <a:pt x="3105" y="78427"/>
                    <a:pt x="3186" y="76366"/>
                  </a:cubicBezTo>
                  <a:cubicBezTo>
                    <a:pt x="5193" y="75322"/>
                    <a:pt x="6424" y="73314"/>
                    <a:pt x="6424" y="71066"/>
                  </a:cubicBezTo>
                  <a:cubicBezTo>
                    <a:pt x="6424" y="68818"/>
                    <a:pt x="5193" y="66784"/>
                    <a:pt x="3186" y="65766"/>
                  </a:cubicBezTo>
                  <a:cubicBezTo>
                    <a:pt x="3105" y="63786"/>
                    <a:pt x="2088" y="61992"/>
                    <a:pt x="402" y="60922"/>
                  </a:cubicBezTo>
                  <a:cubicBezTo>
                    <a:pt x="2088" y="59878"/>
                    <a:pt x="3105" y="58085"/>
                    <a:pt x="3186" y="56104"/>
                  </a:cubicBezTo>
                  <a:cubicBezTo>
                    <a:pt x="5193" y="55060"/>
                    <a:pt x="6424" y="53053"/>
                    <a:pt x="6424" y="50804"/>
                  </a:cubicBezTo>
                  <a:cubicBezTo>
                    <a:pt x="6424" y="48556"/>
                    <a:pt x="5193" y="46522"/>
                    <a:pt x="3186" y="45505"/>
                  </a:cubicBezTo>
                  <a:cubicBezTo>
                    <a:pt x="3159" y="43604"/>
                    <a:pt x="2088" y="41731"/>
                    <a:pt x="402" y="40660"/>
                  </a:cubicBezTo>
                  <a:cubicBezTo>
                    <a:pt x="1901" y="39723"/>
                    <a:pt x="3320" y="37877"/>
                    <a:pt x="3186" y="35816"/>
                  </a:cubicBezTo>
                  <a:cubicBezTo>
                    <a:pt x="5193" y="34799"/>
                    <a:pt x="6424" y="32764"/>
                    <a:pt x="6424" y="30543"/>
                  </a:cubicBezTo>
                  <a:cubicBezTo>
                    <a:pt x="6424" y="28295"/>
                    <a:pt x="5193" y="26260"/>
                    <a:pt x="3186" y="25243"/>
                  </a:cubicBezTo>
                  <a:cubicBezTo>
                    <a:pt x="3105" y="23236"/>
                    <a:pt x="2062" y="21443"/>
                    <a:pt x="402" y="20399"/>
                  </a:cubicBezTo>
                  <a:cubicBezTo>
                    <a:pt x="2088" y="19328"/>
                    <a:pt x="3186" y="17454"/>
                    <a:pt x="3186" y="15608"/>
                  </a:cubicBezTo>
                  <a:cubicBezTo>
                    <a:pt x="3186" y="15608"/>
                    <a:pt x="3186" y="15581"/>
                    <a:pt x="3186" y="15554"/>
                  </a:cubicBezTo>
                  <a:cubicBezTo>
                    <a:pt x="5193" y="14537"/>
                    <a:pt x="6424" y="12503"/>
                    <a:pt x="6424" y="10255"/>
                  </a:cubicBezTo>
                  <a:cubicBezTo>
                    <a:pt x="6424" y="8033"/>
                    <a:pt x="5193" y="5999"/>
                    <a:pt x="3186" y="4982"/>
                  </a:cubicBezTo>
                  <a:lnTo>
                    <a:pt x="3186" y="4955"/>
                  </a:lnTo>
                  <a:cubicBezTo>
                    <a:pt x="3186" y="3028"/>
                    <a:pt x="2008" y="1074"/>
                    <a:pt x="215" y="30"/>
                  </a:cubicBezTo>
                  <a:cubicBezTo>
                    <a:pt x="194" y="10"/>
                    <a:pt x="170" y="1"/>
                    <a:pt x="1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 name="Google Shape;346;p142"/>
            <p:cNvSpPr/>
            <p:nvPr/>
          </p:nvSpPr>
          <p:spPr>
            <a:xfrm>
              <a:off x="839675" y="818875"/>
              <a:ext cx="159950" cy="2032875"/>
            </a:xfrm>
            <a:custGeom>
              <a:rect b="b" l="l" r="r" t="t"/>
              <a:pathLst>
                <a:path extrusionOk="0" h="81315" w="6398">
                  <a:moveTo>
                    <a:pt x="122" y="1"/>
                  </a:moveTo>
                  <a:cubicBezTo>
                    <a:pt x="83" y="1"/>
                    <a:pt x="44" y="20"/>
                    <a:pt x="27" y="70"/>
                  </a:cubicBezTo>
                  <a:cubicBezTo>
                    <a:pt x="0" y="70"/>
                    <a:pt x="0" y="97"/>
                    <a:pt x="0" y="124"/>
                  </a:cubicBezTo>
                  <a:cubicBezTo>
                    <a:pt x="0" y="178"/>
                    <a:pt x="27" y="204"/>
                    <a:pt x="54" y="231"/>
                  </a:cubicBezTo>
                  <a:cubicBezTo>
                    <a:pt x="1794" y="1248"/>
                    <a:pt x="2971" y="3175"/>
                    <a:pt x="2918" y="5022"/>
                  </a:cubicBezTo>
                  <a:cubicBezTo>
                    <a:pt x="2918" y="5076"/>
                    <a:pt x="2945" y="5129"/>
                    <a:pt x="2998" y="5156"/>
                  </a:cubicBezTo>
                  <a:cubicBezTo>
                    <a:pt x="4925" y="6119"/>
                    <a:pt x="6156" y="8073"/>
                    <a:pt x="6156" y="10268"/>
                  </a:cubicBezTo>
                  <a:cubicBezTo>
                    <a:pt x="6156" y="12436"/>
                    <a:pt x="4925" y="14390"/>
                    <a:pt x="2998" y="15354"/>
                  </a:cubicBezTo>
                  <a:cubicBezTo>
                    <a:pt x="2945" y="15380"/>
                    <a:pt x="2918" y="15434"/>
                    <a:pt x="2918" y="15487"/>
                  </a:cubicBezTo>
                  <a:cubicBezTo>
                    <a:pt x="2971" y="17334"/>
                    <a:pt x="1847" y="19235"/>
                    <a:pt x="81" y="20278"/>
                  </a:cubicBezTo>
                  <a:cubicBezTo>
                    <a:pt x="54" y="20278"/>
                    <a:pt x="27" y="20305"/>
                    <a:pt x="0" y="20359"/>
                  </a:cubicBezTo>
                  <a:cubicBezTo>
                    <a:pt x="0" y="20412"/>
                    <a:pt x="27" y="20466"/>
                    <a:pt x="54" y="20493"/>
                  </a:cubicBezTo>
                  <a:cubicBezTo>
                    <a:pt x="1794" y="21510"/>
                    <a:pt x="2864" y="23303"/>
                    <a:pt x="2918" y="25310"/>
                  </a:cubicBezTo>
                  <a:cubicBezTo>
                    <a:pt x="2918" y="25364"/>
                    <a:pt x="2945" y="25391"/>
                    <a:pt x="2998" y="25417"/>
                  </a:cubicBezTo>
                  <a:cubicBezTo>
                    <a:pt x="4925" y="26381"/>
                    <a:pt x="6156" y="28362"/>
                    <a:pt x="6156" y="30530"/>
                  </a:cubicBezTo>
                  <a:cubicBezTo>
                    <a:pt x="6156" y="32698"/>
                    <a:pt x="4925" y="34652"/>
                    <a:pt x="2998" y="35642"/>
                  </a:cubicBezTo>
                  <a:cubicBezTo>
                    <a:pt x="2945" y="35642"/>
                    <a:pt x="2918" y="35695"/>
                    <a:pt x="2918" y="35749"/>
                  </a:cubicBezTo>
                  <a:cubicBezTo>
                    <a:pt x="3078" y="37837"/>
                    <a:pt x="1606" y="39630"/>
                    <a:pt x="81" y="40540"/>
                  </a:cubicBezTo>
                  <a:cubicBezTo>
                    <a:pt x="54" y="40540"/>
                    <a:pt x="27" y="40594"/>
                    <a:pt x="0" y="40620"/>
                  </a:cubicBezTo>
                  <a:cubicBezTo>
                    <a:pt x="0" y="40674"/>
                    <a:pt x="27" y="40727"/>
                    <a:pt x="54" y="40754"/>
                  </a:cubicBezTo>
                  <a:cubicBezTo>
                    <a:pt x="1794" y="41771"/>
                    <a:pt x="2918" y="43645"/>
                    <a:pt x="2918" y="45545"/>
                  </a:cubicBezTo>
                  <a:cubicBezTo>
                    <a:pt x="2918" y="45545"/>
                    <a:pt x="2918" y="45545"/>
                    <a:pt x="2918" y="45572"/>
                  </a:cubicBezTo>
                  <a:cubicBezTo>
                    <a:pt x="2918" y="45626"/>
                    <a:pt x="2945" y="45652"/>
                    <a:pt x="2998" y="45679"/>
                  </a:cubicBezTo>
                  <a:cubicBezTo>
                    <a:pt x="4925" y="46669"/>
                    <a:pt x="6156" y="48623"/>
                    <a:pt x="6156" y="50791"/>
                  </a:cubicBezTo>
                  <a:cubicBezTo>
                    <a:pt x="6156" y="52959"/>
                    <a:pt x="4925" y="54913"/>
                    <a:pt x="2998" y="55904"/>
                  </a:cubicBezTo>
                  <a:cubicBezTo>
                    <a:pt x="2945" y="55930"/>
                    <a:pt x="2918" y="55957"/>
                    <a:pt x="2918" y="56011"/>
                  </a:cubicBezTo>
                  <a:cubicBezTo>
                    <a:pt x="2864" y="57991"/>
                    <a:pt x="1820" y="59785"/>
                    <a:pt x="81" y="60802"/>
                  </a:cubicBezTo>
                  <a:cubicBezTo>
                    <a:pt x="54" y="60828"/>
                    <a:pt x="27" y="60855"/>
                    <a:pt x="0" y="60882"/>
                  </a:cubicBezTo>
                  <a:cubicBezTo>
                    <a:pt x="0" y="60935"/>
                    <a:pt x="27" y="60989"/>
                    <a:pt x="54" y="61016"/>
                  </a:cubicBezTo>
                  <a:cubicBezTo>
                    <a:pt x="1794" y="62033"/>
                    <a:pt x="2864" y="63826"/>
                    <a:pt x="2918" y="65834"/>
                  </a:cubicBezTo>
                  <a:cubicBezTo>
                    <a:pt x="2918" y="65887"/>
                    <a:pt x="2945" y="65914"/>
                    <a:pt x="2998" y="65941"/>
                  </a:cubicBezTo>
                  <a:cubicBezTo>
                    <a:pt x="4925" y="66931"/>
                    <a:pt x="6156" y="68885"/>
                    <a:pt x="6156" y="71053"/>
                  </a:cubicBezTo>
                  <a:cubicBezTo>
                    <a:pt x="6156" y="73221"/>
                    <a:pt x="4925" y="75175"/>
                    <a:pt x="2998" y="76165"/>
                  </a:cubicBezTo>
                  <a:cubicBezTo>
                    <a:pt x="2945" y="76192"/>
                    <a:pt x="2918" y="76219"/>
                    <a:pt x="2918" y="76272"/>
                  </a:cubicBezTo>
                  <a:cubicBezTo>
                    <a:pt x="2864" y="78280"/>
                    <a:pt x="1794" y="80073"/>
                    <a:pt x="81" y="81090"/>
                  </a:cubicBezTo>
                  <a:cubicBezTo>
                    <a:pt x="0" y="81117"/>
                    <a:pt x="0" y="81197"/>
                    <a:pt x="27" y="81251"/>
                  </a:cubicBezTo>
                  <a:cubicBezTo>
                    <a:pt x="47" y="81290"/>
                    <a:pt x="95" y="81315"/>
                    <a:pt x="140" y="81315"/>
                  </a:cubicBezTo>
                  <a:cubicBezTo>
                    <a:pt x="157" y="81315"/>
                    <a:pt x="173" y="81311"/>
                    <a:pt x="188" y="81304"/>
                  </a:cubicBezTo>
                  <a:cubicBezTo>
                    <a:pt x="1981" y="80260"/>
                    <a:pt x="3105" y="78413"/>
                    <a:pt x="3159" y="76352"/>
                  </a:cubicBezTo>
                  <a:cubicBezTo>
                    <a:pt x="5166" y="75309"/>
                    <a:pt x="6397" y="73301"/>
                    <a:pt x="6397" y="71053"/>
                  </a:cubicBezTo>
                  <a:cubicBezTo>
                    <a:pt x="6397" y="68805"/>
                    <a:pt x="5166" y="66797"/>
                    <a:pt x="3159" y="65753"/>
                  </a:cubicBezTo>
                  <a:cubicBezTo>
                    <a:pt x="3105" y="63773"/>
                    <a:pt x="2061" y="61979"/>
                    <a:pt x="375" y="60909"/>
                  </a:cubicBezTo>
                  <a:cubicBezTo>
                    <a:pt x="2061" y="59865"/>
                    <a:pt x="3105" y="58072"/>
                    <a:pt x="3159" y="56091"/>
                  </a:cubicBezTo>
                  <a:cubicBezTo>
                    <a:pt x="5166" y="55047"/>
                    <a:pt x="6397" y="53040"/>
                    <a:pt x="6397" y="50791"/>
                  </a:cubicBezTo>
                  <a:cubicBezTo>
                    <a:pt x="6397" y="48543"/>
                    <a:pt x="5166" y="46536"/>
                    <a:pt x="3159" y="45492"/>
                  </a:cubicBezTo>
                  <a:cubicBezTo>
                    <a:pt x="3159" y="43591"/>
                    <a:pt x="2061" y="41718"/>
                    <a:pt x="375" y="40647"/>
                  </a:cubicBezTo>
                  <a:cubicBezTo>
                    <a:pt x="1901" y="39710"/>
                    <a:pt x="3292" y="37890"/>
                    <a:pt x="3185" y="35829"/>
                  </a:cubicBezTo>
                  <a:cubicBezTo>
                    <a:pt x="5166" y="34785"/>
                    <a:pt x="6397" y="32751"/>
                    <a:pt x="6397" y="30530"/>
                  </a:cubicBezTo>
                  <a:cubicBezTo>
                    <a:pt x="6397" y="28281"/>
                    <a:pt x="5166" y="26247"/>
                    <a:pt x="3159" y="25230"/>
                  </a:cubicBezTo>
                  <a:cubicBezTo>
                    <a:pt x="3078" y="23223"/>
                    <a:pt x="2035" y="21429"/>
                    <a:pt x="375" y="20386"/>
                  </a:cubicBezTo>
                  <a:cubicBezTo>
                    <a:pt x="2061" y="19315"/>
                    <a:pt x="3159" y="17441"/>
                    <a:pt x="3159" y="15595"/>
                  </a:cubicBezTo>
                  <a:cubicBezTo>
                    <a:pt x="3159" y="15595"/>
                    <a:pt x="3159" y="15568"/>
                    <a:pt x="3159" y="15541"/>
                  </a:cubicBezTo>
                  <a:cubicBezTo>
                    <a:pt x="5166" y="14524"/>
                    <a:pt x="6397" y="12490"/>
                    <a:pt x="6397" y="10268"/>
                  </a:cubicBezTo>
                  <a:cubicBezTo>
                    <a:pt x="6397" y="8020"/>
                    <a:pt x="5166" y="5986"/>
                    <a:pt x="3159" y="4969"/>
                  </a:cubicBezTo>
                  <a:lnTo>
                    <a:pt x="3159" y="4942"/>
                  </a:lnTo>
                  <a:cubicBezTo>
                    <a:pt x="3159" y="3041"/>
                    <a:pt x="1981" y="1061"/>
                    <a:pt x="188" y="17"/>
                  </a:cubicBezTo>
                  <a:cubicBezTo>
                    <a:pt x="168" y="7"/>
                    <a:pt x="145" y="1"/>
                    <a:pt x="1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 name="Google Shape;347;p142"/>
            <p:cNvSpPr/>
            <p:nvPr/>
          </p:nvSpPr>
          <p:spPr>
            <a:xfrm>
              <a:off x="685775" y="566950"/>
              <a:ext cx="159950" cy="2033000"/>
            </a:xfrm>
            <a:custGeom>
              <a:rect b="b" l="l" r="r" t="t"/>
              <a:pathLst>
                <a:path extrusionOk="0" h="81320" w="6398">
                  <a:moveTo>
                    <a:pt x="119" y="1"/>
                  </a:moveTo>
                  <a:cubicBezTo>
                    <a:pt x="81" y="1"/>
                    <a:pt x="44" y="24"/>
                    <a:pt x="27" y="57"/>
                  </a:cubicBezTo>
                  <a:cubicBezTo>
                    <a:pt x="27"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98" y="17347"/>
                    <a:pt x="1847" y="19248"/>
                    <a:pt x="81" y="20292"/>
                  </a:cubicBezTo>
                  <a:cubicBezTo>
                    <a:pt x="54" y="20292"/>
                    <a:pt x="27" y="20318"/>
                    <a:pt x="27"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27"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91" y="58004"/>
                    <a:pt x="1820" y="59798"/>
                    <a:pt x="81" y="60815"/>
                  </a:cubicBezTo>
                  <a:cubicBezTo>
                    <a:pt x="54" y="60815"/>
                    <a:pt x="27" y="60868"/>
                    <a:pt x="27" y="60895"/>
                  </a:cubicBezTo>
                  <a:cubicBezTo>
                    <a:pt x="0" y="60949"/>
                    <a:pt x="27" y="61002"/>
                    <a:pt x="81" y="61029"/>
                  </a:cubicBezTo>
                  <a:cubicBezTo>
                    <a:pt x="1820" y="62046"/>
                    <a:pt x="2891"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91" y="78293"/>
                    <a:pt x="1820" y="80086"/>
                    <a:pt x="81" y="81076"/>
                  </a:cubicBezTo>
                  <a:cubicBezTo>
                    <a:pt x="27" y="81130"/>
                    <a:pt x="0" y="81183"/>
                    <a:pt x="27" y="81264"/>
                  </a:cubicBezTo>
                  <a:cubicBezTo>
                    <a:pt x="60" y="81297"/>
                    <a:pt x="93" y="81320"/>
                    <a:pt x="133" y="81320"/>
                  </a:cubicBezTo>
                  <a:cubicBezTo>
                    <a:pt x="157" y="81320"/>
                    <a:pt x="184" y="81311"/>
                    <a:pt x="214" y="81290"/>
                  </a:cubicBezTo>
                  <a:cubicBezTo>
                    <a:pt x="2008"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88" y="41731"/>
                    <a:pt x="375" y="40660"/>
                  </a:cubicBezTo>
                  <a:cubicBezTo>
                    <a:pt x="1901" y="39723"/>
                    <a:pt x="3292" y="37903"/>
                    <a:pt x="3185" y="35816"/>
                  </a:cubicBezTo>
                  <a:cubicBezTo>
                    <a:pt x="5166" y="34799"/>
                    <a:pt x="6397" y="32764"/>
                    <a:pt x="6397" y="30543"/>
                  </a:cubicBezTo>
                  <a:cubicBezTo>
                    <a:pt x="6397" y="28295"/>
                    <a:pt x="5166" y="26260"/>
                    <a:pt x="3185" y="25243"/>
                  </a:cubicBezTo>
                  <a:cubicBezTo>
                    <a:pt x="3078" y="23236"/>
                    <a:pt x="2061" y="21443"/>
                    <a:pt x="375" y="20399"/>
                  </a:cubicBezTo>
                  <a:cubicBezTo>
                    <a:pt x="2088" y="19328"/>
                    <a:pt x="3185" y="1740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 name="Google Shape;348;p142"/>
            <p:cNvSpPr/>
            <p:nvPr/>
          </p:nvSpPr>
          <p:spPr>
            <a:xfrm>
              <a:off x="531875" y="818875"/>
              <a:ext cx="160600" cy="2032875"/>
            </a:xfrm>
            <a:custGeom>
              <a:rect b="b" l="l" r="r" t="t"/>
              <a:pathLst>
                <a:path extrusionOk="0" h="81315" w="6424">
                  <a:moveTo>
                    <a:pt x="147" y="1"/>
                  </a:moveTo>
                  <a:cubicBezTo>
                    <a:pt x="106" y="1"/>
                    <a:pt x="61" y="20"/>
                    <a:pt x="27" y="70"/>
                  </a:cubicBezTo>
                  <a:cubicBezTo>
                    <a:pt x="27" y="70"/>
                    <a:pt x="27" y="97"/>
                    <a:pt x="27" y="124"/>
                  </a:cubicBezTo>
                  <a:cubicBezTo>
                    <a:pt x="27" y="178"/>
                    <a:pt x="54"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61"/>
                    <a:pt x="2944" y="15487"/>
                  </a:cubicBezTo>
                  <a:cubicBezTo>
                    <a:pt x="2998" y="17334"/>
                    <a:pt x="1847" y="19235"/>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71" y="35642"/>
                    <a:pt x="2944"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45"/>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54" y="81251"/>
                  </a:cubicBezTo>
                  <a:cubicBezTo>
                    <a:pt x="73" y="81290"/>
                    <a:pt x="122" y="81315"/>
                    <a:pt x="167" y="81315"/>
                  </a:cubicBezTo>
                  <a:cubicBezTo>
                    <a:pt x="184" y="81315"/>
                    <a:pt x="200" y="81311"/>
                    <a:pt x="214" y="81304"/>
                  </a:cubicBezTo>
                  <a:cubicBezTo>
                    <a:pt x="2008" y="80260"/>
                    <a:pt x="3105" y="78413"/>
                    <a:pt x="3185" y="76352"/>
                  </a:cubicBezTo>
                  <a:cubicBezTo>
                    <a:pt x="5193" y="75309"/>
                    <a:pt x="6424" y="73301"/>
                    <a:pt x="6424" y="71053"/>
                  </a:cubicBezTo>
                  <a:cubicBezTo>
                    <a:pt x="6424" y="68805"/>
                    <a:pt x="5193" y="66797"/>
                    <a:pt x="3185" y="65753"/>
                  </a:cubicBezTo>
                  <a:cubicBezTo>
                    <a:pt x="3105" y="63773"/>
                    <a:pt x="2088" y="61979"/>
                    <a:pt x="402" y="60909"/>
                  </a:cubicBezTo>
                  <a:cubicBezTo>
                    <a:pt x="2088" y="59865"/>
                    <a:pt x="3105" y="58072"/>
                    <a:pt x="3185" y="56091"/>
                  </a:cubicBezTo>
                  <a:cubicBezTo>
                    <a:pt x="5193" y="55047"/>
                    <a:pt x="6424" y="53040"/>
                    <a:pt x="6424" y="50791"/>
                  </a:cubicBezTo>
                  <a:cubicBezTo>
                    <a:pt x="6424" y="48543"/>
                    <a:pt x="5193" y="46536"/>
                    <a:pt x="3185" y="45492"/>
                  </a:cubicBezTo>
                  <a:cubicBezTo>
                    <a:pt x="3185" y="43591"/>
                    <a:pt x="2088" y="41718"/>
                    <a:pt x="402" y="40647"/>
                  </a:cubicBezTo>
                  <a:cubicBezTo>
                    <a:pt x="1900" y="39710"/>
                    <a:pt x="3319" y="37890"/>
                    <a:pt x="3185" y="35829"/>
                  </a:cubicBezTo>
                  <a:cubicBezTo>
                    <a:pt x="5193" y="34785"/>
                    <a:pt x="6424" y="32751"/>
                    <a:pt x="6424" y="30530"/>
                  </a:cubicBezTo>
                  <a:cubicBezTo>
                    <a:pt x="6424" y="28281"/>
                    <a:pt x="5193" y="26247"/>
                    <a:pt x="3185" y="25230"/>
                  </a:cubicBezTo>
                  <a:cubicBezTo>
                    <a:pt x="3105" y="23223"/>
                    <a:pt x="2061" y="21429"/>
                    <a:pt x="402"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lnTo>
                    <a:pt x="3185" y="4942"/>
                  </a:lnTo>
                  <a:cubicBezTo>
                    <a:pt x="3185" y="3041"/>
                    <a:pt x="2008" y="1061"/>
                    <a:pt x="214" y="17"/>
                  </a:cubicBezTo>
                  <a:cubicBezTo>
                    <a:pt x="195" y="7"/>
                    <a:pt x="171" y="1"/>
                    <a:pt x="1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 name="Google Shape;349;p142"/>
            <p:cNvSpPr/>
            <p:nvPr/>
          </p:nvSpPr>
          <p:spPr>
            <a:xfrm>
              <a:off x="378625" y="566950"/>
              <a:ext cx="159950" cy="2033000"/>
            </a:xfrm>
            <a:custGeom>
              <a:rect b="b" l="l" r="r" t="t"/>
              <a:pathLst>
                <a:path extrusionOk="0" h="81320" w="6398">
                  <a:moveTo>
                    <a:pt x="120" y="1"/>
                  </a:moveTo>
                  <a:cubicBezTo>
                    <a:pt x="81" y="1"/>
                    <a:pt x="44" y="24"/>
                    <a:pt x="28" y="57"/>
                  </a:cubicBezTo>
                  <a:cubicBezTo>
                    <a:pt x="1" y="84"/>
                    <a:pt x="1" y="110"/>
                    <a:pt x="1" y="137"/>
                  </a:cubicBezTo>
                  <a:cubicBezTo>
                    <a:pt x="1" y="164"/>
                    <a:pt x="28" y="217"/>
                    <a:pt x="54" y="244"/>
                  </a:cubicBezTo>
                  <a:cubicBezTo>
                    <a:pt x="1821" y="1261"/>
                    <a:pt x="2972" y="3188"/>
                    <a:pt x="2918" y="5035"/>
                  </a:cubicBezTo>
                  <a:cubicBezTo>
                    <a:pt x="2918" y="5116"/>
                    <a:pt x="2945" y="5142"/>
                    <a:pt x="2999" y="5169"/>
                  </a:cubicBezTo>
                  <a:cubicBezTo>
                    <a:pt x="4952" y="6133"/>
                    <a:pt x="6157" y="8086"/>
                    <a:pt x="6157" y="10255"/>
                  </a:cubicBezTo>
                  <a:cubicBezTo>
                    <a:pt x="6157" y="12449"/>
                    <a:pt x="4952" y="14403"/>
                    <a:pt x="2999" y="15367"/>
                  </a:cubicBezTo>
                  <a:cubicBezTo>
                    <a:pt x="2945" y="15394"/>
                    <a:pt x="2918" y="15447"/>
                    <a:pt x="2918" y="15501"/>
                  </a:cubicBezTo>
                  <a:cubicBezTo>
                    <a:pt x="2972" y="17347"/>
                    <a:pt x="1848" y="19248"/>
                    <a:pt x="81" y="20292"/>
                  </a:cubicBezTo>
                  <a:cubicBezTo>
                    <a:pt x="54" y="20292"/>
                    <a:pt x="28" y="20318"/>
                    <a:pt x="1" y="20372"/>
                  </a:cubicBezTo>
                  <a:cubicBezTo>
                    <a:pt x="1" y="20425"/>
                    <a:pt x="28" y="20479"/>
                    <a:pt x="54" y="20506"/>
                  </a:cubicBezTo>
                  <a:cubicBezTo>
                    <a:pt x="1794" y="21496"/>
                    <a:pt x="2865" y="23316"/>
                    <a:pt x="2918" y="25324"/>
                  </a:cubicBezTo>
                  <a:cubicBezTo>
                    <a:pt x="2918" y="25350"/>
                    <a:pt x="2945" y="25404"/>
                    <a:pt x="2999" y="25431"/>
                  </a:cubicBezTo>
                  <a:cubicBezTo>
                    <a:pt x="4952" y="26394"/>
                    <a:pt x="6157" y="28348"/>
                    <a:pt x="6157" y="30543"/>
                  </a:cubicBezTo>
                  <a:cubicBezTo>
                    <a:pt x="6157" y="32711"/>
                    <a:pt x="4952" y="34665"/>
                    <a:pt x="2999" y="35628"/>
                  </a:cubicBezTo>
                  <a:cubicBezTo>
                    <a:pt x="2945" y="35655"/>
                    <a:pt x="2918" y="35709"/>
                    <a:pt x="2918" y="35762"/>
                  </a:cubicBezTo>
                  <a:cubicBezTo>
                    <a:pt x="3079" y="37823"/>
                    <a:pt x="1607" y="39643"/>
                    <a:pt x="81" y="40553"/>
                  </a:cubicBezTo>
                  <a:cubicBezTo>
                    <a:pt x="54" y="40553"/>
                    <a:pt x="28" y="40580"/>
                    <a:pt x="1" y="40633"/>
                  </a:cubicBezTo>
                  <a:cubicBezTo>
                    <a:pt x="1" y="40687"/>
                    <a:pt x="28" y="40741"/>
                    <a:pt x="54" y="40767"/>
                  </a:cubicBezTo>
                  <a:cubicBezTo>
                    <a:pt x="1794" y="41784"/>
                    <a:pt x="2918" y="43658"/>
                    <a:pt x="2918" y="45532"/>
                  </a:cubicBezTo>
                  <a:cubicBezTo>
                    <a:pt x="2918" y="45558"/>
                    <a:pt x="2918" y="45558"/>
                    <a:pt x="2918" y="45585"/>
                  </a:cubicBezTo>
                  <a:cubicBezTo>
                    <a:pt x="2918" y="45612"/>
                    <a:pt x="2945" y="45665"/>
                    <a:pt x="2999" y="45692"/>
                  </a:cubicBezTo>
                  <a:cubicBezTo>
                    <a:pt x="4952" y="46656"/>
                    <a:pt x="6157" y="48636"/>
                    <a:pt x="6157" y="50804"/>
                  </a:cubicBezTo>
                  <a:cubicBezTo>
                    <a:pt x="6157" y="52972"/>
                    <a:pt x="4952" y="54926"/>
                    <a:pt x="2999" y="55917"/>
                  </a:cubicBezTo>
                  <a:cubicBezTo>
                    <a:pt x="2945" y="55917"/>
                    <a:pt x="2918" y="55970"/>
                    <a:pt x="2918" y="56024"/>
                  </a:cubicBezTo>
                  <a:cubicBezTo>
                    <a:pt x="2865" y="58004"/>
                    <a:pt x="1821" y="59798"/>
                    <a:pt x="81" y="60815"/>
                  </a:cubicBezTo>
                  <a:cubicBezTo>
                    <a:pt x="54" y="60815"/>
                    <a:pt x="28" y="60868"/>
                    <a:pt x="1" y="60895"/>
                  </a:cubicBezTo>
                  <a:cubicBezTo>
                    <a:pt x="1" y="60949"/>
                    <a:pt x="28" y="61002"/>
                    <a:pt x="54" y="61029"/>
                  </a:cubicBezTo>
                  <a:cubicBezTo>
                    <a:pt x="1794" y="62046"/>
                    <a:pt x="2865" y="63839"/>
                    <a:pt x="2918" y="65847"/>
                  </a:cubicBezTo>
                  <a:cubicBezTo>
                    <a:pt x="2918" y="65900"/>
                    <a:pt x="2945" y="65927"/>
                    <a:pt x="2999" y="65954"/>
                  </a:cubicBezTo>
                  <a:cubicBezTo>
                    <a:pt x="4952" y="66944"/>
                    <a:pt x="6157" y="68898"/>
                    <a:pt x="6157" y="71066"/>
                  </a:cubicBezTo>
                  <a:cubicBezTo>
                    <a:pt x="6157" y="73234"/>
                    <a:pt x="4952" y="75188"/>
                    <a:pt x="2999" y="76178"/>
                  </a:cubicBezTo>
                  <a:cubicBezTo>
                    <a:pt x="2945" y="76178"/>
                    <a:pt x="2918" y="76232"/>
                    <a:pt x="2918" y="76285"/>
                  </a:cubicBezTo>
                  <a:cubicBezTo>
                    <a:pt x="2865" y="78293"/>
                    <a:pt x="1821" y="80086"/>
                    <a:pt x="81" y="81076"/>
                  </a:cubicBezTo>
                  <a:cubicBezTo>
                    <a:pt x="1" y="81130"/>
                    <a:pt x="1" y="81183"/>
                    <a:pt x="28" y="81264"/>
                  </a:cubicBezTo>
                  <a:cubicBezTo>
                    <a:pt x="44" y="81297"/>
                    <a:pt x="81" y="81320"/>
                    <a:pt x="120" y="81320"/>
                  </a:cubicBezTo>
                  <a:cubicBezTo>
                    <a:pt x="143" y="81320"/>
                    <a:pt x="168" y="81311"/>
                    <a:pt x="188" y="81290"/>
                  </a:cubicBezTo>
                  <a:cubicBezTo>
                    <a:pt x="1981" y="80273"/>
                    <a:pt x="3106" y="78427"/>
                    <a:pt x="3159" y="76366"/>
                  </a:cubicBezTo>
                  <a:cubicBezTo>
                    <a:pt x="5167" y="75322"/>
                    <a:pt x="6398" y="73314"/>
                    <a:pt x="6398" y="71066"/>
                  </a:cubicBezTo>
                  <a:cubicBezTo>
                    <a:pt x="6398" y="68818"/>
                    <a:pt x="5167" y="66784"/>
                    <a:pt x="3159" y="65766"/>
                  </a:cubicBezTo>
                  <a:cubicBezTo>
                    <a:pt x="3106" y="63786"/>
                    <a:pt x="2062" y="61992"/>
                    <a:pt x="376" y="60922"/>
                  </a:cubicBezTo>
                  <a:cubicBezTo>
                    <a:pt x="2062" y="59878"/>
                    <a:pt x="3106" y="58085"/>
                    <a:pt x="3159" y="56104"/>
                  </a:cubicBezTo>
                  <a:cubicBezTo>
                    <a:pt x="5167" y="55060"/>
                    <a:pt x="6398" y="53053"/>
                    <a:pt x="6398" y="50804"/>
                  </a:cubicBezTo>
                  <a:cubicBezTo>
                    <a:pt x="6398" y="48556"/>
                    <a:pt x="5167" y="46522"/>
                    <a:pt x="3159" y="45505"/>
                  </a:cubicBezTo>
                  <a:cubicBezTo>
                    <a:pt x="3159" y="43604"/>
                    <a:pt x="2062" y="41731"/>
                    <a:pt x="376" y="40660"/>
                  </a:cubicBezTo>
                  <a:cubicBezTo>
                    <a:pt x="1901" y="39723"/>
                    <a:pt x="3293" y="37903"/>
                    <a:pt x="3186" y="35816"/>
                  </a:cubicBezTo>
                  <a:cubicBezTo>
                    <a:pt x="5167" y="34799"/>
                    <a:pt x="6398" y="32764"/>
                    <a:pt x="6398" y="30543"/>
                  </a:cubicBezTo>
                  <a:cubicBezTo>
                    <a:pt x="6398" y="28295"/>
                    <a:pt x="5167" y="26260"/>
                    <a:pt x="3159" y="25243"/>
                  </a:cubicBezTo>
                  <a:cubicBezTo>
                    <a:pt x="3079" y="23236"/>
                    <a:pt x="2035" y="21443"/>
                    <a:pt x="376" y="20399"/>
                  </a:cubicBezTo>
                  <a:cubicBezTo>
                    <a:pt x="2089" y="19328"/>
                    <a:pt x="3186" y="17401"/>
                    <a:pt x="3186" y="15554"/>
                  </a:cubicBezTo>
                  <a:cubicBezTo>
                    <a:pt x="5167" y="14537"/>
                    <a:pt x="6398" y="12503"/>
                    <a:pt x="6398" y="10255"/>
                  </a:cubicBezTo>
                  <a:cubicBezTo>
                    <a:pt x="6398" y="8033"/>
                    <a:pt x="5167" y="5999"/>
                    <a:pt x="3186" y="4982"/>
                  </a:cubicBezTo>
                  <a:lnTo>
                    <a:pt x="3186" y="4955"/>
                  </a:lnTo>
                  <a:cubicBezTo>
                    <a:pt x="3186" y="3028"/>
                    <a:pt x="1981" y="1074"/>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 name="Google Shape;350;p142"/>
            <p:cNvSpPr/>
            <p:nvPr/>
          </p:nvSpPr>
          <p:spPr>
            <a:xfrm>
              <a:off x="224725" y="818875"/>
              <a:ext cx="159950" cy="2032875"/>
            </a:xfrm>
            <a:custGeom>
              <a:rect b="b" l="l" r="r" t="t"/>
              <a:pathLst>
                <a:path extrusionOk="0" h="81315" w="6398">
                  <a:moveTo>
                    <a:pt x="129" y="1"/>
                  </a:moveTo>
                  <a:cubicBezTo>
                    <a:pt x="83" y="1"/>
                    <a:pt x="44" y="20"/>
                    <a:pt x="27" y="70"/>
                  </a:cubicBezTo>
                  <a:cubicBezTo>
                    <a:pt x="27" y="70"/>
                    <a:pt x="1" y="97"/>
                    <a:pt x="1" y="124"/>
                  </a:cubicBezTo>
                  <a:cubicBezTo>
                    <a:pt x="1" y="178"/>
                    <a:pt x="27" y="204"/>
                    <a:pt x="81" y="231"/>
                  </a:cubicBezTo>
                  <a:cubicBezTo>
                    <a:pt x="1821" y="1248"/>
                    <a:pt x="2972" y="3175"/>
                    <a:pt x="2918" y="5022"/>
                  </a:cubicBezTo>
                  <a:cubicBezTo>
                    <a:pt x="2945" y="5076"/>
                    <a:pt x="2945" y="5129"/>
                    <a:pt x="2998" y="5156"/>
                  </a:cubicBezTo>
                  <a:cubicBezTo>
                    <a:pt x="4952" y="6119"/>
                    <a:pt x="6157" y="8073"/>
                    <a:pt x="6157" y="10268"/>
                  </a:cubicBezTo>
                  <a:cubicBezTo>
                    <a:pt x="6157" y="12436"/>
                    <a:pt x="4952" y="14390"/>
                    <a:pt x="2998" y="15354"/>
                  </a:cubicBezTo>
                  <a:cubicBezTo>
                    <a:pt x="2945" y="15380"/>
                    <a:pt x="2918" y="15461"/>
                    <a:pt x="2918" y="15487"/>
                  </a:cubicBezTo>
                  <a:cubicBezTo>
                    <a:pt x="2998" y="17334"/>
                    <a:pt x="1848" y="19235"/>
                    <a:pt x="108" y="20278"/>
                  </a:cubicBezTo>
                  <a:cubicBezTo>
                    <a:pt x="54" y="20278"/>
                    <a:pt x="27" y="20305"/>
                    <a:pt x="27" y="20359"/>
                  </a:cubicBezTo>
                  <a:cubicBezTo>
                    <a:pt x="1" y="20412"/>
                    <a:pt x="27" y="20466"/>
                    <a:pt x="81" y="20493"/>
                  </a:cubicBezTo>
                  <a:cubicBezTo>
                    <a:pt x="1794" y="21510"/>
                    <a:pt x="2865" y="23303"/>
                    <a:pt x="2918" y="25310"/>
                  </a:cubicBezTo>
                  <a:cubicBezTo>
                    <a:pt x="2945" y="25364"/>
                    <a:pt x="2972"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106" y="37837"/>
                    <a:pt x="1633" y="39630"/>
                    <a:pt x="108" y="40540"/>
                  </a:cubicBezTo>
                  <a:cubicBezTo>
                    <a:pt x="54" y="40540"/>
                    <a:pt x="27" y="40594"/>
                    <a:pt x="27" y="40620"/>
                  </a:cubicBezTo>
                  <a:cubicBezTo>
                    <a:pt x="1" y="40674"/>
                    <a:pt x="27"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108" y="60802"/>
                  </a:cubicBezTo>
                  <a:cubicBezTo>
                    <a:pt x="54" y="60828"/>
                    <a:pt x="27" y="60855"/>
                    <a:pt x="27" y="60882"/>
                  </a:cubicBezTo>
                  <a:cubicBezTo>
                    <a:pt x="1" y="60935"/>
                    <a:pt x="27"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7" y="81117"/>
                    <a:pt x="1" y="81197"/>
                    <a:pt x="27" y="81251"/>
                  </a:cubicBezTo>
                  <a:cubicBezTo>
                    <a:pt x="67" y="81290"/>
                    <a:pt x="106" y="81315"/>
                    <a:pt x="156" y="81315"/>
                  </a:cubicBezTo>
                  <a:cubicBezTo>
                    <a:pt x="174" y="81315"/>
                    <a:pt x="193" y="81311"/>
                    <a:pt x="215" y="81304"/>
                  </a:cubicBezTo>
                  <a:cubicBezTo>
                    <a:pt x="2008" y="80260"/>
                    <a:pt x="3106" y="78413"/>
                    <a:pt x="3186" y="76352"/>
                  </a:cubicBezTo>
                  <a:cubicBezTo>
                    <a:pt x="5166" y="75309"/>
                    <a:pt x="6398" y="73301"/>
                    <a:pt x="6398" y="71053"/>
                  </a:cubicBezTo>
                  <a:cubicBezTo>
                    <a:pt x="6398" y="68805"/>
                    <a:pt x="5166" y="66797"/>
                    <a:pt x="3186" y="65753"/>
                  </a:cubicBezTo>
                  <a:cubicBezTo>
                    <a:pt x="3106" y="63773"/>
                    <a:pt x="2062" y="61979"/>
                    <a:pt x="375" y="60909"/>
                  </a:cubicBezTo>
                  <a:cubicBezTo>
                    <a:pt x="2062" y="59865"/>
                    <a:pt x="3106" y="58072"/>
                    <a:pt x="3186" y="56091"/>
                  </a:cubicBezTo>
                  <a:cubicBezTo>
                    <a:pt x="5166" y="55047"/>
                    <a:pt x="6398" y="53040"/>
                    <a:pt x="6398" y="50791"/>
                  </a:cubicBezTo>
                  <a:cubicBezTo>
                    <a:pt x="6398" y="48543"/>
                    <a:pt x="5166" y="46536"/>
                    <a:pt x="3186" y="45492"/>
                  </a:cubicBezTo>
                  <a:cubicBezTo>
                    <a:pt x="3159" y="43591"/>
                    <a:pt x="2088" y="41718"/>
                    <a:pt x="375" y="40647"/>
                  </a:cubicBezTo>
                  <a:cubicBezTo>
                    <a:pt x="1901" y="39710"/>
                    <a:pt x="3320" y="37890"/>
                    <a:pt x="3186" y="35829"/>
                  </a:cubicBezTo>
                  <a:cubicBezTo>
                    <a:pt x="5166" y="34785"/>
                    <a:pt x="6398" y="32751"/>
                    <a:pt x="6398" y="30530"/>
                  </a:cubicBezTo>
                  <a:cubicBezTo>
                    <a:pt x="6398" y="28281"/>
                    <a:pt x="5166" y="26247"/>
                    <a:pt x="3186" y="25230"/>
                  </a:cubicBezTo>
                  <a:cubicBezTo>
                    <a:pt x="3079" y="23223"/>
                    <a:pt x="2062" y="21429"/>
                    <a:pt x="375" y="20386"/>
                  </a:cubicBezTo>
                  <a:cubicBezTo>
                    <a:pt x="2088" y="19315"/>
                    <a:pt x="3186" y="17441"/>
                    <a:pt x="3186" y="15595"/>
                  </a:cubicBezTo>
                  <a:cubicBezTo>
                    <a:pt x="3186" y="15595"/>
                    <a:pt x="3186" y="15568"/>
                    <a:pt x="3186" y="15541"/>
                  </a:cubicBezTo>
                  <a:cubicBezTo>
                    <a:pt x="5166" y="14524"/>
                    <a:pt x="6398" y="12490"/>
                    <a:pt x="6398" y="10268"/>
                  </a:cubicBezTo>
                  <a:cubicBezTo>
                    <a:pt x="6398" y="8020"/>
                    <a:pt x="5166" y="5986"/>
                    <a:pt x="3186" y="4969"/>
                  </a:cubicBezTo>
                  <a:lnTo>
                    <a:pt x="3186" y="4942"/>
                  </a:lnTo>
                  <a:cubicBezTo>
                    <a:pt x="3186" y="3041"/>
                    <a:pt x="1981" y="1061"/>
                    <a:pt x="215" y="17"/>
                  </a:cubicBezTo>
                  <a:cubicBezTo>
                    <a:pt x="185" y="7"/>
                    <a:pt x="156" y="1"/>
                    <a:pt x="1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 name="Google Shape;351;p142"/>
            <p:cNvSpPr/>
            <p:nvPr/>
          </p:nvSpPr>
          <p:spPr>
            <a:xfrm>
              <a:off x="1914975" y="2593575"/>
              <a:ext cx="160625" cy="2032875"/>
            </a:xfrm>
            <a:custGeom>
              <a:rect b="b" l="l" r="r" t="t"/>
              <a:pathLst>
                <a:path extrusionOk="0" h="81315" w="6425">
                  <a:moveTo>
                    <a:pt x="151" y="1"/>
                  </a:moveTo>
                  <a:cubicBezTo>
                    <a:pt x="95" y="1"/>
                    <a:pt x="47" y="26"/>
                    <a:pt x="27" y="65"/>
                  </a:cubicBezTo>
                  <a:cubicBezTo>
                    <a:pt x="27" y="92"/>
                    <a:pt x="27" y="118"/>
                    <a:pt x="27" y="118"/>
                  </a:cubicBezTo>
                  <a:cubicBezTo>
                    <a:pt x="27" y="172"/>
                    <a:pt x="27"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45" y="15402"/>
                    <a:pt x="2945" y="15428"/>
                    <a:pt x="2945" y="15482"/>
                  </a:cubicBezTo>
                  <a:cubicBezTo>
                    <a:pt x="2998" y="17355"/>
                    <a:pt x="1848"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45" y="35663"/>
                    <a:pt x="2918" y="35717"/>
                    <a:pt x="2945" y="35770"/>
                  </a:cubicBezTo>
                  <a:cubicBezTo>
                    <a:pt x="3106"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45"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6" y="78408"/>
                    <a:pt x="3186" y="76347"/>
                  </a:cubicBezTo>
                  <a:cubicBezTo>
                    <a:pt x="5166" y="75330"/>
                    <a:pt x="6424" y="73296"/>
                    <a:pt x="6424" y="71047"/>
                  </a:cubicBezTo>
                  <a:cubicBezTo>
                    <a:pt x="6424" y="68826"/>
                    <a:pt x="5166" y="66792"/>
                    <a:pt x="3186" y="65748"/>
                  </a:cubicBezTo>
                  <a:cubicBezTo>
                    <a:pt x="3106" y="63767"/>
                    <a:pt x="2062" y="61974"/>
                    <a:pt x="375" y="60930"/>
                  </a:cubicBezTo>
                  <a:cubicBezTo>
                    <a:pt x="2062" y="59859"/>
                    <a:pt x="3106" y="58093"/>
                    <a:pt x="3186" y="56085"/>
                  </a:cubicBezTo>
                  <a:cubicBezTo>
                    <a:pt x="5166" y="55068"/>
                    <a:pt x="6424" y="53034"/>
                    <a:pt x="6424" y="50786"/>
                  </a:cubicBezTo>
                  <a:cubicBezTo>
                    <a:pt x="6424" y="48537"/>
                    <a:pt x="5166" y="46530"/>
                    <a:pt x="3186" y="45486"/>
                  </a:cubicBezTo>
                  <a:cubicBezTo>
                    <a:pt x="3159" y="43586"/>
                    <a:pt x="2088" y="41739"/>
                    <a:pt x="375" y="40668"/>
                  </a:cubicBezTo>
                  <a:cubicBezTo>
                    <a:pt x="1901" y="39705"/>
                    <a:pt x="3320" y="37885"/>
                    <a:pt x="3186" y="35824"/>
                  </a:cubicBezTo>
                  <a:cubicBezTo>
                    <a:pt x="5193" y="34780"/>
                    <a:pt x="6424" y="32772"/>
                    <a:pt x="6424" y="30524"/>
                  </a:cubicBezTo>
                  <a:cubicBezTo>
                    <a:pt x="6424" y="28276"/>
                    <a:pt x="5166" y="26268"/>
                    <a:pt x="3186" y="25225"/>
                  </a:cubicBezTo>
                  <a:cubicBezTo>
                    <a:pt x="3106" y="23244"/>
                    <a:pt x="2062" y="21451"/>
                    <a:pt x="375" y="20407"/>
                  </a:cubicBezTo>
                  <a:cubicBezTo>
                    <a:pt x="2088" y="19336"/>
                    <a:pt x="3186" y="17436"/>
                    <a:pt x="3186" y="15616"/>
                  </a:cubicBezTo>
                  <a:cubicBezTo>
                    <a:pt x="3186" y="15589"/>
                    <a:pt x="3186" y="15562"/>
                    <a:pt x="3186" y="15562"/>
                  </a:cubicBezTo>
                  <a:cubicBezTo>
                    <a:pt x="5166" y="14518"/>
                    <a:pt x="6424" y="12511"/>
                    <a:pt x="6424" y="10263"/>
                  </a:cubicBezTo>
                  <a:cubicBezTo>
                    <a:pt x="6424" y="8014"/>
                    <a:pt x="5166" y="6007"/>
                    <a:pt x="3186" y="4963"/>
                  </a:cubicBezTo>
                  <a:cubicBezTo>
                    <a:pt x="3186" y="3036"/>
                    <a:pt x="2008" y="1055"/>
                    <a:pt x="215" y="11"/>
                  </a:cubicBezTo>
                  <a:cubicBezTo>
                    <a:pt x="193" y="4"/>
                    <a:pt x="172" y="1"/>
                    <a:pt x="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 name="Google Shape;352;p142"/>
            <p:cNvSpPr/>
            <p:nvPr/>
          </p:nvSpPr>
          <p:spPr>
            <a:xfrm>
              <a:off x="1761075" y="2845375"/>
              <a:ext cx="160625" cy="2032675"/>
            </a:xfrm>
            <a:custGeom>
              <a:rect b="b" l="l" r="r" t="t"/>
              <a:pathLst>
                <a:path extrusionOk="0" h="81307" w="6425">
                  <a:moveTo>
                    <a:pt x="146" y="1"/>
                  </a:moveTo>
                  <a:cubicBezTo>
                    <a:pt x="108" y="1"/>
                    <a:pt x="71" y="24"/>
                    <a:pt x="54" y="57"/>
                  </a:cubicBezTo>
                  <a:cubicBezTo>
                    <a:pt x="27" y="84"/>
                    <a:pt x="27" y="110"/>
                    <a:pt x="27" y="137"/>
                  </a:cubicBezTo>
                  <a:cubicBezTo>
                    <a:pt x="27" y="164"/>
                    <a:pt x="54" y="217"/>
                    <a:pt x="81" y="244"/>
                  </a:cubicBezTo>
                  <a:cubicBezTo>
                    <a:pt x="1821" y="1234"/>
                    <a:pt x="2972" y="3162"/>
                    <a:pt x="2945" y="5035"/>
                  </a:cubicBezTo>
                  <a:cubicBezTo>
                    <a:pt x="2945" y="5089"/>
                    <a:pt x="2972" y="5142"/>
                    <a:pt x="2998" y="5142"/>
                  </a:cubicBezTo>
                  <a:cubicBezTo>
                    <a:pt x="4952" y="6133"/>
                    <a:pt x="6183" y="8086"/>
                    <a:pt x="6183" y="10254"/>
                  </a:cubicBezTo>
                  <a:cubicBezTo>
                    <a:pt x="6183" y="12422"/>
                    <a:pt x="4952" y="14376"/>
                    <a:pt x="2998" y="15367"/>
                  </a:cubicBezTo>
                  <a:cubicBezTo>
                    <a:pt x="2972" y="15393"/>
                    <a:pt x="2945" y="15447"/>
                    <a:pt x="2945" y="15474"/>
                  </a:cubicBezTo>
                  <a:cubicBezTo>
                    <a:pt x="2998" y="17321"/>
                    <a:pt x="1847" y="19248"/>
                    <a:pt x="108" y="20265"/>
                  </a:cubicBezTo>
                  <a:cubicBezTo>
                    <a:pt x="81" y="20292"/>
                    <a:pt x="27" y="20318"/>
                    <a:pt x="27" y="20345"/>
                  </a:cubicBezTo>
                  <a:cubicBezTo>
                    <a:pt x="27" y="20425"/>
                    <a:pt x="27" y="20479"/>
                    <a:pt x="81" y="20506"/>
                  </a:cubicBezTo>
                  <a:cubicBezTo>
                    <a:pt x="1821" y="21496"/>
                    <a:pt x="2891" y="23289"/>
                    <a:pt x="2945" y="25297"/>
                  </a:cubicBezTo>
                  <a:cubicBezTo>
                    <a:pt x="2945" y="25350"/>
                    <a:pt x="2972" y="25404"/>
                    <a:pt x="2998" y="25404"/>
                  </a:cubicBezTo>
                  <a:cubicBezTo>
                    <a:pt x="4952" y="26394"/>
                    <a:pt x="6183" y="28348"/>
                    <a:pt x="6183" y="30516"/>
                  </a:cubicBezTo>
                  <a:cubicBezTo>
                    <a:pt x="6183" y="32684"/>
                    <a:pt x="4952" y="34665"/>
                    <a:pt x="2998" y="35628"/>
                  </a:cubicBezTo>
                  <a:cubicBezTo>
                    <a:pt x="2972" y="35655"/>
                    <a:pt x="2945" y="35709"/>
                    <a:pt x="2945" y="35762"/>
                  </a:cubicBezTo>
                  <a:cubicBezTo>
                    <a:pt x="3105" y="37823"/>
                    <a:pt x="1633" y="39643"/>
                    <a:pt x="108" y="40526"/>
                  </a:cubicBezTo>
                  <a:cubicBezTo>
                    <a:pt x="81" y="40553"/>
                    <a:pt x="27" y="40580"/>
                    <a:pt x="27" y="40633"/>
                  </a:cubicBezTo>
                  <a:cubicBezTo>
                    <a:pt x="27" y="40687"/>
                    <a:pt x="27" y="40741"/>
                    <a:pt x="81" y="40767"/>
                  </a:cubicBezTo>
                  <a:cubicBezTo>
                    <a:pt x="1821" y="41784"/>
                    <a:pt x="2945" y="43631"/>
                    <a:pt x="2945" y="45532"/>
                  </a:cubicBezTo>
                  <a:lnTo>
                    <a:pt x="2945" y="45558"/>
                  </a:lnTo>
                  <a:cubicBezTo>
                    <a:pt x="2945" y="45612"/>
                    <a:pt x="2972" y="45665"/>
                    <a:pt x="2998" y="45692"/>
                  </a:cubicBezTo>
                  <a:cubicBezTo>
                    <a:pt x="4952" y="46656"/>
                    <a:pt x="6183" y="48610"/>
                    <a:pt x="6183" y="50778"/>
                  </a:cubicBezTo>
                  <a:cubicBezTo>
                    <a:pt x="6183" y="52972"/>
                    <a:pt x="4952" y="54926"/>
                    <a:pt x="2998" y="55890"/>
                  </a:cubicBezTo>
                  <a:cubicBezTo>
                    <a:pt x="2972" y="55917"/>
                    <a:pt x="2945" y="55970"/>
                    <a:pt x="2945" y="55997"/>
                  </a:cubicBezTo>
                  <a:cubicBezTo>
                    <a:pt x="2891" y="58004"/>
                    <a:pt x="1847" y="59798"/>
                    <a:pt x="108" y="60815"/>
                  </a:cubicBezTo>
                  <a:cubicBezTo>
                    <a:pt x="81" y="60815"/>
                    <a:pt x="27" y="60841"/>
                    <a:pt x="27" y="60895"/>
                  </a:cubicBezTo>
                  <a:cubicBezTo>
                    <a:pt x="27" y="60949"/>
                    <a:pt x="27" y="61002"/>
                    <a:pt x="81" y="61029"/>
                  </a:cubicBezTo>
                  <a:cubicBezTo>
                    <a:pt x="1821" y="62046"/>
                    <a:pt x="2891" y="63839"/>
                    <a:pt x="2945" y="65847"/>
                  </a:cubicBezTo>
                  <a:cubicBezTo>
                    <a:pt x="2945" y="65873"/>
                    <a:pt x="2972" y="65927"/>
                    <a:pt x="2998" y="65954"/>
                  </a:cubicBezTo>
                  <a:cubicBezTo>
                    <a:pt x="4952" y="66917"/>
                    <a:pt x="6183" y="68871"/>
                    <a:pt x="6183" y="71066"/>
                  </a:cubicBezTo>
                  <a:cubicBezTo>
                    <a:pt x="6183" y="73234"/>
                    <a:pt x="4952" y="75188"/>
                    <a:pt x="2998" y="76151"/>
                  </a:cubicBezTo>
                  <a:cubicBezTo>
                    <a:pt x="2972" y="76178"/>
                    <a:pt x="2945" y="76232"/>
                    <a:pt x="2945" y="76285"/>
                  </a:cubicBezTo>
                  <a:cubicBezTo>
                    <a:pt x="2891" y="78266"/>
                    <a:pt x="1821" y="80059"/>
                    <a:pt x="81" y="81076"/>
                  </a:cubicBezTo>
                  <a:cubicBezTo>
                    <a:pt x="27" y="81103"/>
                    <a:pt x="1" y="81183"/>
                    <a:pt x="54" y="81237"/>
                  </a:cubicBezTo>
                  <a:cubicBezTo>
                    <a:pt x="71" y="81288"/>
                    <a:pt x="110" y="81306"/>
                    <a:pt x="149" y="81306"/>
                  </a:cubicBezTo>
                  <a:cubicBezTo>
                    <a:pt x="172" y="81306"/>
                    <a:pt x="195" y="81300"/>
                    <a:pt x="215" y="81290"/>
                  </a:cubicBezTo>
                  <a:cubicBezTo>
                    <a:pt x="2008" y="80247"/>
                    <a:pt x="3105" y="78400"/>
                    <a:pt x="3186" y="76366"/>
                  </a:cubicBezTo>
                  <a:cubicBezTo>
                    <a:pt x="5193" y="75322"/>
                    <a:pt x="6424" y="73288"/>
                    <a:pt x="6424" y="71066"/>
                  </a:cubicBezTo>
                  <a:cubicBezTo>
                    <a:pt x="6424" y="68818"/>
                    <a:pt x="5193" y="66783"/>
                    <a:pt x="3186" y="65766"/>
                  </a:cubicBezTo>
                  <a:cubicBezTo>
                    <a:pt x="3132" y="63759"/>
                    <a:pt x="2088" y="61992"/>
                    <a:pt x="402" y="60922"/>
                  </a:cubicBezTo>
                  <a:cubicBezTo>
                    <a:pt x="2088" y="59878"/>
                    <a:pt x="3132" y="58085"/>
                    <a:pt x="3186" y="56077"/>
                  </a:cubicBezTo>
                  <a:cubicBezTo>
                    <a:pt x="5193" y="55060"/>
                    <a:pt x="6424" y="53026"/>
                    <a:pt x="6424" y="50778"/>
                  </a:cubicBezTo>
                  <a:cubicBezTo>
                    <a:pt x="6424" y="48556"/>
                    <a:pt x="5193" y="46522"/>
                    <a:pt x="3186" y="45505"/>
                  </a:cubicBezTo>
                  <a:cubicBezTo>
                    <a:pt x="3186" y="43604"/>
                    <a:pt x="2088" y="41731"/>
                    <a:pt x="402" y="40660"/>
                  </a:cubicBezTo>
                  <a:cubicBezTo>
                    <a:pt x="1901" y="39697"/>
                    <a:pt x="3320" y="37877"/>
                    <a:pt x="3186" y="35816"/>
                  </a:cubicBezTo>
                  <a:cubicBezTo>
                    <a:pt x="5193" y="34799"/>
                    <a:pt x="6424" y="32764"/>
                    <a:pt x="6424" y="30516"/>
                  </a:cubicBezTo>
                  <a:cubicBezTo>
                    <a:pt x="6424" y="28268"/>
                    <a:pt x="5193" y="26260"/>
                    <a:pt x="3186" y="25216"/>
                  </a:cubicBezTo>
                  <a:cubicBezTo>
                    <a:pt x="3105" y="23236"/>
                    <a:pt x="2062" y="21442"/>
                    <a:pt x="402" y="20399"/>
                  </a:cubicBezTo>
                  <a:cubicBezTo>
                    <a:pt x="2115" y="19328"/>
                    <a:pt x="3212" y="17401"/>
                    <a:pt x="3186" y="15554"/>
                  </a:cubicBezTo>
                  <a:cubicBezTo>
                    <a:pt x="5193" y="14510"/>
                    <a:pt x="6424" y="12503"/>
                    <a:pt x="6424" y="10254"/>
                  </a:cubicBezTo>
                  <a:cubicBezTo>
                    <a:pt x="6424" y="8006"/>
                    <a:pt x="5193" y="5999"/>
                    <a:pt x="3186" y="4955"/>
                  </a:cubicBezTo>
                  <a:cubicBezTo>
                    <a:pt x="3186" y="3028"/>
                    <a:pt x="2008" y="1047"/>
                    <a:pt x="215" y="30"/>
                  </a:cubicBezTo>
                  <a:cubicBezTo>
                    <a:pt x="194" y="10"/>
                    <a:pt x="170"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 name="Google Shape;353;p142"/>
            <p:cNvSpPr/>
            <p:nvPr/>
          </p:nvSpPr>
          <p:spPr>
            <a:xfrm>
              <a:off x="1607850" y="2593575"/>
              <a:ext cx="159950" cy="2032875"/>
            </a:xfrm>
            <a:custGeom>
              <a:rect b="b" l="l" r="r" t="t"/>
              <a:pathLst>
                <a:path extrusionOk="0" h="81315" w="6398">
                  <a:moveTo>
                    <a:pt x="140" y="1"/>
                  </a:moveTo>
                  <a:cubicBezTo>
                    <a:pt x="95" y="1"/>
                    <a:pt x="47" y="26"/>
                    <a:pt x="27" y="65"/>
                  </a:cubicBezTo>
                  <a:cubicBezTo>
                    <a:pt x="0"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71" y="17329"/>
                    <a:pt x="1847" y="19256"/>
                    <a:pt x="81" y="20273"/>
                  </a:cubicBezTo>
                  <a:cubicBezTo>
                    <a:pt x="54" y="20300"/>
                    <a:pt x="27" y="20326"/>
                    <a:pt x="0"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0" y="40615"/>
                  </a:cubicBezTo>
                  <a:cubicBezTo>
                    <a:pt x="0" y="40668"/>
                    <a:pt x="27" y="40749"/>
                    <a:pt x="81" y="40775"/>
                  </a:cubicBezTo>
                  <a:cubicBezTo>
                    <a:pt x="1820" y="41766"/>
                    <a:pt x="2918" y="43639"/>
                    <a:pt x="2918" y="45540"/>
                  </a:cubicBezTo>
                  <a:cubicBezTo>
                    <a:pt x="2918" y="45540"/>
                    <a:pt x="2918" y="45566"/>
                    <a:pt x="2918" y="45566"/>
                  </a:cubicBez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64" y="58012"/>
                    <a:pt x="1820" y="59806"/>
                    <a:pt x="81" y="60796"/>
                  </a:cubicBezTo>
                  <a:cubicBezTo>
                    <a:pt x="54" y="60823"/>
                    <a:pt x="27" y="60850"/>
                    <a:pt x="0" y="60903"/>
                  </a:cubicBezTo>
                  <a:cubicBezTo>
                    <a:pt x="0" y="60957"/>
                    <a:pt x="27" y="61010"/>
                    <a:pt x="81" y="61037"/>
                  </a:cubicBezTo>
                  <a:cubicBezTo>
                    <a:pt x="1820" y="62054"/>
                    <a:pt x="2864"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64" y="78274"/>
                    <a:pt x="1820" y="80067"/>
                    <a:pt x="81" y="81084"/>
                  </a:cubicBezTo>
                  <a:cubicBezTo>
                    <a:pt x="27" y="81111"/>
                    <a:pt x="0" y="81191"/>
                    <a:pt x="27" y="81245"/>
                  </a:cubicBezTo>
                  <a:cubicBezTo>
                    <a:pt x="44" y="81296"/>
                    <a:pt x="82" y="81315"/>
                    <a:pt x="122" y="81315"/>
                  </a:cubicBezTo>
                  <a:cubicBezTo>
                    <a:pt x="145" y="81315"/>
                    <a:pt x="168" y="81308"/>
                    <a:pt x="188" y="81299"/>
                  </a:cubicBezTo>
                  <a:cubicBezTo>
                    <a:pt x="1981"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61"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61" y="19336"/>
                    <a:pt x="3185" y="17436"/>
                    <a:pt x="3185" y="15616"/>
                  </a:cubicBezTo>
                  <a:cubicBezTo>
                    <a:pt x="3185" y="15589"/>
                    <a:pt x="3185" y="15562"/>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 name="Google Shape;354;p142"/>
            <p:cNvSpPr/>
            <p:nvPr/>
          </p:nvSpPr>
          <p:spPr>
            <a:xfrm>
              <a:off x="1453950" y="2845375"/>
              <a:ext cx="160600" cy="2032675"/>
            </a:xfrm>
            <a:custGeom>
              <a:rect b="b" l="l" r="r" t="t"/>
              <a:pathLst>
                <a:path extrusionOk="0" h="81307" w="6424">
                  <a:moveTo>
                    <a:pt x="133" y="1"/>
                  </a:moveTo>
                  <a:cubicBezTo>
                    <a:pt x="93" y="1"/>
                    <a:pt x="60" y="24"/>
                    <a:pt x="27" y="57"/>
                  </a:cubicBezTo>
                  <a:cubicBezTo>
                    <a:pt x="27" y="84"/>
                    <a:pt x="27" y="110"/>
                    <a:pt x="27" y="137"/>
                  </a:cubicBezTo>
                  <a:cubicBezTo>
                    <a:pt x="27" y="164"/>
                    <a:pt x="27" y="217"/>
                    <a:pt x="80" y="244"/>
                  </a:cubicBezTo>
                  <a:cubicBezTo>
                    <a:pt x="1820" y="1234"/>
                    <a:pt x="2971" y="3188"/>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20"/>
                    <a:pt x="2944" y="15474"/>
                  </a:cubicBezTo>
                  <a:cubicBezTo>
                    <a:pt x="2998" y="17347"/>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44" y="35655"/>
                    <a:pt x="2918"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cubicBezTo>
                    <a:pt x="2944" y="45558"/>
                    <a:pt x="2944" y="45558"/>
                    <a:pt x="2944" y="45558"/>
                  </a:cubicBez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27" y="81237"/>
                  </a:cubicBezTo>
                  <a:cubicBezTo>
                    <a:pt x="61" y="81288"/>
                    <a:pt x="106" y="81306"/>
                    <a:pt x="147" y="81306"/>
                  </a:cubicBezTo>
                  <a:cubicBezTo>
                    <a:pt x="172" y="81306"/>
                    <a:pt x="195" y="81300"/>
                    <a:pt x="214" y="81290"/>
                  </a:cubicBezTo>
                  <a:cubicBezTo>
                    <a:pt x="2008" y="80247"/>
                    <a:pt x="3105" y="78400"/>
                    <a:pt x="3185" y="76366"/>
                  </a:cubicBezTo>
                  <a:cubicBezTo>
                    <a:pt x="5166" y="75322"/>
                    <a:pt x="6424" y="73288"/>
                    <a:pt x="6424" y="71066"/>
                  </a:cubicBezTo>
                  <a:cubicBezTo>
                    <a:pt x="6424" y="68818"/>
                    <a:pt x="5166" y="66783"/>
                    <a:pt x="3185" y="65766"/>
                  </a:cubicBezTo>
                  <a:cubicBezTo>
                    <a:pt x="3105" y="63759"/>
                    <a:pt x="2061" y="61992"/>
                    <a:pt x="375" y="60922"/>
                  </a:cubicBezTo>
                  <a:cubicBezTo>
                    <a:pt x="2061" y="59878"/>
                    <a:pt x="3105" y="58085"/>
                    <a:pt x="3185" y="56077"/>
                  </a:cubicBezTo>
                  <a:cubicBezTo>
                    <a:pt x="5166" y="55060"/>
                    <a:pt x="6424" y="53026"/>
                    <a:pt x="6424" y="50778"/>
                  </a:cubicBezTo>
                  <a:cubicBezTo>
                    <a:pt x="6424" y="48556"/>
                    <a:pt x="5193" y="46522"/>
                    <a:pt x="3185" y="45505"/>
                  </a:cubicBezTo>
                  <a:cubicBezTo>
                    <a:pt x="3159" y="43604"/>
                    <a:pt x="2088" y="41731"/>
                    <a:pt x="375" y="40660"/>
                  </a:cubicBezTo>
                  <a:cubicBezTo>
                    <a:pt x="1901" y="39697"/>
                    <a:pt x="3319" y="37877"/>
                    <a:pt x="3185" y="35816"/>
                  </a:cubicBezTo>
                  <a:cubicBezTo>
                    <a:pt x="5193" y="34799"/>
                    <a:pt x="6424" y="32764"/>
                    <a:pt x="6424" y="30516"/>
                  </a:cubicBezTo>
                  <a:cubicBezTo>
                    <a:pt x="6424" y="28268"/>
                    <a:pt x="5166" y="26260"/>
                    <a:pt x="3185" y="25216"/>
                  </a:cubicBezTo>
                  <a:cubicBezTo>
                    <a:pt x="3105" y="23236"/>
                    <a:pt x="2061" y="21442"/>
                    <a:pt x="375"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84" y="10"/>
                    <a:pt x="157" y="1"/>
                    <a:pt x="1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 name="Google Shape;355;p142"/>
            <p:cNvSpPr/>
            <p:nvPr/>
          </p:nvSpPr>
          <p:spPr>
            <a:xfrm>
              <a:off x="1300050" y="2593575"/>
              <a:ext cx="160600" cy="2032875"/>
            </a:xfrm>
            <a:custGeom>
              <a:rect b="b" l="l" r="r" t="t"/>
              <a:pathLst>
                <a:path extrusionOk="0" h="81315" w="6424">
                  <a:moveTo>
                    <a:pt x="167" y="1"/>
                  </a:moveTo>
                  <a:cubicBezTo>
                    <a:pt x="121" y="1"/>
                    <a:pt x="73" y="26"/>
                    <a:pt x="54" y="65"/>
                  </a:cubicBezTo>
                  <a:cubicBezTo>
                    <a:pt x="27" y="92"/>
                    <a:pt x="27" y="118"/>
                    <a:pt x="27" y="118"/>
                  </a:cubicBezTo>
                  <a:cubicBezTo>
                    <a:pt x="27" y="172"/>
                    <a:pt x="54" y="225"/>
                    <a:pt x="80" y="225"/>
                  </a:cubicBezTo>
                  <a:cubicBezTo>
                    <a:pt x="1820" y="1243"/>
                    <a:pt x="2971" y="3170"/>
                    <a:pt x="2944" y="5043"/>
                  </a:cubicBezTo>
                  <a:cubicBezTo>
                    <a:pt x="2944" y="5070"/>
                    <a:pt x="2971" y="5124"/>
                    <a:pt x="3025" y="5150"/>
                  </a:cubicBezTo>
                  <a:cubicBezTo>
                    <a:pt x="4952" y="6141"/>
                    <a:pt x="6183" y="8095"/>
                    <a:pt x="6183" y="10263"/>
                  </a:cubicBezTo>
                  <a:cubicBezTo>
                    <a:pt x="6183" y="12431"/>
                    <a:pt x="4952" y="14384"/>
                    <a:pt x="3025" y="15375"/>
                  </a:cubicBezTo>
                  <a:cubicBezTo>
                    <a:pt x="2971" y="15402"/>
                    <a:pt x="2944" y="15428"/>
                    <a:pt x="2944" y="15482"/>
                  </a:cubicBezTo>
                  <a:cubicBezTo>
                    <a:pt x="2998" y="17355"/>
                    <a:pt x="1847" y="19256"/>
                    <a:pt x="107" y="20273"/>
                  </a:cubicBezTo>
                  <a:cubicBezTo>
                    <a:pt x="80" y="20300"/>
                    <a:pt x="54" y="20326"/>
                    <a:pt x="27" y="20353"/>
                  </a:cubicBezTo>
                  <a:cubicBezTo>
                    <a:pt x="27" y="20407"/>
                    <a:pt x="27" y="20460"/>
                    <a:pt x="80" y="20514"/>
                  </a:cubicBezTo>
                  <a:cubicBezTo>
                    <a:pt x="1820" y="21504"/>
                    <a:pt x="2891" y="23297"/>
                    <a:pt x="2944" y="25305"/>
                  </a:cubicBezTo>
                  <a:cubicBezTo>
                    <a:pt x="2944" y="25358"/>
                    <a:pt x="2971" y="25385"/>
                    <a:pt x="3025" y="25412"/>
                  </a:cubicBezTo>
                  <a:cubicBezTo>
                    <a:pt x="4952" y="26402"/>
                    <a:pt x="6183" y="28356"/>
                    <a:pt x="6183" y="30524"/>
                  </a:cubicBezTo>
                  <a:cubicBezTo>
                    <a:pt x="6183" y="32692"/>
                    <a:pt x="4952" y="34646"/>
                    <a:pt x="3025" y="35636"/>
                  </a:cubicBezTo>
                  <a:cubicBezTo>
                    <a:pt x="2971" y="35663"/>
                    <a:pt x="2944" y="35717"/>
                    <a:pt x="2944" y="35770"/>
                  </a:cubicBezTo>
                  <a:cubicBezTo>
                    <a:pt x="3105" y="37831"/>
                    <a:pt x="1633" y="39651"/>
                    <a:pt x="107" y="40535"/>
                  </a:cubicBezTo>
                  <a:cubicBezTo>
                    <a:pt x="80" y="40561"/>
                    <a:pt x="54" y="40588"/>
                    <a:pt x="27" y="40615"/>
                  </a:cubicBezTo>
                  <a:cubicBezTo>
                    <a:pt x="27" y="40668"/>
                    <a:pt x="27" y="40749"/>
                    <a:pt x="80" y="40775"/>
                  </a:cubicBezTo>
                  <a:cubicBezTo>
                    <a:pt x="1820" y="41766"/>
                    <a:pt x="2944" y="43639"/>
                    <a:pt x="2944" y="45540"/>
                  </a:cubicBezTo>
                  <a:cubicBezTo>
                    <a:pt x="2944" y="45540"/>
                    <a:pt x="2944" y="45566"/>
                    <a:pt x="2944" y="45566"/>
                  </a:cubicBezTo>
                  <a:cubicBezTo>
                    <a:pt x="2944" y="45620"/>
                    <a:pt x="2971" y="45674"/>
                    <a:pt x="3025" y="45674"/>
                  </a:cubicBezTo>
                  <a:cubicBezTo>
                    <a:pt x="4952" y="46664"/>
                    <a:pt x="6183" y="48618"/>
                    <a:pt x="6183" y="50786"/>
                  </a:cubicBezTo>
                  <a:cubicBezTo>
                    <a:pt x="6183" y="52954"/>
                    <a:pt x="4952" y="54934"/>
                    <a:pt x="3025" y="55898"/>
                  </a:cubicBezTo>
                  <a:cubicBezTo>
                    <a:pt x="2971" y="55925"/>
                    <a:pt x="2944" y="55952"/>
                    <a:pt x="2944" y="56005"/>
                  </a:cubicBezTo>
                  <a:cubicBezTo>
                    <a:pt x="2891" y="58012"/>
                    <a:pt x="1847" y="59806"/>
                    <a:pt x="107" y="60796"/>
                  </a:cubicBezTo>
                  <a:cubicBezTo>
                    <a:pt x="80" y="60823"/>
                    <a:pt x="54" y="60850"/>
                    <a:pt x="27" y="60903"/>
                  </a:cubicBezTo>
                  <a:cubicBezTo>
                    <a:pt x="27" y="60957"/>
                    <a:pt x="27" y="61010"/>
                    <a:pt x="80" y="61037"/>
                  </a:cubicBezTo>
                  <a:cubicBezTo>
                    <a:pt x="1820" y="62054"/>
                    <a:pt x="2891" y="63847"/>
                    <a:pt x="2944" y="65828"/>
                  </a:cubicBezTo>
                  <a:cubicBezTo>
                    <a:pt x="2944" y="65882"/>
                    <a:pt x="2971" y="65935"/>
                    <a:pt x="3025" y="65962"/>
                  </a:cubicBezTo>
                  <a:cubicBezTo>
                    <a:pt x="4952" y="66925"/>
                    <a:pt x="6183" y="68879"/>
                    <a:pt x="6183" y="71047"/>
                  </a:cubicBezTo>
                  <a:cubicBezTo>
                    <a:pt x="6183" y="73242"/>
                    <a:pt x="4952" y="75196"/>
                    <a:pt x="3025" y="76160"/>
                  </a:cubicBezTo>
                  <a:cubicBezTo>
                    <a:pt x="2971" y="76186"/>
                    <a:pt x="2944" y="76240"/>
                    <a:pt x="2944" y="76267"/>
                  </a:cubicBezTo>
                  <a:cubicBezTo>
                    <a:pt x="2891" y="78274"/>
                    <a:pt x="1820" y="80067"/>
                    <a:pt x="80" y="81084"/>
                  </a:cubicBezTo>
                  <a:cubicBezTo>
                    <a:pt x="27" y="81111"/>
                    <a:pt x="0" y="81191"/>
                    <a:pt x="54" y="81245"/>
                  </a:cubicBezTo>
                  <a:cubicBezTo>
                    <a:pt x="71" y="81296"/>
                    <a:pt x="109" y="81315"/>
                    <a:pt x="149" y="81315"/>
                  </a:cubicBezTo>
                  <a:cubicBezTo>
                    <a:pt x="171" y="81315"/>
                    <a:pt x="195" y="81308"/>
                    <a:pt x="214" y="81299"/>
                  </a:cubicBezTo>
                  <a:cubicBezTo>
                    <a:pt x="2007" y="80255"/>
                    <a:pt x="3105" y="78408"/>
                    <a:pt x="3185" y="76347"/>
                  </a:cubicBezTo>
                  <a:cubicBezTo>
                    <a:pt x="5193" y="75330"/>
                    <a:pt x="6424" y="73296"/>
                    <a:pt x="6424" y="71047"/>
                  </a:cubicBezTo>
                  <a:cubicBezTo>
                    <a:pt x="6424" y="68826"/>
                    <a:pt x="5193" y="66792"/>
                    <a:pt x="3185" y="65748"/>
                  </a:cubicBezTo>
                  <a:cubicBezTo>
                    <a:pt x="3132" y="63767"/>
                    <a:pt x="2088" y="61974"/>
                    <a:pt x="402" y="60930"/>
                  </a:cubicBezTo>
                  <a:cubicBezTo>
                    <a:pt x="2088" y="59859"/>
                    <a:pt x="3132" y="58093"/>
                    <a:pt x="3185" y="56085"/>
                  </a:cubicBezTo>
                  <a:cubicBezTo>
                    <a:pt x="5193" y="55068"/>
                    <a:pt x="6424" y="53034"/>
                    <a:pt x="6424" y="50786"/>
                  </a:cubicBezTo>
                  <a:cubicBezTo>
                    <a:pt x="6424" y="48537"/>
                    <a:pt x="5193" y="46530"/>
                    <a:pt x="3185" y="45486"/>
                  </a:cubicBezTo>
                  <a:cubicBezTo>
                    <a:pt x="3185" y="43586"/>
                    <a:pt x="2088" y="41739"/>
                    <a:pt x="402" y="40668"/>
                  </a:cubicBezTo>
                  <a:cubicBezTo>
                    <a:pt x="1927" y="39705"/>
                    <a:pt x="3319" y="37885"/>
                    <a:pt x="3212" y="35824"/>
                  </a:cubicBezTo>
                  <a:cubicBezTo>
                    <a:pt x="5193" y="34780"/>
                    <a:pt x="6424" y="32772"/>
                    <a:pt x="6424" y="30524"/>
                  </a:cubicBezTo>
                  <a:cubicBezTo>
                    <a:pt x="6424" y="28276"/>
                    <a:pt x="5193" y="26268"/>
                    <a:pt x="3185" y="25225"/>
                  </a:cubicBezTo>
                  <a:cubicBezTo>
                    <a:pt x="3105" y="23244"/>
                    <a:pt x="2061" y="21451"/>
                    <a:pt x="402" y="20407"/>
                  </a:cubicBezTo>
                  <a:cubicBezTo>
                    <a:pt x="2088" y="19336"/>
                    <a:pt x="3185" y="17436"/>
                    <a:pt x="3185" y="15616"/>
                  </a:cubicBezTo>
                  <a:cubicBezTo>
                    <a:pt x="3185" y="15589"/>
                    <a:pt x="3185" y="15562"/>
                    <a:pt x="3185" y="15562"/>
                  </a:cubicBezTo>
                  <a:cubicBezTo>
                    <a:pt x="5193" y="14518"/>
                    <a:pt x="6424" y="12511"/>
                    <a:pt x="6424" y="10263"/>
                  </a:cubicBezTo>
                  <a:cubicBezTo>
                    <a:pt x="6424" y="8014"/>
                    <a:pt x="5193" y="6007"/>
                    <a:pt x="3185" y="4963"/>
                  </a:cubicBezTo>
                  <a:cubicBezTo>
                    <a:pt x="3185" y="3036"/>
                    <a:pt x="2007" y="1055"/>
                    <a:pt x="214"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 name="Google Shape;356;p142"/>
            <p:cNvSpPr/>
            <p:nvPr/>
          </p:nvSpPr>
          <p:spPr>
            <a:xfrm>
              <a:off x="1146800" y="2845375"/>
              <a:ext cx="159950" cy="2032675"/>
            </a:xfrm>
            <a:custGeom>
              <a:rect b="b" l="l" r="r" t="t"/>
              <a:pathLst>
                <a:path extrusionOk="0" h="81307" w="6398">
                  <a:moveTo>
                    <a:pt x="120" y="1"/>
                  </a:moveTo>
                  <a:cubicBezTo>
                    <a:pt x="81" y="1"/>
                    <a:pt x="44" y="24"/>
                    <a:pt x="28" y="57"/>
                  </a:cubicBezTo>
                  <a:cubicBezTo>
                    <a:pt x="28" y="84"/>
                    <a:pt x="1" y="110"/>
                    <a:pt x="1" y="137"/>
                  </a:cubicBezTo>
                  <a:cubicBezTo>
                    <a:pt x="1" y="164"/>
                    <a:pt x="28" y="217"/>
                    <a:pt x="81" y="244"/>
                  </a:cubicBezTo>
                  <a:cubicBezTo>
                    <a:pt x="1821" y="1234"/>
                    <a:pt x="2972" y="3162"/>
                    <a:pt x="2918" y="5035"/>
                  </a:cubicBezTo>
                  <a:cubicBezTo>
                    <a:pt x="2918" y="5089"/>
                    <a:pt x="2945" y="5142"/>
                    <a:pt x="2998" y="5142"/>
                  </a:cubicBezTo>
                  <a:cubicBezTo>
                    <a:pt x="4952" y="6133"/>
                    <a:pt x="6157" y="8086"/>
                    <a:pt x="6157" y="10254"/>
                  </a:cubicBezTo>
                  <a:cubicBezTo>
                    <a:pt x="6157" y="12422"/>
                    <a:pt x="4952" y="14376"/>
                    <a:pt x="2998" y="15367"/>
                  </a:cubicBezTo>
                  <a:cubicBezTo>
                    <a:pt x="2945" y="15393"/>
                    <a:pt x="2918" y="15420"/>
                    <a:pt x="2918" y="15474"/>
                  </a:cubicBezTo>
                  <a:cubicBezTo>
                    <a:pt x="2972" y="17321"/>
                    <a:pt x="1848" y="19248"/>
                    <a:pt x="81" y="20265"/>
                  </a:cubicBezTo>
                  <a:cubicBezTo>
                    <a:pt x="54" y="20292"/>
                    <a:pt x="28" y="20318"/>
                    <a:pt x="1" y="20345"/>
                  </a:cubicBezTo>
                  <a:cubicBezTo>
                    <a:pt x="1" y="20425"/>
                    <a:pt x="28" y="20479"/>
                    <a:pt x="81" y="20506"/>
                  </a:cubicBezTo>
                  <a:cubicBezTo>
                    <a:pt x="1794" y="21496"/>
                    <a:pt x="2865" y="23289"/>
                    <a:pt x="2918" y="25297"/>
                  </a:cubicBezTo>
                  <a:cubicBezTo>
                    <a:pt x="2918" y="25350"/>
                    <a:pt x="2945"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079" y="37823"/>
                    <a:pt x="1633" y="39643"/>
                    <a:pt x="81" y="40526"/>
                  </a:cubicBezTo>
                  <a:cubicBezTo>
                    <a:pt x="54" y="40553"/>
                    <a:pt x="28" y="40580"/>
                    <a:pt x="1" y="40633"/>
                  </a:cubicBezTo>
                  <a:cubicBezTo>
                    <a:pt x="1" y="40687"/>
                    <a:pt x="28" y="40741"/>
                    <a:pt x="81" y="40767"/>
                  </a:cubicBezTo>
                  <a:cubicBezTo>
                    <a:pt x="1821" y="41784"/>
                    <a:pt x="2918" y="43631"/>
                    <a:pt x="2918" y="45532"/>
                  </a:cubicBezTo>
                  <a:cubicBezTo>
                    <a:pt x="2918" y="45532"/>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81" y="60815"/>
                  </a:cubicBezTo>
                  <a:cubicBezTo>
                    <a:pt x="54" y="60815"/>
                    <a:pt x="28" y="60841"/>
                    <a:pt x="1" y="60895"/>
                  </a:cubicBezTo>
                  <a:cubicBezTo>
                    <a:pt x="1" y="60949"/>
                    <a:pt x="28"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8" y="81103"/>
                    <a:pt x="1" y="81183"/>
                    <a:pt x="28" y="81237"/>
                  </a:cubicBezTo>
                  <a:cubicBezTo>
                    <a:pt x="44" y="81288"/>
                    <a:pt x="83" y="81306"/>
                    <a:pt x="129" y="81306"/>
                  </a:cubicBezTo>
                  <a:cubicBezTo>
                    <a:pt x="156" y="81306"/>
                    <a:pt x="185" y="81300"/>
                    <a:pt x="215" y="81290"/>
                  </a:cubicBezTo>
                  <a:cubicBezTo>
                    <a:pt x="1981" y="80247"/>
                    <a:pt x="3106" y="78400"/>
                    <a:pt x="3186" y="76366"/>
                  </a:cubicBezTo>
                  <a:cubicBezTo>
                    <a:pt x="5167" y="75322"/>
                    <a:pt x="6398" y="73288"/>
                    <a:pt x="6398" y="71066"/>
                  </a:cubicBezTo>
                  <a:cubicBezTo>
                    <a:pt x="6398" y="68818"/>
                    <a:pt x="5167" y="66783"/>
                    <a:pt x="3186" y="65766"/>
                  </a:cubicBezTo>
                  <a:cubicBezTo>
                    <a:pt x="3106" y="63759"/>
                    <a:pt x="2062" y="61992"/>
                    <a:pt x="375" y="60922"/>
                  </a:cubicBezTo>
                  <a:cubicBezTo>
                    <a:pt x="2062" y="59878"/>
                    <a:pt x="3106" y="58085"/>
                    <a:pt x="3186" y="56077"/>
                  </a:cubicBezTo>
                  <a:cubicBezTo>
                    <a:pt x="5167" y="55060"/>
                    <a:pt x="6398" y="53026"/>
                    <a:pt x="6398" y="50778"/>
                  </a:cubicBezTo>
                  <a:cubicBezTo>
                    <a:pt x="6398" y="48556"/>
                    <a:pt x="5167" y="46522"/>
                    <a:pt x="3186" y="45505"/>
                  </a:cubicBezTo>
                  <a:cubicBezTo>
                    <a:pt x="3159" y="43604"/>
                    <a:pt x="2088" y="41731"/>
                    <a:pt x="375" y="40660"/>
                  </a:cubicBezTo>
                  <a:cubicBezTo>
                    <a:pt x="1901" y="39697"/>
                    <a:pt x="3293" y="37877"/>
                    <a:pt x="3186" y="35816"/>
                  </a:cubicBezTo>
                  <a:cubicBezTo>
                    <a:pt x="5167" y="34799"/>
                    <a:pt x="6398" y="32764"/>
                    <a:pt x="6398" y="30516"/>
                  </a:cubicBezTo>
                  <a:cubicBezTo>
                    <a:pt x="6398" y="28268"/>
                    <a:pt x="5167" y="26260"/>
                    <a:pt x="3186" y="25216"/>
                  </a:cubicBezTo>
                  <a:cubicBezTo>
                    <a:pt x="3079" y="23236"/>
                    <a:pt x="2062" y="21442"/>
                    <a:pt x="375" y="20399"/>
                  </a:cubicBezTo>
                  <a:cubicBezTo>
                    <a:pt x="2088" y="19328"/>
                    <a:pt x="3186" y="17401"/>
                    <a:pt x="3186" y="15554"/>
                  </a:cubicBezTo>
                  <a:cubicBezTo>
                    <a:pt x="5167" y="14510"/>
                    <a:pt x="6398" y="12503"/>
                    <a:pt x="6398" y="10254"/>
                  </a:cubicBezTo>
                  <a:cubicBezTo>
                    <a:pt x="6398" y="8006"/>
                    <a:pt x="5167" y="5999"/>
                    <a:pt x="3186" y="4955"/>
                  </a:cubicBezTo>
                  <a:cubicBezTo>
                    <a:pt x="3186" y="3028"/>
                    <a:pt x="1981" y="1047"/>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 name="Google Shape;357;p142"/>
            <p:cNvSpPr/>
            <p:nvPr/>
          </p:nvSpPr>
          <p:spPr>
            <a:xfrm>
              <a:off x="992900" y="2593575"/>
              <a:ext cx="160625" cy="2032875"/>
            </a:xfrm>
            <a:custGeom>
              <a:rect b="b" l="l" r="r" t="t"/>
              <a:pathLst>
                <a:path extrusionOk="0" h="81315" w="6425">
                  <a:moveTo>
                    <a:pt x="167" y="1"/>
                  </a:moveTo>
                  <a:cubicBezTo>
                    <a:pt x="120" y="1"/>
                    <a:pt x="67" y="26"/>
                    <a:pt x="27" y="65"/>
                  </a:cubicBezTo>
                  <a:cubicBezTo>
                    <a:pt x="27" y="92"/>
                    <a:pt x="27" y="118"/>
                    <a:pt x="27" y="118"/>
                  </a:cubicBezTo>
                  <a:cubicBezTo>
                    <a:pt x="27" y="172"/>
                    <a:pt x="54"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72" y="15402"/>
                    <a:pt x="2945" y="15428"/>
                    <a:pt x="2945" y="15482"/>
                  </a:cubicBezTo>
                  <a:cubicBezTo>
                    <a:pt x="2998" y="17329"/>
                    <a:pt x="1847"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72" y="35663"/>
                    <a:pt x="2945" y="35717"/>
                    <a:pt x="2945" y="35770"/>
                  </a:cubicBezTo>
                  <a:cubicBezTo>
                    <a:pt x="3105"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18"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5" y="78408"/>
                    <a:pt x="3186" y="76347"/>
                  </a:cubicBezTo>
                  <a:cubicBezTo>
                    <a:pt x="5193" y="75330"/>
                    <a:pt x="6424" y="73296"/>
                    <a:pt x="6424" y="71047"/>
                  </a:cubicBezTo>
                  <a:cubicBezTo>
                    <a:pt x="6424" y="68826"/>
                    <a:pt x="5193" y="66792"/>
                    <a:pt x="3186" y="65748"/>
                  </a:cubicBezTo>
                  <a:cubicBezTo>
                    <a:pt x="3105" y="63767"/>
                    <a:pt x="2088" y="61974"/>
                    <a:pt x="402" y="60930"/>
                  </a:cubicBezTo>
                  <a:cubicBezTo>
                    <a:pt x="2088" y="59859"/>
                    <a:pt x="3105" y="58093"/>
                    <a:pt x="3186" y="56085"/>
                  </a:cubicBezTo>
                  <a:cubicBezTo>
                    <a:pt x="5193" y="55068"/>
                    <a:pt x="6424" y="53034"/>
                    <a:pt x="6424" y="50786"/>
                  </a:cubicBezTo>
                  <a:cubicBezTo>
                    <a:pt x="6424" y="48537"/>
                    <a:pt x="5193" y="46530"/>
                    <a:pt x="3186" y="45486"/>
                  </a:cubicBezTo>
                  <a:cubicBezTo>
                    <a:pt x="3159" y="43586"/>
                    <a:pt x="2088" y="41739"/>
                    <a:pt x="402" y="40668"/>
                  </a:cubicBezTo>
                  <a:cubicBezTo>
                    <a:pt x="1901" y="39705"/>
                    <a:pt x="3320" y="37885"/>
                    <a:pt x="3186" y="35824"/>
                  </a:cubicBezTo>
                  <a:cubicBezTo>
                    <a:pt x="5193" y="34780"/>
                    <a:pt x="6424" y="32772"/>
                    <a:pt x="6424" y="30524"/>
                  </a:cubicBezTo>
                  <a:cubicBezTo>
                    <a:pt x="6424" y="28276"/>
                    <a:pt x="5193" y="26268"/>
                    <a:pt x="3186" y="25225"/>
                  </a:cubicBezTo>
                  <a:cubicBezTo>
                    <a:pt x="3105" y="23244"/>
                    <a:pt x="2062" y="21451"/>
                    <a:pt x="402" y="20407"/>
                  </a:cubicBezTo>
                  <a:cubicBezTo>
                    <a:pt x="2088" y="19336"/>
                    <a:pt x="3186" y="17436"/>
                    <a:pt x="3186" y="15616"/>
                  </a:cubicBezTo>
                  <a:cubicBezTo>
                    <a:pt x="3186" y="15589"/>
                    <a:pt x="3186" y="15562"/>
                    <a:pt x="3186" y="15562"/>
                  </a:cubicBezTo>
                  <a:cubicBezTo>
                    <a:pt x="5193" y="14518"/>
                    <a:pt x="6424" y="12511"/>
                    <a:pt x="6424" y="10263"/>
                  </a:cubicBezTo>
                  <a:cubicBezTo>
                    <a:pt x="6424" y="8014"/>
                    <a:pt x="5193" y="6007"/>
                    <a:pt x="3186" y="4963"/>
                  </a:cubicBezTo>
                  <a:cubicBezTo>
                    <a:pt x="3186" y="3036"/>
                    <a:pt x="2008" y="1055"/>
                    <a:pt x="215"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 name="Google Shape;358;p142"/>
            <p:cNvSpPr/>
            <p:nvPr/>
          </p:nvSpPr>
          <p:spPr>
            <a:xfrm>
              <a:off x="839675" y="2845375"/>
              <a:ext cx="159950" cy="2032675"/>
            </a:xfrm>
            <a:custGeom>
              <a:rect b="b" l="l" r="r" t="t"/>
              <a:pathLst>
                <a:path extrusionOk="0" h="81307" w="6398">
                  <a:moveTo>
                    <a:pt x="119" y="1"/>
                  </a:moveTo>
                  <a:cubicBezTo>
                    <a:pt x="81" y="1"/>
                    <a:pt x="44" y="24"/>
                    <a:pt x="27" y="57"/>
                  </a:cubicBezTo>
                  <a:cubicBezTo>
                    <a:pt x="0" y="84"/>
                    <a:pt x="0" y="110"/>
                    <a:pt x="0" y="137"/>
                  </a:cubicBezTo>
                  <a:cubicBezTo>
                    <a:pt x="0" y="164"/>
                    <a:pt x="27" y="217"/>
                    <a:pt x="54" y="244"/>
                  </a:cubicBezTo>
                  <a:cubicBezTo>
                    <a:pt x="1794" y="1234"/>
                    <a:pt x="2971" y="3162"/>
                    <a:pt x="2918" y="5035"/>
                  </a:cubicBezTo>
                  <a:cubicBezTo>
                    <a:pt x="2918" y="5089"/>
                    <a:pt x="2945" y="5142"/>
                    <a:pt x="2998" y="5142"/>
                  </a:cubicBezTo>
                  <a:cubicBezTo>
                    <a:pt x="4925" y="6133"/>
                    <a:pt x="6156" y="8086"/>
                    <a:pt x="6156" y="10254"/>
                  </a:cubicBezTo>
                  <a:cubicBezTo>
                    <a:pt x="6156" y="12422"/>
                    <a:pt x="4925" y="14376"/>
                    <a:pt x="2998" y="15367"/>
                  </a:cubicBezTo>
                  <a:cubicBezTo>
                    <a:pt x="2945" y="15393"/>
                    <a:pt x="2918" y="15420"/>
                    <a:pt x="2918" y="15474"/>
                  </a:cubicBezTo>
                  <a:cubicBezTo>
                    <a:pt x="2971" y="17321"/>
                    <a:pt x="1847" y="19248"/>
                    <a:pt x="81" y="20265"/>
                  </a:cubicBezTo>
                  <a:cubicBezTo>
                    <a:pt x="54" y="20292"/>
                    <a:pt x="27" y="20318"/>
                    <a:pt x="0" y="20345"/>
                  </a:cubicBezTo>
                  <a:cubicBezTo>
                    <a:pt x="0" y="20425"/>
                    <a:pt x="27" y="20479"/>
                    <a:pt x="54" y="20506"/>
                  </a:cubicBezTo>
                  <a:cubicBezTo>
                    <a:pt x="1794" y="21496"/>
                    <a:pt x="2864" y="23289"/>
                    <a:pt x="2918" y="25297"/>
                  </a:cubicBezTo>
                  <a:cubicBezTo>
                    <a:pt x="2918" y="25350"/>
                    <a:pt x="2945" y="25404"/>
                    <a:pt x="2998" y="25404"/>
                  </a:cubicBezTo>
                  <a:cubicBezTo>
                    <a:pt x="4925" y="26394"/>
                    <a:pt x="6156" y="28348"/>
                    <a:pt x="6156" y="30516"/>
                  </a:cubicBezTo>
                  <a:cubicBezTo>
                    <a:pt x="6156" y="32684"/>
                    <a:pt x="4925" y="34665"/>
                    <a:pt x="2998" y="35628"/>
                  </a:cubicBezTo>
                  <a:cubicBezTo>
                    <a:pt x="2945" y="35655"/>
                    <a:pt x="2918" y="35709"/>
                    <a:pt x="2918" y="35762"/>
                  </a:cubicBezTo>
                  <a:cubicBezTo>
                    <a:pt x="3078" y="37823"/>
                    <a:pt x="1606" y="39643"/>
                    <a:pt x="81" y="40526"/>
                  </a:cubicBezTo>
                  <a:cubicBezTo>
                    <a:pt x="54" y="40553"/>
                    <a:pt x="27" y="40580"/>
                    <a:pt x="0" y="40633"/>
                  </a:cubicBezTo>
                  <a:cubicBezTo>
                    <a:pt x="0" y="40687"/>
                    <a:pt x="27" y="40741"/>
                    <a:pt x="54" y="40767"/>
                  </a:cubicBezTo>
                  <a:cubicBezTo>
                    <a:pt x="1794" y="41784"/>
                    <a:pt x="2918" y="43631"/>
                    <a:pt x="2918" y="45532"/>
                  </a:cubicBezTo>
                  <a:cubicBezTo>
                    <a:pt x="2918" y="45558"/>
                    <a:pt x="2918" y="45558"/>
                    <a:pt x="2918" y="45558"/>
                  </a:cubicBezTo>
                  <a:cubicBezTo>
                    <a:pt x="2918" y="45612"/>
                    <a:pt x="2945" y="45665"/>
                    <a:pt x="2998" y="45692"/>
                  </a:cubicBezTo>
                  <a:cubicBezTo>
                    <a:pt x="4925" y="46656"/>
                    <a:pt x="6156" y="48610"/>
                    <a:pt x="6156" y="50778"/>
                  </a:cubicBezTo>
                  <a:cubicBezTo>
                    <a:pt x="6156" y="52972"/>
                    <a:pt x="4925" y="54926"/>
                    <a:pt x="2998" y="55890"/>
                  </a:cubicBezTo>
                  <a:cubicBezTo>
                    <a:pt x="2945" y="55917"/>
                    <a:pt x="2918" y="55970"/>
                    <a:pt x="2918" y="55997"/>
                  </a:cubicBezTo>
                  <a:cubicBezTo>
                    <a:pt x="2864" y="58004"/>
                    <a:pt x="1820" y="59798"/>
                    <a:pt x="81" y="60815"/>
                  </a:cubicBezTo>
                  <a:cubicBezTo>
                    <a:pt x="54" y="60815"/>
                    <a:pt x="27" y="60841"/>
                    <a:pt x="0" y="60895"/>
                  </a:cubicBezTo>
                  <a:cubicBezTo>
                    <a:pt x="0" y="60949"/>
                    <a:pt x="27" y="61002"/>
                    <a:pt x="54" y="61029"/>
                  </a:cubicBezTo>
                  <a:cubicBezTo>
                    <a:pt x="1794" y="62046"/>
                    <a:pt x="2864" y="63839"/>
                    <a:pt x="2918" y="65847"/>
                  </a:cubicBezTo>
                  <a:cubicBezTo>
                    <a:pt x="2918" y="65873"/>
                    <a:pt x="2945" y="65927"/>
                    <a:pt x="2998" y="65954"/>
                  </a:cubicBezTo>
                  <a:cubicBezTo>
                    <a:pt x="4925" y="66917"/>
                    <a:pt x="6156" y="68871"/>
                    <a:pt x="6156" y="71066"/>
                  </a:cubicBezTo>
                  <a:cubicBezTo>
                    <a:pt x="6156" y="73234"/>
                    <a:pt x="4925" y="75188"/>
                    <a:pt x="2998" y="76151"/>
                  </a:cubicBezTo>
                  <a:cubicBezTo>
                    <a:pt x="2945" y="76178"/>
                    <a:pt x="2918" y="76232"/>
                    <a:pt x="2918" y="76285"/>
                  </a:cubicBezTo>
                  <a:cubicBezTo>
                    <a:pt x="2864" y="78266"/>
                    <a:pt x="1794" y="80059"/>
                    <a:pt x="81" y="81076"/>
                  </a:cubicBezTo>
                  <a:cubicBezTo>
                    <a:pt x="0" y="81103"/>
                    <a:pt x="0" y="81183"/>
                    <a:pt x="27" y="81237"/>
                  </a:cubicBezTo>
                  <a:cubicBezTo>
                    <a:pt x="44" y="81288"/>
                    <a:pt x="83" y="81306"/>
                    <a:pt x="122" y="81306"/>
                  </a:cubicBezTo>
                  <a:cubicBezTo>
                    <a:pt x="145" y="81306"/>
                    <a:pt x="168" y="81300"/>
                    <a:pt x="188" y="81290"/>
                  </a:cubicBezTo>
                  <a:cubicBezTo>
                    <a:pt x="1981" y="80247"/>
                    <a:pt x="3105" y="78400"/>
                    <a:pt x="3159" y="76366"/>
                  </a:cubicBezTo>
                  <a:cubicBezTo>
                    <a:pt x="5166" y="75322"/>
                    <a:pt x="6397" y="73288"/>
                    <a:pt x="6397" y="71066"/>
                  </a:cubicBezTo>
                  <a:cubicBezTo>
                    <a:pt x="6397" y="68818"/>
                    <a:pt x="5166" y="66783"/>
                    <a:pt x="3159" y="65766"/>
                  </a:cubicBezTo>
                  <a:cubicBezTo>
                    <a:pt x="3105" y="63759"/>
                    <a:pt x="2061" y="61992"/>
                    <a:pt x="375" y="60922"/>
                  </a:cubicBezTo>
                  <a:cubicBezTo>
                    <a:pt x="2061" y="59878"/>
                    <a:pt x="3105" y="58085"/>
                    <a:pt x="3159" y="56077"/>
                  </a:cubicBezTo>
                  <a:cubicBezTo>
                    <a:pt x="5166" y="55060"/>
                    <a:pt x="6397" y="53026"/>
                    <a:pt x="6397" y="50778"/>
                  </a:cubicBezTo>
                  <a:cubicBezTo>
                    <a:pt x="6397" y="48556"/>
                    <a:pt x="5166" y="46522"/>
                    <a:pt x="3159" y="45505"/>
                  </a:cubicBezTo>
                  <a:cubicBezTo>
                    <a:pt x="3159" y="43604"/>
                    <a:pt x="2061" y="41731"/>
                    <a:pt x="375" y="40660"/>
                  </a:cubicBezTo>
                  <a:cubicBezTo>
                    <a:pt x="1901" y="39697"/>
                    <a:pt x="3292" y="37877"/>
                    <a:pt x="3185" y="35816"/>
                  </a:cubicBezTo>
                  <a:cubicBezTo>
                    <a:pt x="5166" y="34799"/>
                    <a:pt x="6397" y="32764"/>
                    <a:pt x="6397" y="30516"/>
                  </a:cubicBezTo>
                  <a:cubicBezTo>
                    <a:pt x="6397" y="28268"/>
                    <a:pt x="5166" y="26260"/>
                    <a:pt x="3159" y="25216"/>
                  </a:cubicBezTo>
                  <a:cubicBezTo>
                    <a:pt x="3078" y="23236"/>
                    <a:pt x="2035" y="21442"/>
                    <a:pt x="375" y="20399"/>
                  </a:cubicBezTo>
                  <a:cubicBezTo>
                    <a:pt x="2061" y="19328"/>
                    <a:pt x="3159" y="17454"/>
                    <a:pt x="3159" y="15608"/>
                  </a:cubicBezTo>
                  <a:cubicBezTo>
                    <a:pt x="3159" y="15581"/>
                    <a:pt x="3159" y="15581"/>
                    <a:pt x="3159" y="15554"/>
                  </a:cubicBezTo>
                  <a:cubicBezTo>
                    <a:pt x="5166" y="14510"/>
                    <a:pt x="6397" y="12503"/>
                    <a:pt x="6397" y="10254"/>
                  </a:cubicBezTo>
                  <a:cubicBezTo>
                    <a:pt x="6397" y="8006"/>
                    <a:pt x="5166" y="5999"/>
                    <a:pt x="3159" y="4955"/>
                  </a:cubicBezTo>
                  <a:cubicBezTo>
                    <a:pt x="3159" y="3028"/>
                    <a:pt x="1981" y="1047"/>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 name="Google Shape;359;p142"/>
            <p:cNvSpPr/>
            <p:nvPr/>
          </p:nvSpPr>
          <p:spPr>
            <a:xfrm>
              <a:off x="685775" y="2593575"/>
              <a:ext cx="159950" cy="2032875"/>
            </a:xfrm>
            <a:custGeom>
              <a:rect b="b" l="l" r="r" t="t"/>
              <a:pathLst>
                <a:path extrusionOk="0" h="81315" w="6398">
                  <a:moveTo>
                    <a:pt x="140" y="1"/>
                  </a:moveTo>
                  <a:cubicBezTo>
                    <a:pt x="95" y="1"/>
                    <a:pt x="47" y="26"/>
                    <a:pt x="27" y="65"/>
                  </a:cubicBezTo>
                  <a:cubicBezTo>
                    <a:pt x="27"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98" y="17329"/>
                    <a:pt x="1847" y="19256"/>
                    <a:pt x="81" y="20273"/>
                  </a:cubicBezTo>
                  <a:cubicBezTo>
                    <a:pt x="54" y="20300"/>
                    <a:pt x="27" y="20326"/>
                    <a:pt x="27"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27" y="40615"/>
                  </a:cubicBezTo>
                  <a:cubicBezTo>
                    <a:pt x="0" y="40668"/>
                    <a:pt x="27" y="40749"/>
                    <a:pt x="81" y="40775"/>
                  </a:cubicBezTo>
                  <a:cubicBezTo>
                    <a:pt x="1820" y="41766"/>
                    <a:pt x="2918" y="43639"/>
                    <a:pt x="2918" y="45540"/>
                  </a:cubicBezTo>
                  <a:lnTo>
                    <a:pt x="2918" y="45566"/>
                  </a:ln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91" y="58012"/>
                    <a:pt x="1820" y="59806"/>
                    <a:pt x="81" y="60796"/>
                  </a:cubicBezTo>
                  <a:cubicBezTo>
                    <a:pt x="54" y="60823"/>
                    <a:pt x="27" y="60850"/>
                    <a:pt x="27" y="60903"/>
                  </a:cubicBezTo>
                  <a:cubicBezTo>
                    <a:pt x="0" y="60957"/>
                    <a:pt x="27" y="61010"/>
                    <a:pt x="81" y="61037"/>
                  </a:cubicBezTo>
                  <a:cubicBezTo>
                    <a:pt x="1820" y="62054"/>
                    <a:pt x="2891"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91" y="78274"/>
                    <a:pt x="1820" y="80067"/>
                    <a:pt x="81" y="81084"/>
                  </a:cubicBezTo>
                  <a:cubicBezTo>
                    <a:pt x="27" y="81111"/>
                    <a:pt x="0" y="81191"/>
                    <a:pt x="27" y="81245"/>
                  </a:cubicBezTo>
                  <a:cubicBezTo>
                    <a:pt x="61" y="81296"/>
                    <a:pt x="95" y="81315"/>
                    <a:pt x="136" y="81315"/>
                  </a:cubicBezTo>
                  <a:cubicBezTo>
                    <a:pt x="159" y="81315"/>
                    <a:pt x="185" y="81308"/>
                    <a:pt x="214" y="81299"/>
                  </a:cubicBezTo>
                  <a:cubicBezTo>
                    <a:pt x="2008"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88"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88" y="19336"/>
                    <a:pt x="3185" y="17436"/>
                    <a:pt x="3185" y="15616"/>
                  </a:cubicBezTo>
                  <a:cubicBezTo>
                    <a:pt x="3185" y="15589"/>
                    <a:pt x="3185" y="15589"/>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 name="Google Shape;360;p142"/>
            <p:cNvSpPr/>
            <p:nvPr/>
          </p:nvSpPr>
          <p:spPr>
            <a:xfrm>
              <a:off x="531875" y="2845375"/>
              <a:ext cx="160600" cy="2032675"/>
            </a:xfrm>
            <a:custGeom>
              <a:rect b="b" l="l" r="r" t="t"/>
              <a:pathLst>
                <a:path extrusionOk="0" h="81307" w="6424">
                  <a:moveTo>
                    <a:pt x="144" y="1"/>
                  </a:moveTo>
                  <a:cubicBezTo>
                    <a:pt x="103" y="1"/>
                    <a:pt x="60" y="24"/>
                    <a:pt x="27" y="57"/>
                  </a:cubicBezTo>
                  <a:cubicBezTo>
                    <a:pt x="27" y="84"/>
                    <a:pt x="27" y="110"/>
                    <a:pt x="27" y="137"/>
                  </a:cubicBezTo>
                  <a:cubicBezTo>
                    <a:pt x="27" y="164"/>
                    <a:pt x="54" y="217"/>
                    <a:pt x="80" y="244"/>
                  </a:cubicBezTo>
                  <a:cubicBezTo>
                    <a:pt x="1820" y="1234"/>
                    <a:pt x="2971" y="3162"/>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47"/>
                    <a:pt x="2944" y="15474"/>
                  </a:cubicBezTo>
                  <a:cubicBezTo>
                    <a:pt x="2998" y="17321"/>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71" y="35655"/>
                    <a:pt x="2944"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lnTo>
                    <a:pt x="2944" y="45558"/>
                  </a:ln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54" y="81237"/>
                  </a:cubicBezTo>
                  <a:cubicBezTo>
                    <a:pt x="71" y="81288"/>
                    <a:pt x="109" y="81306"/>
                    <a:pt x="149" y="81306"/>
                  </a:cubicBezTo>
                  <a:cubicBezTo>
                    <a:pt x="171" y="81306"/>
                    <a:pt x="195" y="81300"/>
                    <a:pt x="214" y="81290"/>
                  </a:cubicBezTo>
                  <a:cubicBezTo>
                    <a:pt x="2008" y="80247"/>
                    <a:pt x="3105" y="78400"/>
                    <a:pt x="3185" y="76366"/>
                  </a:cubicBezTo>
                  <a:cubicBezTo>
                    <a:pt x="5193" y="75322"/>
                    <a:pt x="6424" y="73288"/>
                    <a:pt x="6424" y="71066"/>
                  </a:cubicBezTo>
                  <a:cubicBezTo>
                    <a:pt x="6424" y="68818"/>
                    <a:pt x="5193" y="66783"/>
                    <a:pt x="3185" y="65766"/>
                  </a:cubicBezTo>
                  <a:cubicBezTo>
                    <a:pt x="3105" y="63759"/>
                    <a:pt x="2088" y="61992"/>
                    <a:pt x="402" y="60922"/>
                  </a:cubicBezTo>
                  <a:cubicBezTo>
                    <a:pt x="2088" y="59878"/>
                    <a:pt x="3105" y="58085"/>
                    <a:pt x="3185" y="56077"/>
                  </a:cubicBezTo>
                  <a:cubicBezTo>
                    <a:pt x="5193" y="55060"/>
                    <a:pt x="6424" y="53026"/>
                    <a:pt x="6424" y="50778"/>
                  </a:cubicBezTo>
                  <a:cubicBezTo>
                    <a:pt x="6424" y="48556"/>
                    <a:pt x="5193" y="46522"/>
                    <a:pt x="3185" y="45505"/>
                  </a:cubicBezTo>
                  <a:cubicBezTo>
                    <a:pt x="3185" y="43604"/>
                    <a:pt x="2088" y="41731"/>
                    <a:pt x="402" y="40660"/>
                  </a:cubicBezTo>
                  <a:cubicBezTo>
                    <a:pt x="1900" y="39697"/>
                    <a:pt x="3319" y="37877"/>
                    <a:pt x="3185" y="35816"/>
                  </a:cubicBezTo>
                  <a:cubicBezTo>
                    <a:pt x="5193" y="34799"/>
                    <a:pt x="6424" y="32764"/>
                    <a:pt x="6424" y="30516"/>
                  </a:cubicBezTo>
                  <a:cubicBezTo>
                    <a:pt x="6424" y="28268"/>
                    <a:pt x="5193" y="26260"/>
                    <a:pt x="3185" y="25216"/>
                  </a:cubicBezTo>
                  <a:cubicBezTo>
                    <a:pt x="3105" y="23236"/>
                    <a:pt x="2061" y="21442"/>
                    <a:pt x="402"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94" y="10"/>
                    <a:pt x="169"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 name="Google Shape;361;p142"/>
            <p:cNvSpPr/>
            <p:nvPr/>
          </p:nvSpPr>
          <p:spPr>
            <a:xfrm>
              <a:off x="378625" y="2593575"/>
              <a:ext cx="159950" cy="2032875"/>
            </a:xfrm>
            <a:custGeom>
              <a:rect b="b" l="l" r="r" t="t"/>
              <a:pathLst>
                <a:path extrusionOk="0" h="81315" w="6398">
                  <a:moveTo>
                    <a:pt x="141" y="1"/>
                  </a:moveTo>
                  <a:cubicBezTo>
                    <a:pt x="95" y="1"/>
                    <a:pt x="47" y="26"/>
                    <a:pt x="28" y="65"/>
                  </a:cubicBezTo>
                  <a:cubicBezTo>
                    <a:pt x="1" y="92"/>
                    <a:pt x="1" y="118"/>
                    <a:pt x="1" y="118"/>
                  </a:cubicBezTo>
                  <a:cubicBezTo>
                    <a:pt x="1" y="172"/>
                    <a:pt x="28" y="225"/>
                    <a:pt x="54" y="225"/>
                  </a:cubicBezTo>
                  <a:cubicBezTo>
                    <a:pt x="1794" y="1243"/>
                    <a:pt x="2918" y="3116"/>
                    <a:pt x="2918" y="4963"/>
                  </a:cubicBezTo>
                  <a:cubicBezTo>
                    <a:pt x="2918" y="4990"/>
                    <a:pt x="2918" y="5017"/>
                    <a:pt x="2918" y="5043"/>
                  </a:cubicBezTo>
                  <a:cubicBezTo>
                    <a:pt x="2918" y="5070"/>
                    <a:pt x="2945" y="5124"/>
                    <a:pt x="2999" y="5150"/>
                  </a:cubicBezTo>
                  <a:cubicBezTo>
                    <a:pt x="4952" y="6141"/>
                    <a:pt x="6157" y="8095"/>
                    <a:pt x="6157" y="10263"/>
                  </a:cubicBezTo>
                  <a:cubicBezTo>
                    <a:pt x="6157" y="12431"/>
                    <a:pt x="4952" y="14384"/>
                    <a:pt x="2999" y="15375"/>
                  </a:cubicBezTo>
                  <a:cubicBezTo>
                    <a:pt x="2945" y="15402"/>
                    <a:pt x="2918" y="15428"/>
                    <a:pt x="2918" y="15482"/>
                  </a:cubicBezTo>
                  <a:cubicBezTo>
                    <a:pt x="2972" y="17329"/>
                    <a:pt x="1848" y="19256"/>
                    <a:pt x="81" y="20273"/>
                  </a:cubicBezTo>
                  <a:cubicBezTo>
                    <a:pt x="54" y="20300"/>
                    <a:pt x="28" y="20326"/>
                    <a:pt x="1" y="20353"/>
                  </a:cubicBezTo>
                  <a:cubicBezTo>
                    <a:pt x="1" y="20407"/>
                    <a:pt x="28" y="20487"/>
                    <a:pt x="54" y="20514"/>
                  </a:cubicBezTo>
                  <a:cubicBezTo>
                    <a:pt x="1794" y="21504"/>
                    <a:pt x="2865" y="23297"/>
                    <a:pt x="2918" y="25305"/>
                  </a:cubicBezTo>
                  <a:cubicBezTo>
                    <a:pt x="2918" y="25358"/>
                    <a:pt x="2945" y="25412"/>
                    <a:pt x="2999" y="25412"/>
                  </a:cubicBezTo>
                  <a:cubicBezTo>
                    <a:pt x="4952" y="26402"/>
                    <a:pt x="6157" y="28356"/>
                    <a:pt x="6157" y="30524"/>
                  </a:cubicBezTo>
                  <a:cubicBezTo>
                    <a:pt x="6157" y="32692"/>
                    <a:pt x="4952" y="34646"/>
                    <a:pt x="2999" y="35636"/>
                  </a:cubicBezTo>
                  <a:cubicBezTo>
                    <a:pt x="2945" y="35663"/>
                    <a:pt x="2918" y="35717"/>
                    <a:pt x="2918" y="35770"/>
                  </a:cubicBezTo>
                  <a:cubicBezTo>
                    <a:pt x="3079" y="37831"/>
                    <a:pt x="1607" y="39651"/>
                    <a:pt x="81" y="40535"/>
                  </a:cubicBezTo>
                  <a:cubicBezTo>
                    <a:pt x="54" y="40561"/>
                    <a:pt x="28" y="40588"/>
                    <a:pt x="1" y="40615"/>
                  </a:cubicBezTo>
                  <a:cubicBezTo>
                    <a:pt x="1" y="40668"/>
                    <a:pt x="28" y="40749"/>
                    <a:pt x="54" y="40775"/>
                  </a:cubicBezTo>
                  <a:cubicBezTo>
                    <a:pt x="1794" y="41766"/>
                    <a:pt x="2918" y="43639"/>
                    <a:pt x="2918" y="45540"/>
                  </a:cubicBezTo>
                  <a:cubicBezTo>
                    <a:pt x="2918" y="45540"/>
                    <a:pt x="2918" y="45566"/>
                    <a:pt x="2918" y="45566"/>
                  </a:cubicBezTo>
                  <a:cubicBezTo>
                    <a:pt x="2918" y="45620"/>
                    <a:pt x="2945" y="45674"/>
                    <a:pt x="2999" y="45674"/>
                  </a:cubicBezTo>
                  <a:cubicBezTo>
                    <a:pt x="4952" y="46664"/>
                    <a:pt x="6157" y="48618"/>
                    <a:pt x="6157" y="50786"/>
                  </a:cubicBezTo>
                  <a:cubicBezTo>
                    <a:pt x="6157" y="52954"/>
                    <a:pt x="4952" y="54934"/>
                    <a:pt x="2999" y="55898"/>
                  </a:cubicBezTo>
                  <a:cubicBezTo>
                    <a:pt x="2945" y="55925"/>
                    <a:pt x="2918" y="55952"/>
                    <a:pt x="2918" y="56005"/>
                  </a:cubicBezTo>
                  <a:cubicBezTo>
                    <a:pt x="2865" y="58012"/>
                    <a:pt x="1821" y="59806"/>
                    <a:pt x="81" y="60796"/>
                  </a:cubicBezTo>
                  <a:cubicBezTo>
                    <a:pt x="54" y="60823"/>
                    <a:pt x="28" y="60850"/>
                    <a:pt x="1" y="60903"/>
                  </a:cubicBezTo>
                  <a:cubicBezTo>
                    <a:pt x="1" y="60957"/>
                    <a:pt x="28" y="61010"/>
                    <a:pt x="54" y="61037"/>
                  </a:cubicBezTo>
                  <a:cubicBezTo>
                    <a:pt x="1794" y="62054"/>
                    <a:pt x="2865" y="63847"/>
                    <a:pt x="2918" y="65828"/>
                  </a:cubicBezTo>
                  <a:cubicBezTo>
                    <a:pt x="2918" y="65882"/>
                    <a:pt x="2945" y="65935"/>
                    <a:pt x="2999" y="65962"/>
                  </a:cubicBezTo>
                  <a:cubicBezTo>
                    <a:pt x="4952" y="66925"/>
                    <a:pt x="6157" y="68879"/>
                    <a:pt x="6157" y="71047"/>
                  </a:cubicBezTo>
                  <a:cubicBezTo>
                    <a:pt x="6157" y="73242"/>
                    <a:pt x="4952" y="75196"/>
                    <a:pt x="2999" y="76160"/>
                  </a:cubicBezTo>
                  <a:cubicBezTo>
                    <a:pt x="2945" y="76186"/>
                    <a:pt x="2918" y="76240"/>
                    <a:pt x="2918" y="76267"/>
                  </a:cubicBezTo>
                  <a:cubicBezTo>
                    <a:pt x="2865" y="78274"/>
                    <a:pt x="1821" y="80067"/>
                    <a:pt x="81" y="81084"/>
                  </a:cubicBezTo>
                  <a:cubicBezTo>
                    <a:pt x="1" y="81111"/>
                    <a:pt x="1" y="81191"/>
                    <a:pt x="28" y="81245"/>
                  </a:cubicBezTo>
                  <a:cubicBezTo>
                    <a:pt x="45" y="81296"/>
                    <a:pt x="83" y="81315"/>
                    <a:pt x="123" y="81315"/>
                  </a:cubicBezTo>
                  <a:cubicBezTo>
                    <a:pt x="145" y="81315"/>
                    <a:pt x="169" y="81308"/>
                    <a:pt x="188" y="81299"/>
                  </a:cubicBezTo>
                  <a:cubicBezTo>
                    <a:pt x="1981" y="80255"/>
                    <a:pt x="3106" y="78408"/>
                    <a:pt x="3159" y="76347"/>
                  </a:cubicBezTo>
                  <a:cubicBezTo>
                    <a:pt x="5167" y="75330"/>
                    <a:pt x="6398" y="73296"/>
                    <a:pt x="6398" y="71047"/>
                  </a:cubicBezTo>
                  <a:cubicBezTo>
                    <a:pt x="6398" y="68826"/>
                    <a:pt x="5167" y="66792"/>
                    <a:pt x="3159" y="65748"/>
                  </a:cubicBezTo>
                  <a:cubicBezTo>
                    <a:pt x="3106" y="63767"/>
                    <a:pt x="2062" y="61974"/>
                    <a:pt x="376" y="60930"/>
                  </a:cubicBezTo>
                  <a:cubicBezTo>
                    <a:pt x="2062" y="59859"/>
                    <a:pt x="3106" y="58093"/>
                    <a:pt x="3159" y="56085"/>
                  </a:cubicBezTo>
                  <a:cubicBezTo>
                    <a:pt x="5167" y="55068"/>
                    <a:pt x="6398" y="53034"/>
                    <a:pt x="6398" y="50786"/>
                  </a:cubicBezTo>
                  <a:cubicBezTo>
                    <a:pt x="6398" y="48537"/>
                    <a:pt x="5167" y="46530"/>
                    <a:pt x="3159" y="45486"/>
                  </a:cubicBezTo>
                  <a:cubicBezTo>
                    <a:pt x="3159" y="43586"/>
                    <a:pt x="2062" y="41739"/>
                    <a:pt x="376" y="40668"/>
                  </a:cubicBezTo>
                  <a:cubicBezTo>
                    <a:pt x="1901" y="39705"/>
                    <a:pt x="3293" y="37885"/>
                    <a:pt x="3186" y="35824"/>
                  </a:cubicBezTo>
                  <a:cubicBezTo>
                    <a:pt x="5167" y="34780"/>
                    <a:pt x="6398" y="32772"/>
                    <a:pt x="6398" y="30524"/>
                  </a:cubicBezTo>
                  <a:cubicBezTo>
                    <a:pt x="6398" y="28276"/>
                    <a:pt x="5167" y="26268"/>
                    <a:pt x="3159" y="25225"/>
                  </a:cubicBezTo>
                  <a:cubicBezTo>
                    <a:pt x="3079" y="23244"/>
                    <a:pt x="2035" y="21451"/>
                    <a:pt x="376" y="20407"/>
                  </a:cubicBezTo>
                  <a:cubicBezTo>
                    <a:pt x="2062" y="19336"/>
                    <a:pt x="3186" y="17436"/>
                    <a:pt x="3186" y="15616"/>
                  </a:cubicBezTo>
                  <a:cubicBezTo>
                    <a:pt x="3186" y="15589"/>
                    <a:pt x="3186" y="15589"/>
                    <a:pt x="3186" y="15562"/>
                  </a:cubicBezTo>
                  <a:cubicBezTo>
                    <a:pt x="5167" y="14518"/>
                    <a:pt x="6398" y="12511"/>
                    <a:pt x="6398" y="10263"/>
                  </a:cubicBezTo>
                  <a:cubicBezTo>
                    <a:pt x="6398" y="8014"/>
                    <a:pt x="5167" y="6007"/>
                    <a:pt x="3186" y="4963"/>
                  </a:cubicBezTo>
                  <a:cubicBezTo>
                    <a:pt x="3186" y="3036"/>
                    <a:pt x="1981" y="1055"/>
                    <a:pt x="188" y="11"/>
                  </a:cubicBezTo>
                  <a:cubicBezTo>
                    <a:pt x="174" y="4"/>
                    <a:pt x="158" y="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 name="Google Shape;362;p142"/>
            <p:cNvSpPr/>
            <p:nvPr/>
          </p:nvSpPr>
          <p:spPr>
            <a:xfrm>
              <a:off x="224725" y="2845375"/>
              <a:ext cx="159950" cy="2032675"/>
            </a:xfrm>
            <a:custGeom>
              <a:rect b="b" l="l" r="r" t="t"/>
              <a:pathLst>
                <a:path extrusionOk="0" h="81307" w="6398">
                  <a:moveTo>
                    <a:pt x="126" y="1"/>
                  </a:moveTo>
                  <a:cubicBezTo>
                    <a:pt x="81" y="1"/>
                    <a:pt x="44" y="24"/>
                    <a:pt x="27" y="57"/>
                  </a:cubicBezTo>
                  <a:cubicBezTo>
                    <a:pt x="27" y="84"/>
                    <a:pt x="1" y="110"/>
                    <a:pt x="1" y="137"/>
                  </a:cubicBezTo>
                  <a:cubicBezTo>
                    <a:pt x="1" y="164"/>
                    <a:pt x="27" y="217"/>
                    <a:pt x="81" y="244"/>
                  </a:cubicBezTo>
                  <a:cubicBezTo>
                    <a:pt x="1821" y="1234"/>
                    <a:pt x="2972" y="3162"/>
                    <a:pt x="2918" y="5035"/>
                  </a:cubicBezTo>
                  <a:cubicBezTo>
                    <a:pt x="2945" y="5089"/>
                    <a:pt x="2945" y="5142"/>
                    <a:pt x="2998" y="5142"/>
                  </a:cubicBezTo>
                  <a:cubicBezTo>
                    <a:pt x="4952" y="6133"/>
                    <a:pt x="6157" y="8086"/>
                    <a:pt x="6157" y="10254"/>
                  </a:cubicBezTo>
                  <a:cubicBezTo>
                    <a:pt x="6157" y="12422"/>
                    <a:pt x="4952" y="14376"/>
                    <a:pt x="2998" y="15367"/>
                  </a:cubicBezTo>
                  <a:cubicBezTo>
                    <a:pt x="2945" y="15393"/>
                    <a:pt x="2918" y="15447"/>
                    <a:pt x="2918" y="15474"/>
                  </a:cubicBezTo>
                  <a:cubicBezTo>
                    <a:pt x="2972" y="17321"/>
                    <a:pt x="1848" y="19248"/>
                    <a:pt x="108" y="20265"/>
                  </a:cubicBezTo>
                  <a:cubicBezTo>
                    <a:pt x="54" y="20292"/>
                    <a:pt x="27" y="20318"/>
                    <a:pt x="27" y="20345"/>
                  </a:cubicBezTo>
                  <a:cubicBezTo>
                    <a:pt x="1" y="20425"/>
                    <a:pt x="27" y="20479"/>
                    <a:pt x="81" y="20506"/>
                  </a:cubicBezTo>
                  <a:cubicBezTo>
                    <a:pt x="1794" y="21496"/>
                    <a:pt x="2865" y="23289"/>
                    <a:pt x="2918" y="25297"/>
                  </a:cubicBezTo>
                  <a:cubicBezTo>
                    <a:pt x="2945" y="25350"/>
                    <a:pt x="2972"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106" y="37823"/>
                    <a:pt x="1633" y="39643"/>
                    <a:pt x="108" y="40526"/>
                  </a:cubicBezTo>
                  <a:cubicBezTo>
                    <a:pt x="54" y="40553"/>
                    <a:pt x="27" y="40580"/>
                    <a:pt x="27" y="40633"/>
                  </a:cubicBezTo>
                  <a:cubicBezTo>
                    <a:pt x="1" y="40687"/>
                    <a:pt x="27" y="40741"/>
                    <a:pt x="81" y="40767"/>
                  </a:cubicBezTo>
                  <a:cubicBezTo>
                    <a:pt x="1821" y="41784"/>
                    <a:pt x="2918" y="43631"/>
                    <a:pt x="2918" y="45532"/>
                  </a:cubicBezTo>
                  <a:cubicBezTo>
                    <a:pt x="2918" y="45558"/>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108" y="60815"/>
                  </a:cubicBezTo>
                  <a:cubicBezTo>
                    <a:pt x="54" y="60815"/>
                    <a:pt x="27" y="60841"/>
                    <a:pt x="27" y="60895"/>
                  </a:cubicBezTo>
                  <a:cubicBezTo>
                    <a:pt x="1" y="60949"/>
                    <a:pt x="27"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7" y="81103"/>
                    <a:pt x="1" y="81183"/>
                    <a:pt x="27" y="81237"/>
                  </a:cubicBezTo>
                  <a:cubicBezTo>
                    <a:pt x="61" y="81288"/>
                    <a:pt x="95" y="81306"/>
                    <a:pt x="136" y="81306"/>
                  </a:cubicBezTo>
                  <a:cubicBezTo>
                    <a:pt x="160" y="81306"/>
                    <a:pt x="185" y="81300"/>
                    <a:pt x="215" y="81290"/>
                  </a:cubicBezTo>
                  <a:cubicBezTo>
                    <a:pt x="2008" y="80247"/>
                    <a:pt x="3106" y="78400"/>
                    <a:pt x="3186" y="76366"/>
                  </a:cubicBezTo>
                  <a:cubicBezTo>
                    <a:pt x="5166" y="75322"/>
                    <a:pt x="6398" y="73288"/>
                    <a:pt x="6398" y="71066"/>
                  </a:cubicBezTo>
                  <a:cubicBezTo>
                    <a:pt x="6398" y="68818"/>
                    <a:pt x="5166" y="66783"/>
                    <a:pt x="3186" y="65766"/>
                  </a:cubicBezTo>
                  <a:cubicBezTo>
                    <a:pt x="3106" y="63759"/>
                    <a:pt x="2062" y="61992"/>
                    <a:pt x="375" y="60922"/>
                  </a:cubicBezTo>
                  <a:cubicBezTo>
                    <a:pt x="2062" y="59878"/>
                    <a:pt x="3106" y="58085"/>
                    <a:pt x="3186" y="56077"/>
                  </a:cubicBezTo>
                  <a:cubicBezTo>
                    <a:pt x="5166" y="55060"/>
                    <a:pt x="6398" y="53026"/>
                    <a:pt x="6398" y="50778"/>
                  </a:cubicBezTo>
                  <a:cubicBezTo>
                    <a:pt x="6398" y="48556"/>
                    <a:pt x="5166" y="46522"/>
                    <a:pt x="3186" y="45505"/>
                  </a:cubicBezTo>
                  <a:cubicBezTo>
                    <a:pt x="3159" y="43604"/>
                    <a:pt x="2088" y="41731"/>
                    <a:pt x="375" y="40660"/>
                  </a:cubicBezTo>
                  <a:cubicBezTo>
                    <a:pt x="1901" y="39697"/>
                    <a:pt x="3293" y="37877"/>
                    <a:pt x="3186" y="35816"/>
                  </a:cubicBezTo>
                  <a:cubicBezTo>
                    <a:pt x="5166" y="34799"/>
                    <a:pt x="6398" y="32764"/>
                    <a:pt x="6398" y="30516"/>
                  </a:cubicBezTo>
                  <a:cubicBezTo>
                    <a:pt x="6398" y="28268"/>
                    <a:pt x="5166" y="26260"/>
                    <a:pt x="3186" y="25216"/>
                  </a:cubicBezTo>
                  <a:cubicBezTo>
                    <a:pt x="3079" y="23236"/>
                    <a:pt x="2062" y="21442"/>
                    <a:pt x="375" y="20399"/>
                  </a:cubicBezTo>
                  <a:cubicBezTo>
                    <a:pt x="2088" y="19328"/>
                    <a:pt x="3186" y="17454"/>
                    <a:pt x="3186" y="15608"/>
                  </a:cubicBezTo>
                  <a:cubicBezTo>
                    <a:pt x="3186" y="15581"/>
                    <a:pt x="3186" y="15581"/>
                    <a:pt x="3186" y="15554"/>
                  </a:cubicBezTo>
                  <a:cubicBezTo>
                    <a:pt x="5166" y="14510"/>
                    <a:pt x="6398" y="12503"/>
                    <a:pt x="6398" y="10254"/>
                  </a:cubicBezTo>
                  <a:cubicBezTo>
                    <a:pt x="6398" y="8006"/>
                    <a:pt x="5166" y="5999"/>
                    <a:pt x="3186" y="4955"/>
                  </a:cubicBezTo>
                  <a:cubicBezTo>
                    <a:pt x="3186" y="3028"/>
                    <a:pt x="1981" y="1047"/>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63" name="Google Shape;363;p142"/>
          <p:cNvSpPr/>
          <p:nvPr/>
        </p:nvSpPr>
        <p:spPr>
          <a:xfrm flipH="1" rot="-3415034">
            <a:off x="5349941" y="647072"/>
            <a:ext cx="4814608" cy="4095305"/>
          </a:xfrm>
          <a:custGeom>
            <a:rect b="b" l="l" r="r" t="t"/>
            <a:pathLst>
              <a:path extrusionOk="0" h="52038" w="61178">
                <a:moveTo>
                  <a:pt x="4170" y="12043"/>
                </a:moveTo>
                <a:cubicBezTo>
                  <a:pt x="7339" y="7239"/>
                  <a:pt x="14177" y="1"/>
                  <a:pt x="24184" y="5571"/>
                </a:cubicBezTo>
                <a:cubicBezTo>
                  <a:pt x="34191" y="11142"/>
                  <a:pt x="29988" y="17146"/>
                  <a:pt x="34024" y="21249"/>
                </a:cubicBezTo>
                <a:cubicBezTo>
                  <a:pt x="38061" y="25319"/>
                  <a:pt x="43198" y="25586"/>
                  <a:pt x="51103" y="27253"/>
                </a:cubicBezTo>
                <a:cubicBezTo>
                  <a:pt x="58976" y="28921"/>
                  <a:pt x="61177" y="36093"/>
                  <a:pt x="54472" y="41664"/>
                </a:cubicBezTo>
                <a:cubicBezTo>
                  <a:pt x="47801" y="47268"/>
                  <a:pt x="33758" y="52038"/>
                  <a:pt x="26819" y="46467"/>
                </a:cubicBezTo>
                <a:cubicBezTo>
                  <a:pt x="19848" y="40930"/>
                  <a:pt x="11108" y="34826"/>
                  <a:pt x="5537" y="31590"/>
                </a:cubicBezTo>
                <a:cubicBezTo>
                  <a:pt x="0" y="28388"/>
                  <a:pt x="967" y="16879"/>
                  <a:pt x="4170" y="12043"/>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 name="Google Shape;364;p142"/>
          <p:cNvSpPr/>
          <p:nvPr/>
        </p:nvSpPr>
        <p:spPr>
          <a:xfrm rot="1379372">
            <a:off x="5149944" y="2281365"/>
            <a:ext cx="1343009" cy="1754062"/>
          </a:xfrm>
          <a:custGeom>
            <a:rect b="b" l="l" r="r" t="t"/>
            <a:pathLst>
              <a:path extrusionOk="0" h="22564" w="17277">
                <a:moveTo>
                  <a:pt x="9074" y="0"/>
                </a:moveTo>
                <a:cubicBezTo>
                  <a:pt x="8555" y="0"/>
                  <a:pt x="8010" y="60"/>
                  <a:pt x="7441" y="188"/>
                </a:cubicBezTo>
                <a:cubicBezTo>
                  <a:pt x="2543" y="1285"/>
                  <a:pt x="1" y="6692"/>
                  <a:pt x="54" y="12607"/>
                </a:cubicBezTo>
                <a:cubicBezTo>
                  <a:pt x="134" y="18683"/>
                  <a:pt x="3989" y="22189"/>
                  <a:pt x="8592" y="22564"/>
                </a:cubicBezTo>
                <a:cubicBezTo>
                  <a:pt x="14641" y="22082"/>
                  <a:pt x="16354" y="18388"/>
                  <a:pt x="16836" y="12312"/>
                </a:cubicBezTo>
                <a:cubicBezTo>
                  <a:pt x="17276" y="6737"/>
                  <a:pt x="14567" y="0"/>
                  <a:pt x="90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 name="Google Shape;365;p142"/>
          <p:cNvSpPr/>
          <p:nvPr/>
        </p:nvSpPr>
        <p:spPr>
          <a:xfrm>
            <a:off x="-767475" y="502200"/>
            <a:ext cx="2264661" cy="1997587"/>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CUSTOM_39">
    <p:spTree>
      <p:nvGrpSpPr>
        <p:cNvPr id="366" name="Shape 366"/>
        <p:cNvGrpSpPr/>
        <p:nvPr/>
      </p:nvGrpSpPr>
      <p:grpSpPr>
        <a:xfrm>
          <a:off x="0" y="0"/>
          <a:ext cx="0" cy="0"/>
          <a:chOff x="0" y="0"/>
          <a:chExt cx="0" cy="0"/>
        </a:xfrm>
      </p:grpSpPr>
      <p:sp>
        <p:nvSpPr>
          <p:cNvPr id="367" name="Google Shape;367;p143"/>
          <p:cNvSpPr/>
          <p:nvPr/>
        </p:nvSpPr>
        <p:spPr>
          <a:xfrm rot="10511381">
            <a:off x="-1265831" y="-734711"/>
            <a:ext cx="4829256" cy="4097619"/>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 name="Google Shape;368;p143"/>
          <p:cNvSpPr/>
          <p:nvPr/>
        </p:nvSpPr>
        <p:spPr>
          <a:xfrm rot="-10501983">
            <a:off x="1509091" y="1907610"/>
            <a:ext cx="1554685" cy="1491763"/>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 name="Google Shape;369;p143"/>
          <p:cNvSpPr/>
          <p:nvPr/>
        </p:nvSpPr>
        <p:spPr>
          <a:xfrm rot="-8951944">
            <a:off x="6375575" y="-475064"/>
            <a:ext cx="1938888" cy="3305698"/>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 name="Google Shape;370;p143"/>
          <p:cNvSpPr/>
          <p:nvPr/>
        </p:nvSpPr>
        <p:spPr>
          <a:xfrm flipH="1" rot="9803796">
            <a:off x="6385819" y="2177042"/>
            <a:ext cx="3403937" cy="3389824"/>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71" name="Google Shape;371;p143"/>
          <p:cNvGrpSpPr/>
          <p:nvPr/>
        </p:nvGrpSpPr>
        <p:grpSpPr>
          <a:xfrm flipH="1" rot="10800000">
            <a:off x="2190691" y="1431495"/>
            <a:ext cx="1696762" cy="1688828"/>
            <a:chOff x="2414491" y="671177"/>
            <a:chExt cx="1830972" cy="1822411"/>
          </a:xfrm>
        </p:grpSpPr>
        <p:sp>
          <p:nvSpPr>
            <p:cNvPr id="372" name="Google Shape;372;p143"/>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 name="Google Shape;373;p143"/>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 name="Google Shape;374;p143"/>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 name="Google Shape;375;p143"/>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 name="Google Shape;376;p143"/>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 name="Google Shape;377;p143"/>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 name="Google Shape;378;p143"/>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 name="Google Shape;379;p143"/>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 name="Google Shape;380;p143"/>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 name="Google Shape;381;p143"/>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 name="Google Shape;382;p143"/>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 name="Google Shape;383;p143"/>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 name="Google Shape;384;p143"/>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 name="Google Shape;385;p143"/>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 name="Google Shape;386;p143"/>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 name="Google Shape;387;p143"/>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 name="Google Shape;388;p143"/>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 name="Google Shape;389;p143"/>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 name="Google Shape;390;p143"/>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 name="Google Shape;391;p143"/>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 name="Google Shape;392;p143"/>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 name="Google Shape;393;p143"/>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 name="Google Shape;394;p143"/>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 name="Google Shape;395;p143"/>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 name="Google Shape;396;p143"/>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 name="Google Shape;397;p143"/>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 name="Google Shape;398;p143"/>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 name="Google Shape;399;p143"/>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 name="Google Shape;400;p143"/>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 name="Google Shape;401;p143"/>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 name="Google Shape;402;p143"/>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 name="Google Shape;403;p143"/>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 name="Google Shape;404;p143"/>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 name="Google Shape;405;p143"/>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4">
    <p:spTree>
      <p:nvGrpSpPr>
        <p:cNvPr id="406" name="Shape 406"/>
        <p:cNvGrpSpPr/>
        <p:nvPr/>
      </p:nvGrpSpPr>
      <p:grpSpPr>
        <a:xfrm>
          <a:off x="0" y="0"/>
          <a:ext cx="0" cy="0"/>
          <a:chOff x="0" y="0"/>
          <a:chExt cx="0" cy="0"/>
        </a:xfrm>
      </p:grpSpPr>
      <p:grpSp>
        <p:nvGrpSpPr>
          <p:cNvPr id="407" name="Google Shape;407;p144"/>
          <p:cNvGrpSpPr/>
          <p:nvPr/>
        </p:nvGrpSpPr>
        <p:grpSpPr>
          <a:xfrm rot="-4412986">
            <a:off x="6233427" y="1978854"/>
            <a:ext cx="2523466" cy="2406919"/>
            <a:chOff x="616550" y="744600"/>
            <a:chExt cx="936200" cy="893025"/>
          </a:xfrm>
        </p:grpSpPr>
        <p:sp>
          <p:nvSpPr>
            <p:cNvPr id="408" name="Google Shape;408;p144"/>
            <p:cNvSpPr/>
            <p:nvPr/>
          </p:nvSpPr>
          <p:spPr>
            <a:xfrm>
              <a:off x="616550" y="744600"/>
              <a:ext cx="936200" cy="893025"/>
            </a:xfrm>
            <a:custGeom>
              <a:rect b="b" l="l" r="r" t="t"/>
              <a:pathLst>
                <a:path extrusionOk="0" h="35721" w="37448">
                  <a:moveTo>
                    <a:pt x="21003" y="1"/>
                  </a:moveTo>
                  <a:cubicBezTo>
                    <a:pt x="20950" y="1"/>
                    <a:pt x="20897" y="16"/>
                    <a:pt x="20852" y="46"/>
                  </a:cubicBezTo>
                  <a:lnTo>
                    <a:pt x="18177" y="2356"/>
                  </a:lnTo>
                  <a:cubicBezTo>
                    <a:pt x="18177" y="2356"/>
                    <a:pt x="18146" y="2387"/>
                    <a:pt x="18146" y="2387"/>
                  </a:cubicBezTo>
                  <a:lnTo>
                    <a:pt x="91" y="26946"/>
                  </a:lnTo>
                  <a:cubicBezTo>
                    <a:pt x="0" y="27068"/>
                    <a:pt x="61" y="27220"/>
                    <a:pt x="182" y="27281"/>
                  </a:cubicBezTo>
                  <a:lnTo>
                    <a:pt x="2523" y="28436"/>
                  </a:lnTo>
                  <a:lnTo>
                    <a:pt x="15654" y="35700"/>
                  </a:lnTo>
                  <a:cubicBezTo>
                    <a:pt x="15692" y="35713"/>
                    <a:pt x="15735" y="35720"/>
                    <a:pt x="15776" y="35720"/>
                  </a:cubicBezTo>
                  <a:cubicBezTo>
                    <a:pt x="15835" y="35720"/>
                    <a:pt x="15892" y="35705"/>
                    <a:pt x="15927" y="35670"/>
                  </a:cubicBezTo>
                  <a:cubicBezTo>
                    <a:pt x="16657" y="35092"/>
                    <a:pt x="20274" y="32083"/>
                    <a:pt x="25320" y="27433"/>
                  </a:cubicBezTo>
                  <a:cubicBezTo>
                    <a:pt x="30730" y="22417"/>
                    <a:pt x="37204" y="14666"/>
                    <a:pt x="37204" y="14666"/>
                  </a:cubicBezTo>
                  <a:cubicBezTo>
                    <a:pt x="37448" y="14454"/>
                    <a:pt x="37448" y="14089"/>
                    <a:pt x="37204" y="13876"/>
                  </a:cubicBezTo>
                  <a:cubicBezTo>
                    <a:pt x="36779" y="13451"/>
                    <a:pt x="35867" y="12600"/>
                    <a:pt x="34286" y="11171"/>
                  </a:cubicBezTo>
                  <a:cubicBezTo>
                    <a:pt x="31824" y="9013"/>
                    <a:pt x="22493" y="1171"/>
                    <a:pt x="21155" y="46"/>
                  </a:cubicBezTo>
                  <a:cubicBezTo>
                    <a:pt x="21110" y="16"/>
                    <a:pt x="21057" y="1"/>
                    <a:pt x="2100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 name="Google Shape;409;p144"/>
            <p:cNvSpPr/>
            <p:nvPr/>
          </p:nvSpPr>
          <p:spPr>
            <a:xfrm>
              <a:off x="1118825" y="951075"/>
              <a:ext cx="191525" cy="163425"/>
            </a:xfrm>
            <a:custGeom>
              <a:rect b="b" l="l" r="r" t="t"/>
              <a:pathLst>
                <a:path extrusionOk="0" h="6537" w="7661">
                  <a:moveTo>
                    <a:pt x="426" y="0"/>
                  </a:moveTo>
                  <a:cubicBezTo>
                    <a:pt x="317" y="0"/>
                    <a:pt x="206" y="46"/>
                    <a:pt x="122" y="146"/>
                  </a:cubicBezTo>
                  <a:cubicBezTo>
                    <a:pt x="1" y="298"/>
                    <a:pt x="31" y="541"/>
                    <a:pt x="183" y="663"/>
                  </a:cubicBezTo>
                  <a:lnTo>
                    <a:pt x="6992" y="6468"/>
                  </a:lnTo>
                  <a:cubicBezTo>
                    <a:pt x="7052" y="6499"/>
                    <a:pt x="7144" y="6529"/>
                    <a:pt x="7235" y="6529"/>
                  </a:cubicBezTo>
                  <a:cubicBezTo>
                    <a:pt x="7251" y="6534"/>
                    <a:pt x="7268" y="6537"/>
                    <a:pt x="7286" y="6537"/>
                  </a:cubicBezTo>
                  <a:cubicBezTo>
                    <a:pt x="7368" y="6537"/>
                    <a:pt x="7464" y="6483"/>
                    <a:pt x="7539" y="6407"/>
                  </a:cubicBezTo>
                  <a:cubicBezTo>
                    <a:pt x="7660" y="6255"/>
                    <a:pt x="7630" y="6012"/>
                    <a:pt x="7478" y="5860"/>
                  </a:cubicBezTo>
                  <a:lnTo>
                    <a:pt x="669" y="85"/>
                  </a:lnTo>
                  <a:cubicBezTo>
                    <a:pt x="601" y="31"/>
                    <a:pt x="514" y="0"/>
                    <a:pt x="4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 name="Google Shape;410;p144"/>
            <p:cNvSpPr/>
            <p:nvPr/>
          </p:nvSpPr>
          <p:spPr>
            <a:xfrm>
              <a:off x="1078550" y="994400"/>
              <a:ext cx="190750" cy="164750"/>
            </a:xfrm>
            <a:custGeom>
              <a:rect b="b" l="l" r="r" t="t"/>
              <a:pathLst>
                <a:path extrusionOk="0" h="6590" w="7630">
                  <a:moveTo>
                    <a:pt x="413" y="0"/>
                  </a:moveTo>
                  <a:cubicBezTo>
                    <a:pt x="308" y="0"/>
                    <a:pt x="206" y="45"/>
                    <a:pt x="122" y="146"/>
                  </a:cubicBezTo>
                  <a:cubicBezTo>
                    <a:pt x="1" y="298"/>
                    <a:pt x="1" y="541"/>
                    <a:pt x="153" y="662"/>
                  </a:cubicBezTo>
                  <a:lnTo>
                    <a:pt x="6931" y="6498"/>
                  </a:lnTo>
                  <a:cubicBezTo>
                    <a:pt x="7022" y="6559"/>
                    <a:pt x="7113" y="6589"/>
                    <a:pt x="7174" y="6589"/>
                  </a:cubicBezTo>
                  <a:cubicBezTo>
                    <a:pt x="7296" y="6589"/>
                    <a:pt x="7417" y="6529"/>
                    <a:pt x="7478" y="6437"/>
                  </a:cubicBezTo>
                  <a:cubicBezTo>
                    <a:pt x="7630" y="6285"/>
                    <a:pt x="7600" y="6042"/>
                    <a:pt x="7448" y="5921"/>
                  </a:cubicBezTo>
                  <a:lnTo>
                    <a:pt x="669" y="85"/>
                  </a:lnTo>
                  <a:cubicBezTo>
                    <a:pt x="587" y="30"/>
                    <a:pt x="499" y="0"/>
                    <a:pt x="41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 name="Google Shape;411;p144"/>
            <p:cNvSpPr/>
            <p:nvPr/>
          </p:nvSpPr>
          <p:spPr>
            <a:xfrm>
              <a:off x="1041325" y="1033375"/>
              <a:ext cx="196075" cy="159975"/>
            </a:xfrm>
            <a:custGeom>
              <a:rect b="b" l="l" r="r" t="t"/>
              <a:pathLst>
                <a:path extrusionOk="0" h="6399" w="7843">
                  <a:moveTo>
                    <a:pt x="446" y="1"/>
                  </a:moveTo>
                  <a:cubicBezTo>
                    <a:pt x="335" y="1"/>
                    <a:pt x="223" y="48"/>
                    <a:pt x="152" y="137"/>
                  </a:cubicBezTo>
                  <a:cubicBezTo>
                    <a:pt x="0" y="319"/>
                    <a:pt x="31" y="532"/>
                    <a:pt x="213" y="684"/>
                  </a:cubicBezTo>
                  <a:lnTo>
                    <a:pt x="7174" y="6307"/>
                  </a:lnTo>
                  <a:cubicBezTo>
                    <a:pt x="7234" y="6368"/>
                    <a:pt x="7326" y="6398"/>
                    <a:pt x="7386" y="6398"/>
                  </a:cubicBezTo>
                  <a:cubicBezTo>
                    <a:pt x="7508" y="6398"/>
                    <a:pt x="7630" y="6337"/>
                    <a:pt x="7690" y="6246"/>
                  </a:cubicBezTo>
                  <a:cubicBezTo>
                    <a:pt x="7842" y="6094"/>
                    <a:pt x="7812" y="5851"/>
                    <a:pt x="7630" y="5729"/>
                  </a:cubicBezTo>
                  <a:lnTo>
                    <a:pt x="669" y="76"/>
                  </a:lnTo>
                  <a:cubicBezTo>
                    <a:pt x="606" y="25"/>
                    <a:pt x="526"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 name="Google Shape;412;p144"/>
            <p:cNvSpPr/>
            <p:nvPr/>
          </p:nvSpPr>
          <p:spPr>
            <a:xfrm>
              <a:off x="1007125" y="1070750"/>
              <a:ext cx="186950" cy="159825"/>
            </a:xfrm>
            <a:custGeom>
              <a:rect b="b" l="l" r="r" t="t"/>
              <a:pathLst>
                <a:path extrusionOk="0" h="6393" w="7478">
                  <a:moveTo>
                    <a:pt x="413" y="1"/>
                  </a:moveTo>
                  <a:cubicBezTo>
                    <a:pt x="307" y="1"/>
                    <a:pt x="206" y="48"/>
                    <a:pt x="122" y="131"/>
                  </a:cubicBezTo>
                  <a:cubicBezTo>
                    <a:pt x="0" y="283"/>
                    <a:pt x="0" y="526"/>
                    <a:pt x="183" y="678"/>
                  </a:cubicBezTo>
                  <a:lnTo>
                    <a:pt x="6809" y="6301"/>
                  </a:lnTo>
                  <a:cubicBezTo>
                    <a:pt x="6870" y="6362"/>
                    <a:pt x="6961" y="6393"/>
                    <a:pt x="7022" y="6393"/>
                  </a:cubicBezTo>
                  <a:cubicBezTo>
                    <a:pt x="7143" y="6393"/>
                    <a:pt x="7265" y="6362"/>
                    <a:pt x="7326" y="6271"/>
                  </a:cubicBezTo>
                  <a:cubicBezTo>
                    <a:pt x="7478" y="6119"/>
                    <a:pt x="7447" y="5876"/>
                    <a:pt x="7295" y="5724"/>
                  </a:cubicBezTo>
                  <a:lnTo>
                    <a:pt x="669" y="101"/>
                  </a:lnTo>
                  <a:cubicBezTo>
                    <a:pt x="587" y="32"/>
                    <a:pt x="499" y="1"/>
                    <a:pt x="4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3" name="Google Shape;413;p144"/>
          <p:cNvGrpSpPr/>
          <p:nvPr/>
        </p:nvGrpSpPr>
        <p:grpSpPr>
          <a:xfrm>
            <a:off x="1326404" y="500540"/>
            <a:ext cx="1830972" cy="1822411"/>
            <a:chOff x="2414491" y="671177"/>
            <a:chExt cx="1830972" cy="1822411"/>
          </a:xfrm>
        </p:grpSpPr>
        <p:sp>
          <p:nvSpPr>
            <p:cNvPr id="414" name="Google Shape;414;p144"/>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 name="Google Shape;415;p144"/>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 name="Google Shape;416;p144"/>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 name="Google Shape;417;p144"/>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 name="Google Shape;418;p144"/>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 name="Google Shape;419;p144"/>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 name="Google Shape;420;p144"/>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 name="Google Shape;421;p144"/>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 name="Google Shape;422;p144"/>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 name="Google Shape;423;p144"/>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 name="Google Shape;424;p144"/>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 name="Google Shape;425;p144"/>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 name="Google Shape;426;p144"/>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 name="Google Shape;427;p144"/>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 name="Google Shape;428;p144"/>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 name="Google Shape;429;p144"/>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 name="Google Shape;430;p144"/>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 name="Google Shape;431;p144"/>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 name="Google Shape;432;p144"/>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 name="Google Shape;433;p144"/>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 name="Google Shape;434;p144"/>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 name="Google Shape;435;p144"/>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 name="Google Shape;436;p144"/>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 name="Google Shape;437;p144"/>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 name="Google Shape;438;p144"/>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 name="Google Shape;439;p144"/>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 name="Google Shape;440;p144"/>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 name="Google Shape;441;p144"/>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 name="Google Shape;442;p144"/>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 name="Google Shape;443;p144"/>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 name="Google Shape;444;p144"/>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 name="Google Shape;445;p144"/>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 name="Google Shape;446;p144"/>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 name="Google Shape;447;p144"/>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8" name="Google Shape;448;p144"/>
          <p:cNvGrpSpPr/>
          <p:nvPr/>
        </p:nvGrpSpPr>
        <p:grpSpPr>
          <a:xfrm rot="-969610">
            <a:off x="6880585" y="2461943"/>
            <a:ext cx="2217391" cy="2896369"/>
            <a:chOff x="6078061" y="1684347"/>
            <a:chExt cx="1743860" cy="2277840"/>
          </a:xfrm>
        </p:grpSpPr>
        <p:sp>
          <p:nvSpPr>
            <p:cNvPr id="449" name="Google Shape;449;p144"/>
            <p:cNvSpPr/>
            <p:nvPr/>
          </p:nvSpPr>
          <p:spPr>
            <a:xfrm>
              <a:off x="7384410" y="1684347"/>
              <a:ext cx="437511" cy="516459"/>
            </a:xfrm>
            <a:custGeom>
              <a:rect b="b" l="l" r="r" t="t"/>
              <a:pathLst>
                <a:path extrusionOk="0" h="10022" w="8490">
                  <a:moveTo>
                    <a:pt x="8405" y="0"/>
                  </a:moveTo>
                  <a:cubicBezTo>
                    <a:pt x="8396" y="0"/>
                    <a:pt x="8390" y="41"/>
                    <a:pt x="8390" y="41"/>
                  </a:cubicBezTo>
                  <a:cubicBezTo>
                    <a:pt x="8390" y="41"/>
                    <a:pt x="6535" y="1439"/>
                    <a:pt x="4043" y="1986"/>
                  </a:cubicBezTo>
                  <a:cubicBezTo>
                    <a:pt x="1551" y="2563"/>
                    <a:pt x="0" y="6636"/>
                    <a:pt x="487" y="8430"/>
                  </a:cubicBezTo>
                  <a:cubicBezTo>
                    <a:pt x="895" y="9870"/>
                    <a:pt x="1871" y="10021"/>
                    <a:pt x="2264" y="10021"/>
                  </a:cubicBezTo>
                  <a:cubicBezTo>
                    <a:pt x="2369" y="10021"/>
                    <a:pt x="2432" y="10010"/>
                    <a:pt x="2432" y="10010"/>
                  </a:cubicBezTo>
                  <a:cubicBezTo>
                    <a:pt x="2432" y="10010"/>
                    <a:pt x="8298" y="8794"/>
                    <a:pt x="8420" y="4053"/>
                  </a:cubicBezTo>
                  <a:cubicBezTo>
                    <a:pt x="8490" y="427"/>
                    <a:pt x="8435" y="0"/>
                    <a:pt x="840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 name="Google Shape;450;p144"/>
            <p:cNvSpPr/>
            <p:nvPr/>
          </p:nvSpPr>
          <p:spPr>
            <a:xfrm>
              <a:off x="6078061" y="2151644"/>
              <a:ext cx="1448939" cy="1810543"/>
            </a:xfrm>
            <a:custGeom>
              <a:rect b="b" l="l" r="r" t="t"/>
              <a:pathLst>
                <a:path extrusionOk="0" h="35134" w="28117">
                  <a:moveTo>
                    <a:pt x="26110" y="0"/>
                  </a:moveTo>
                  <a:cubicBezTo>
                    <a:pt x="26110" y="0"/>
                    <a:pt x="21247" y="3587"/>
                    <a:pt x="16353" y="10213"/>
                  </a:cubicBezTo>
                  <a:cubicBezTo>
                    <a:pt x="11429" y="16839"/>
                    <a:pt x="0" y="34256"/>
                    <a:pt x="1186" y="35107"/>
                  </a:cubicBezTo>
                  <a:cubicBezTo>
                    <a:pt x="1210" y="35125"/>
                    <a:pt x="1241" y="35134"/>
                    <a:pt x="1279" y="35134"/>
                  </a:cubicBezTo>
                  <a:cubicBezTo>
                    <a:pt x="3097" y="35134"/>
                    <a:pt x="20354" y="14791"/>
                    <a:pt x="24195" y="8420"/>
                  </a:cubicBezTo>
                  <a:cubicBezTo>
                    <a:pt x="28116" y="1915"/>
                    <a:pt x="27782" y="942"/>
                    <a:pt x="27782" y="942"/>
                  </a:cubicBezTo>
                  <a:lnTo>
                    <a:pt x="26110"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51" name="Google Shape;451;p144"/>
          <p:cNvSpPr/>
          <p:nvPr/>
        </p:nvSpPr>
        <p:spPr>
          <a:xfrm rot="5400000">
            <a:off x="-1836150" y="1175258"/>
            <a:ext cx="4913539" cy="3022943"/>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 name="Google Shape;452;p144"/>
          <p:cNvSpPr/>
          <p:nvPr/>
        </p:nvSpPr>
        <p:spPr>
          <a:xfrm rot="-7977683">
            <a:off x="2160949" y="3164250"/>
            <a:ext cx="1554661" cy="1491741"/>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 name="Google Shape;453;p144"/>
          <p:cNvSpPr/>
          <p:nvPr/>
        </p:nvSpPr>
        <p:spPr>
          <a:xfrm flipH="1" rot="4742319">
            <a:off x="6790763" y="-645967"/>
            <a:ext cx="3210858" cy="3197544"/>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5">
    <p:spTree>
      <p:nvGrpSpPr>
        <p:cNvPr id="454" name="Shape 454"/>
        <p:cNvGrpSpPr/>
        <p:nvPr/>
      </p:nvGrpSpPr>
      <p:grpSpPr>
        <a:xfrm>
          <a:off x="0" y="0"/>
          <a:ext cx="0" cy="0"/>
          <a:chOff x="0" y="0"/>
          <a:chExt cx="0" cy="0"/>
        </a:xfrm>
      </p:grpSpPr>
      <p:sp>
        <p:nvSpPr>
          <p:cNvPr id="455" name="Google Shape;455;p145"/>
          <p:cNvSpPr/>
          <p:nvPr/>
        </p:nvSpPr>
        <p:spPr>
          <a:xfrm flipH="1" rot="288619">
            <a:off x="-1653681" y="1325314"/>
            <a:ext cx="4829256" cy="4097619"/>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 name="Google Shape;456;p145"/>
          <p:cNvSpPr/>
          <p:nvPr/>
        </p:nvSpPr>
        <p:spPr>
          <a:xfrm>
            <a:off x="7777725" y="671438"/>
            <a:ext cx="2264661" cy="1997587"/>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 name="Google Shape;457;p145"/>
          <p:cNvSpPr/>
          <p:nvPr/>
        </p:nvSpPr>
        <p:spPr>
          <a:xfrm rot="8226410">
            <a:off x="757957" y="-908700"/>
            <a:ext cx="1938898" cy="3305715"/>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58" name="Google Shape;458;p145"/>
          <p:cNvGrpSpPr/>
          <p:nvPr/>
        </p:nvGrpSpPr>
        <p:grpSpPr>
          <a:xfrm rot="-3861937">
            <a:off x="6523183" y="1380139"/>
            <a:ext cx="2023570" cy="3313878"/>
            <a:chOff x="5754175" y="3922575"/>
            <a:chExt cx="682400" cy="1117525"/>
          </a:xfrm>
        </p:grpSpPr>
        <p:sp>
          <p:nvSpPr>
            <p:cNvPr id="459" name="Google Shape;459;p145"/>
            <p:cNvSpPr/>
            <p:nvPr/>
          </p:nvSpPr>
          <p:spPr>
            <a:xfrm>
              <a:off x="5754175" y="4953250"/>
              <a:ext cx="70700" cy="86850"/>
            </a:xfrm>
            <a:custGeom>
              <a:rect b="b" l="l" r="r" t="t"/>
              <a:pathLst>
                <a:path extrusionOk="0" h="3474" w="2828">
                  <a:moveTo>
                    <a:pt x="1855" y="1"/>
                  </a:moveTo>
                  <a:cubicBezTo>
                    <a:pt x="1855" y="1"/>
                    <a:pt x="0" y="3283"/>
                    <a:pt x="973" y="3466"/>
                  </a:cubicBezTo>
                  <a:cubicBezTo>
                    <a:pt x="1000" y="3471"/>
                    <a:pt x="1027" y="3473"/>
                    <a:pt x="1054" y="3473"/>
                  </a:cubicBezTo>
                  <a:cubicBezTo>
                    <a:pt x="1994" y="3473"/>
                    <a:pt x="2827" y="456"/>
                    <a:pt x="2827" y="456"/>
                  </a:cubicBezTo>
                  <a:lnTo>
                    <a:pt x="185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 name="Google Shape;460;p145"/>
            <p:cNvSpPr/>
            <p:nvPr/>
          </p:nvSpPr>
          <p:spPr>
            <a:xfrm>
              <a:off x="5768600" y="4780750"/>
              <a:ext cx="193050" cy="209925"/>
            </a:xfrm>
            <a:custGeom>
              <a:rect b="b" l="l" r="r" t="t"/>
              <a:pathLst>
                <a:path extrusionOk="0" h="8397" w="7722">
                  <a:moveTo>
                    <a:pt x="1065" y="1"/>
                  </a:moveTo>
                  <a:cubicBezTo>
                    <a:pt x="1065" y="1"/>
                    <a:pt x="1" y="7812"/>
                    <a:pt x="1156" y="8359"/>
                  </a:cubicBezTo>
                  <a:cubicBezTo>
                    <a:pt x="1208" y="8384"/>
                    <a:pt x="1269" y="8396"/>
                    <a:pt x="1338" y="8396"/>
                  </a:cubicBezTo>
                  <a:cubicBezTo>
                    <a:pt x="2789" y="8396"/>
                    <a:pt x="7721" y="3131"/>
                    <a:pt x="7721" y="3131"/>
                  </a:cubicBezTo>
                  <a:lnTo>
                    <a:pt x="1065"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 name="Google Shape;461;p145"/>
            <p:cNvSpPr/>
            <p:nvPr/>
          </p:nvSpPr>
          <p:spPr>
            <a:xfrm>
              <a:off x="5795200" y="4343050"/>
              <a:ext cx="389100" cy="516000"/>
            </a:xfrm>
            <a:custGeom>
              <a:rect b="b" l="l" r="r" t="t"/>
              <a:pathLst>
                <a:path extrusionOk="0" h="20640" w="15564">
                  <a:moveTo>
                    <a:pt x="8329" y="1"/>
                  </a:moveTo>
                  <a:cubicBezTo>
                    <a:pt x="8329" y="1"/>
                    <a:pt x="7296" y="1399"/>
                    <a:pt x="5715" y="5047"/>
                  </a:cubicBezTo>
                  <a:cubicBezTo>
                    <a:pt x="4104" y="8694"/>
                    <a:pt x="1" y="17509"/>
                    <a:pt x="1" y="17509"/>
                  </a:cubicBezTo>
                  <a:lnTo>
                    <a:pt x="6657" y="20639"/>
                  </a:lnTo>
                  <a:cubicBezTo>
                    <a:pt x="6657" y="20639"/>
                    <a:pt x="7387" y="19728"/>
                    <a:pt x="9636" y="15381"/>
                  </a:cubicBezTo>
                  <a:cubicBezTo>
                    <a:pt x="12281" y="10305"/>
                    <a:pt x="15563" y="3010"/>
                    <a:pt x="15563" y="3010"/>
                  </a:cubicBezTo>
                  <a:lnTo>
                    <a:pt x="8329"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 name="Google Shape;462;p145"/>
            <p:cNvSpPr/>
            <p:nvPr/>
          </p:nvSpPr>
          <p:spPr>
            <a:xfrm>
              <a:off x="6003425" y="3922575"/>
              <a:ext cx="433150" cy="579525"/>
            </a:xfrm>
            <a:custGeom>
              <a:rect b="b" l="l" r="r" t="t"/>
              <a:pathLst>
                <a:path extrusionOk="0" h="23181" w="17326">
                  <a:moveTo>
                    <a:pt x="11816" y="1"/>
                  </a:moveTo>
                  <a:cubicBezTo>
                    <a:pt x="10345" y="1"/>
                    <a:pt x="8903" y="821"/>
                    <a:pt x="8085" y="2200"/>
                  </a:cubicBezTo>
                  <a:cubicBezTo>
                    <a:pt x="6535" y="4814"/>
                    <a:pt x="0" y="16820"/>
                    <a:pt x="0" y="16820"/>
                  </a:cubicBezTo>
                  <a:lnTo>
                    <a:pt x="7234" y="19829"/>
                  </a:lnTo>
                  <a:cubicBezTo>
                    <a:pt x="7234" y="19829"/>
                    <a:pt x="13515" y="6181"/>
                    <a:pt x="13978" y="6181"/>
                  </a:cubicBezTo>
                  <a:cubicBezTo>
                    <a:pt x="13979" y="6181"/>
                    <a:pt x="13981" y="6181"/>
                    <a:pt x="13982" y="6181"/>
                  </a:cubicBezTo>
                  <a:cubicBezTo>
                    <a:pt x="14469" y="6273"/>
                    <a:pt x="8237" y="17276"/>
                    <a:pt x="8481" y="20619"/>
                  </a:cubicBezTo>
                  <a:cubicBezTo>
                    <a:pt x="8589" y="22468"/>
                    <a:pt x="9616" y="23180"/>
                    <a:pt x="10214" y="23180"/>
                  </a:cubicBezTo>
                  <a:cubicBezTo>
                    <a:pt x="10451" y="23180"/>
                    <a:pt x="10621" y="23068"/>
                    <a:pt x="10639" y="22869"/>
                  </a:cubicBezTo>
                  <a:cubicBezTo>
                    <a:pt x="10730" y="22109"/>
                    <a:pt x="8845" y="21835"/>
                    <a:pt x="9757" y="19130"/>
                  </a:cubicBezTo>
                  <a:cubicBezTo>
                    <a:pt x="12493" y="10802"/>
                    <a:pt x="17326" y="5300"/>
                    <a:pt x="15411" y="2169"/>
                  </a:cubicBezTo>
                  <a:cubicBezTo>
                    <a:pt x="14477" y="660"/>
                    <a:pt x="13135" y="1"/>
                    <a:pt x="1181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5 ">
  <p:cSld name="CUSTOM_40">
    <p:spTree>
      <p:nvGrpSpPr>
        <p:cNvPr id="463" name="Shape 463"/>
        <p:cNvGrpSpPr/>
        <p:nvPr/>
      </p:nvGrpSpPr>
      <p:grpSpPr>
        <a:xfrm>
          <a:off x="0" y="0"/>
          <a:ext cx="0" cy="0"/>
          <a:chOff x="0" y="0"/>
          <a:chExt cx="0" cy="0"/>
        </a:xfrm>
      </p:grpSpPr>
      <p:sp>
        <p:nvSpPr>
          <p:cNvPr id="464" name="Google Shape;464;p146"/>
          <p:cNvSpPr/>
          <p:nvPr/>
        </p:nvSpPr>
        <p:spPr>
          <a:xfrm rot="3415018">
            <a:off x="-1245884" y="420313"/>
            <a:ext cx="4147993" cy="3528173"/>
          </a:xfrm>
          <a:custGeom>
            <a:rect b="b" l="l" r="r" t="t"/>
            <a:pathLst>
              <a:path extrusionOk="0" h="52038" w="61178">
                <a:moveTo>
                  <a:pt x="4170" y="12043"/>
                </a:moveTo>
                <a:cubicBezTo>
                  <a:pt x="7339" y="7239"/>
                  <a:pt x="14177" y="1"/>
                  <a:pt x="24184" y="5571"/>
                </a:cubicBezTo>
                <a:cubicBezTo>
                  <a:pt x="34191" y="11142"/>
                  <a:pt x="29988" y="17146"/>
                  <a:pt x="34024" y="21249"/>
                </a:cubicBezTo>
                <a:cubicBezTo>
                  <a:pt x="38061" y="25319"/>
                  <a:pt x="43198" y="25586"/>
                  <a:pt x="51103" y="27253"/>
                </a:cubicBezTo>
                <a:cubicBezTo>
                  <a:pt x="58976" y="28921"/>
                  <a:pt x="61177" y="36093"/>
                  <a:pt x="54472" y="41664"/>
                </a:cubicBezTo>
                <a:cubicBezTo>
                  <a:pt x="47801" y="47268"/>
                  <a:pt x="33758" y="52038"/>
                  <a:pt x="26819" y="46467"/>
                </a:cubicBezTo>
                <a:cubicBezTo>
                  <a:pt x="19848" y="40930"/>
                  <a:pt x="11108" y="34826"/>
                  <a:pt x="5537" y="31590"/>
                </a:cubicBezTo>
                <a:cubicBezTo>
                  <a:pt x="0" y="28388"/>
                  <a:pt x="967" y="16879"/>
                  <a:pt x="4170" y="12043"/>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 name="Google Shape;465;p146"/>
          <p:cNvSpPr/>
          <p:nvPr/>
        </p:nvSpPr>
        <p:spPr>
          <a:xfrm>
            <a:off x="2871010" y="-1030982"/>
            <a:ext cx="2615835" cy="2307411"/>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66" name="Google Shape;466;p146"/>
          <p:cNvGrpSpPr/>
          <p:nvPr/>
        </p:nvGrpSpPr>
        <p:grpSpPr>
          <a:xfrm flipH="1" rot="10800000">
            <a:off x="1647754" y="1740930"/>
            <a:ext cx="1873085" cy="1864327"/>
            <a:chOff x="2414491" y="671177"/>
            <a:chExt cx="1830972" cy="1822411"/>
          </a:xfrm>
        </p:grpSpPr>
        <p:sp>
          <p:nvSpPr>
            <p:cNvPr id="467" name="Google Shape;467;p146"/>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 name="Google Shape;468;p146"/>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 name="Google Shape;469;p146"/>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 name="Google Shape;470;p146"/>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 name="Google Shape;471;p146"/>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 name="Google Shape;472;p146"/>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 name="Google Shape;473;p146"/>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 name="Google Shape;474;p146"/>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 name="Google Shape;475;p146"/>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 name="Google Shape;476;p146"/>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 name="Google Shape;477;p146"/>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 name="Google Shape;478;p146"/>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 name="Google Shape;479;p146"/>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 name="Google Shape;480;p146"/>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 name="Google Shape;481;p146"/>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 name="Google Shape;482;p146"/>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 name="Google Shape;483;p146"/>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 name="Google Shape;484;p146"/>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 name="Google Shape;485;p146"/>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 name="Google Shape;486;p146"/>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 name="Google Shape;487;p146"/>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 name="Google Shape;488;p146"/>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 name="Google Shape;489;p146"/>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 name="Google Shape;490;p146"/>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 name="Google Shape;491;p146"/>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 name="Google Shape;492;p146"/>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 name="Google Shape;493;p146"/>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 name="Google Shape;494;p146"/>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 name="Google Shape;495;p146"/>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 name="Google Shape;496;p146"/>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 name="Google Shape;497;p146"/>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 name="Google Shape;498;p146"/>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 name="Google Shape;499;p146"/>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 name="Google Shape;500;p146"/>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01" name="Google Shape;501;p146"/>
          <p:cNvSpPr/>
          <p:nvPr/>
        </p:nvSpPr>
        <p:spPr>
          <a:xfrm rot="-288619">
            <a:off x="5715494" y="1699839"/>
            <a:ext cx="4829256" cy="4097619"/>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02" name="Google Shape;502;p146"/>
          <p:cNvGrpSpPr/>
          <p:nvPr/>
        </p:nvGrpSpPr>
        <p:grpSpPr>
          <a:xfrm rot="-1992990">
            <a:off x="5725746" y="1138132"/>
            <a:ext cx="2008409" cy="2399981"/>
            <a:chOff x="5206700" y="1073325"/>
            <a:chExt cx="2008425" cy="2400000"/>
          </a:xfrm>
        </p:grpSpPr>
        <p:sp>
          <p:nvSpPr>
            <p:cNvPr id="503" name="Google Shape;503;p146"/>
            <p:cNvSpPr/>
            <p:nvPr/>
          </p:nvSpPr>
          <p:spPr>
            <a:xfrm>
              <a:off x="5573750" y="1073325"/>
              <a:ext cx="1281200" cy="1970925"/>
            </a:xfrm>
            <a:custGeom>
              <a:rect b="b" l="l" r="r" t="t"/>
              <a:pathLst>
                <a:path extrusionOk="0" h="78837" w="51248">
                  <a:moveTo>
                    <a:pt x="50129" y="0"/>
                  </a:moveTo>
                  <a:cubicBezTo>
                    <a:pt x="49819" y="0"/>
                    <a:pt x="49517" y="143"/>
                    <a:pt x="49302" y="435"/>
                  </a:cubicBezTo>
                  <a:lnTo>
                    <a:pt x="43679" y="9250"/>
                  </a:lnTo>
                  <a:lnTo>
                    <a:pt x="42281" y="11469"/>
                  </a:lnTo>
                  <a:lnTo>
                    <a:pt x="7356" y="66181"/>
                  </a:lnTo>
                  <a:lnTo>
                    <a:pt x="5897" y="68522"/>
                  </a:lnTo>
                  <a:lnTo>
                    <a:pt x="274" y="77336"/>
                  </a:lnTo>
                  <a:cubicBezTo>
                    <a:pt x="0" y="77792"/>
                    <a:pt x="122" y="78370"/>
                    <a:pt x="578" y="78674"/>
                  </a:cubicBezTo>
                  <a:cubicBezTo>
                    <a:pt x="638" y="78704"/>
                    <a:pt x="760" y="78765"/>
                    <a:pt x="851" y="78795"/>
                  </a:cubicBezTo>
                  <a:cubicBezTo>
                    <a:pt x="933" y="78823"/>
                    <a:pt x="1020" y="78836"/>
                    <a:pt x="1108" y="78836"/>
                  </a:cubicBezTo>
                  <a:cubicBezTo>
                    <a:pt x="1410" y="78836"/>
                    <a:pt x="1727" y="78676"/>
                    <a:pt x="1915" y="78370"/>
                  </a:cubicBezTo>
                  <a:lnTo>
                    <a:pt x="7569" y="69433"/>
                  </a:lnTo>
                  <a:lnTo>
                    <a:pt x="9149" y="66971"/>
                  </a:lnTo>
                  <a:lnTo>
                    <a:pt x="43740" y="12837"/>
                  </a:lnTo>
                  <a:lnTo>
                    <a:pt x="45290" y="10375"/>
                  </a:lnTo>
                  <a:lnTo>
                    <a:pt x="50943" y="1469"/>
                  </a:lnTo>
                  <a:cubicBezTo>
                    <a:pt x="51247" y="1013"/>
                    <a:pt x="51095" y="405"/>
                    <a:pt x="50639" y="131"/>
                  </a:cubicBezTo>
                  <a:cubicBezTo>
                    <a:pt x="50476" y="44"/>
                    <a:pt x="50301" y="0"/>
                    <a:pt x="5012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 name="Google Shape;504;p146"/>
            <p:cNvSpPr/>
            <p:nvPr/>
          </p:nvSpPr>
          <p:spPr>
            <a:xfrm>
              <a:off x="5633000" y="1197050"/>
              <a:ext cx="1582125" cy="1877700"/>
            </a:xfrm>
            <a:custGeom>
              <a:rect b="b" l="l" r="r" t="t"/>
              <a:pathLst>
                <a:path extrusionOk="0" h="75108" w="63285">
                  <a:moveTo>
                    <a:pt x="45794" y="1"/>
                  </a:moveTo>
                  <a:cubicBezTo>
                    <a:pt x="45327" y="1"/>
                    <a:pt x="44858" y="200"/>
                    <a:pt x="44531" y="593"/>
                  </a:cubicBezTo>
                  <a:cubicBezTo>
                    <a:pt x="43862" y="1322"/>
                    <a:pt x="43953" y="2386"/>
                    <a:pt x="44683" y="2994"/>
                  </a:cubicBezTo>
                  <a:cubicBezTo>
                    <a:pt x="45443" y="3632"/>
                    <a:pt x="46142" y="4301"/>
                    <a:pt x="46841" y="5031"/>
                  </a:cubicBezTo>
                  <a:cubicBezTo>
                    <a:pt x="55686" y="14180"/>
                    <a:pt x="59668" y="28283"/>
                    <a:pt x="56750" y="41019"/>
                  </a:cubicBezTo>
                  <a:cubicBezTo>
                    <a:pt x="53589" y="54758"/>
                    <a:pt x="42646" y="66247"/>
                    <a:pt x="28907" y="70229"/>
                  </a:cubicBezTo>
                  <a:cubicBezTo>
                    <a:pt x="25464" y="71227"/>
                    <a:pt x="21935" y="71725"/>
                    <a:pt x="18392" y="71725"/>
                  </a:cubicBezTo>
                  <a:cubicBezTo>
                    <a:pt x="14273" y="71725"/>
                    <a:pt x="10132" y="71052"/>
                    <a:pt x="6080" y="69712"/>
                  </a:cubicBezTo>
                  <a:cubicBezTo>
                    <a:pt x="4925" y="69317"/>
                    <a:pt x="3740" y="68861"/>
                    <a:pt x="2615" y="68375"/>
                  </a:cubicBezTo>
                  <a:cubicBezTo>
                    <a:pt x="2383" y="68271"/>
                    <a:pt x="2144" y="68222"/>
                    <a:pt x="1912" y="68222"/>
                  </a:cubicBezTo>
                  <a:cubicBezTo>
                    <a:pt x="1261" y="68222"/>
                    <a:pt x="657" y="68607"/>
                    <a:pt x="366" y="69257"/>
                  </a:cubicBezTo>
                  <a:cubicBezTo>
                    <a:pt x="1" y="70108"/>
                    <a:pt x="366" y="71111"/>
                    <a:pt x="1247" y="71475"/>
                  </a:cubicBezTo>
                  <a:cubicBezTo>
                    <a:pt x="2159" y="71871"/>
                    <a:pt x="3101" y="72235"/>
                    <a:pt x="4044" y="72600"/>
                  </a:cubicBezTo>
                  <a:cubicBezTo>
                    <a:pt x="4986" y="72934"/>
                    <a:pt x="5959" y="73238"/>
                    <a:pt x="6931" y="73512"/>
                  </a:cubicBezTo>
                  <a:cubicBezTo>
                    <a:pt x="10715" y="74576"/>
                    <a:pt x="14591" y="75108"/>
                    <a:pt x="18444" y="75108"/>
                  </a:cubicBezTo>
                  <a:cubicBezTo>
                    <a:pt x="22296" y="75108"/>
                    <a:pt x="26126" y="74576"/>
                    <a:pt x="29819" y="73512"/>
                  </a:cubicBezTo>
                  <a:cubicBezTo>
                    <a:pt x="45017" y="69105"/>
                    <a:pt x="56598" y="56946"/>
                    <a:pt x="60093" y="41809"/>
                  </a:cubicBezTo>
                  <a:cubicBezTo>
                    <a:pt x="63285" y="27919"/>
                    <a:pt x="58877" y="12569"/>
                    <a:pt x="49151" y="2569"/>
                  </a:cubicBezTo>
                  <a:cubicBezTo>
                    <a:pt x="48421" y="1839"/>
                    <a:pt x="47722" y="1110"/>
                    <a:pt x="46902" y="441"/>
                  </a:cubicBezTo>
                  <a:cubicBezTo>
                    <a:pt x="46593" y="147"/>
                    <a:pt x="46194" y="1"/>
                    <a:pt x="4579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 name="Google Shape;505;p146"/>
            <p:cNvSpPr/>
            <p:nvPr/>
          </p:nvSpPr>
          <p:spPr>
            <a:xfrm>
              <a:off x="5206700" y="1172250"/>
              <a:ext cx="1797950" cy="1685450"/>
            </a:xfrm>
            <a:custGeom>
              <a:rect b="b" l="l" r="r" t="t"/>
              <a:pathLst>
                <a:path extrusionOk="0" h="67418" w="71918">
                  <a:moveTo>
                    <a:pt x="37486" y="1"/>
                  </a:moveTo>
                  <a:cubicBezTo>
                    <a:pt x="31481" y="1"/>
                    <a:pt x="25665" y="1630"/>
                    <a:pt x="20609" y="4533"/>
                  </a:cubicBezTo>
                  <a:cubicBezTo>
                    <a:pt x="18147" y="5962"/>
                    <a:pt x="15868" y="7694"/>
                    <a:pt x="13801" y="9701"/>
                  </a:cubicBezTo>
                  <a:cubicBezTo>
                    <a:pt x="9728" y="13713"/>
                    <a:pt x="6658" y="18789"/>
                    <a:pt x="5016" y="24686"/>
                  </a:cubicBezTo>
                  <a:cubicBezTo>
                    <a:pt x="1" y="42619"/>
                    <a:pt x="10548" y="61191"/>
                    <a:pt x="28482" y="66175"/>
                  </a:cubicBezTo>
                  <a:cubicBezTo>
                    <a:pt x="31503" y="67016"/>
                    <a:pt x="34543" y="67417"/>
                    <a:pt x="37533" y="67417"/>
                  </a:cubicBezTo>
                  <a:cubicBezTo>
                    <a:pt x="51837" y="67417"/>
                    <a:pt x="64996" y="58237"/>
                    <a:pt x="69546" y="44108"/>
                  </a:cubicBezTo>
                  <a:cubicBezTo>
                    <a:pt x="69698" y="43652"/>
                    <a:pt x="69850" y="43196"/>
                    <a:pt x="69972" y="42741"/>
                  </a:cubicBezTo>
                  <a:cubicBezTo>
                    <a:pt x="71917" y="35750"/>
                    <a:pt x="71492" y="28667"/>
                    <a:pt x="69242" y="22315"/>
                  </a:cubicBezTo>
                  <a:cubicBezTo>
                    <a:pt x="65625" y="12375"/>
                    <a:pt x="57479" y="4290"/>
                    <a:pt x="46506" y="1251"/>
                  </a:cubicBezTo>
                  <a:cubicBezTo>
                    <a:pt x="43500" y="403"/>
                    <a:pt x="40470" y="1"/>
                    <a:pt x="3748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 name="Google Shape;506;p146"/>
            <p:cNvSpPr/>
            <p:nvPr/>
          </p:nvSpPr>
          <p:spPr>
            <a:xfrm>
              <a:off x="6664950" y="1142000"/>
              <a:ext cx="185425" cy="167100"/>
            </a:xfrm>
            <a:custGeom>
              <a:rect b="b" l="l" r="r" t="t"/>
              <a:pathLst>
                <a:path extrusionOk="0" h="6684" w="7417">
                  <a:moveTo>
                    <a:pt x="3726" y="0"/>
                  </a:moveTo>
                  <a:cubicBezTo>
                    <a:pt x="2255" y="0"/>
                    <a:pt x="922" y="967"/>
                    <a:pt x="517" y="2461"/>
                  </a:cubicBezTo>
                  <a:cubicBezTo>
                    <a:pt x="0" y="4223"/>
                    <a:pt x="1034" y="6047"/>
                    <a:pt x="2827" y="6564"/>
                  </a:cubicBezTo>
                  <a:cubicBezTo>
                    <a:pt x="3127" y="6645"/>
                    <a:pt x="3427" y="6684"/>
                    <a:pt x="3722" y="6684"/>
                  </a:cubicBezTo>
                  <a:cubicBezTo>
                    <a:pt x="5192" y="6684"/>
                    <a:pt x="6525" y="5717"/>
                    <a:pt x="6931" y="4223"/>
                  </a:cubicBezTo>
                  <a:cubicBezTo>
                    <a:pt x="7417" y="2461"/>
                    <a:pt x="6383" y="637"/>
                    <a:pt x="4620" y="120"/>
                  </a:cubicBezTo>
                  <a:cubicBezTo>
                    <a:pt x="4321" y="39"/>
                    <a:pt x="4021" y="0"/>
                    <a:pt x="372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 name="Google Shape;507;p146"/>
            <p:cNvSpPr/>
            <p:nvPr/>
          </p:nvSpPr>
          <p:spPr>
            <a:xfrm>
              <a:off x="5581350" y="2832750"/>
              <a:ext cx="185425" cy="167125"/>
            </a:xfrm>
            <a:custGeom>
              <a:rect b="b" l="l" r="r" t="t"/>
              <a:pathLst>
                <a:path extrusionOk="0" h="6685" w="7417">
                  <a:moveTo>
                    <a:pt x="3706" y="0"/>
                  </a:moveTo>
                  <a:cubicBezTo>
                    <a:pt x="2246" y="0"/>
                    <a:pt x="892" y="967"/>
                    <a:pt x="486" y="2461"/>
                  </a:cubicBezTo>
                  <a:cubicBezTo>
                    <a:pt x="0" y="4224"/>
                    <a:pt x="1034" y="6047"/>
                    <a:pt x="2827" y="6564"/>
                  </a:cubicBezTo>
                  <a:cubicBezTo>
                    <a:pt x="3121" y="6645"/>
                    <a:pt x="3417" y="6684"/>
                    <a:pt x="3709" y="6684"/>
                  </a:cubicBezTo>
                  <a:cubicBezTo>
                    <a:pt x="5162" y="6684"/>
                    <a:pt x="6500" y="5718"/>
                    <a:pt x="6930" y="4224"/>
                  </a:cubicBezTo>
                  <a:cubicBezTo>
                    <a:pt x="7417" y="2461"/>
                    <a:pt x="6383" y="637"/>
                    <a:pt x="4590" y="120"/>
                  </a:cubicBezTo>
                  <a:cubicBezTo>
                    <a:pt x="4295" y="39"/>
                    <a:pt x="3999" y="0"/>
                    <a:pt x="370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 name="Google Shape;508;p146"/>
            <p:cNvSpPr/>
            <p:nvPr/>
          </p:nvSpPr>
          <p:spPr>
            <a:xfrm>
              <a:off x="5747750" y="2958600"/>
              <a:ext cx="142125" cy="260900"/>
            </a:xfrm>
            <a:custGeom>
              <a:rect b="b" l="l" r="r" t="t"/>
              <a:pathLst>
                <a:path extrusionOk="0" h="10436" w="5685">
                  <a:moveTo>
                    <a:pt x="3811" y="0"/>
                  </a:moveTo>
                  <a:cubicBezTo>
                    <a:pt x="3075" y="0"/>
                    <a:pt x="2415" y="504"/>
                    <a:pt x="2189" y="1257"/>
                  </a:cubicBezTo>
                  <a:lnTo>
                    <a:pt x="244" y="8278"/>
                  </a:lnTo>
                  <a:cubicBezTo>
                    <a:pt x="1" y="9190"/>
                    <a:pt x="517" y="10102"/>
                    <a:pt x="1429" y="10375"/>
                  </a:cubicBezTo>
                  <a:cubicBezTo>
                    <a:pt x="1581" y="10416"/>
                    <a:pt x="1733" y="10435"/>
                    <a:pt x="1882" y="10435"/>
                  </a:cubicBezTo>
                  <a:cubicBezTo>
                    <a:pt x="2627" y="10435"/>
                    <a:pt x="3299" y="9950"/>
                    <a:pt x="3527" y="9190"/>
                  </a:cubicBezTo>
                  <a:lnTo>
                    <a:pt x="5472" y="2168"/>
                  </a:lnTo>
                  <a:cubicBezTo>
                    <a:pt x="5685" y="1287"/>
                    <a:pt x="5168" y="345"/>
                    <a:pt x="4287" y="71"/>
                  </a:cubicBezTo>
                  <a:cubicBezTo>
                    <a:pt x="4127" y="23"/>
                    <a:pt x="3967" y="0"/>
                    <a:pt x="381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 name="Google Shape;509;p146"/>
            <p:cNvSpPr/>
            <p:nvPr/>
          </p:nvSpPr>
          <p:spPr>
            <a:xfrm>
              <a:off x="5298650" y="3137600"/>
              <a:ext cx="902025" cy="335725"/>
            </a:xfrm>
            <a:custGeom>
              <a:rect b="b" l="l" r="r" t="t"/>
              <a:pathLst>
                <a:path extrusionOk="0" h="13429" w="36081">
                  <a:moveTo>
                    <a:pt x="8992" y="1"/>
                  </a:moveTo>
                  <a:cubicBezTo>
                    <a:pt x="5867" y="1"/>
                    <a:pt x="3302" y="502"/>
                    <a:pt x="1703" y="1452"/>
                  </a:cubicBezTo>
                  <a:cubicBezTo>
                    <a:pt x="791" y="1999"/>
                    <a:pt x="214" y="2668"/>
                    <a:pt x="1" y="3489"/>
                  </a:cubicBezTo>
                  <a:lnTo>
                    <a:pt x="35868" y="13428"/>
                  </a:lnTo>
                  <a:cubicBezTo>
                    <a:pt x="36081" y="12638"/>
                    <a:pt x="35929" y="11726"/>
                    <a:pt x="35442" y="10845"/>
                  </a:cubicBezTo>
                  <a:cubicBezTo>
                    <a:pt x="33679" y="7501"/>
                    <a:pt x="27600" y="3793"/>
                    <a:pt x="19819" y="1604"/>
                  </a:cubicBezTo>
                  <a:cubicBezTo>
                    <a:pt x="15914" y="517"/>
                    <a:pt x="12164" y="1"/>
                    <a:pt x="899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 name="Google Shape;510;p146"/>
            <p:cNvSpPr/>
            <p:nvPr/>
          </p:nvSpPr>
          <p:spPr>
            <a:xfrm>
              <a:off x="6405825" y="1721750"/>
              <a:ext cx="598825" cy="912150"/>
            </a:xfrm>
            <a:custGeom>
              <a:rect b="b" l="l" r="r" t="t"/>
              <a:pathLst>
                <a:path extrusionOk="0" h="36486" w="23953">
                  <a:moveTo>
                    <a:pt x="20119" y="0"/>
                  </a:moveTo>
                  <a:cubicBezTo>
                    <a:pt x="19991" y="0"/>
                    <a:pt x="19859" y="10"/>
                    <a:pt x="19727" y="31"/>
                  </a:cubicBezTo>
                  <a:cubicBezTo>
                    <a:pt x="17964" y="395"/>
                    <a:pt x="16718" y="1490"/>
                    <a:pt x="15654" y="1672"/>
                  </a:cubicBezTo>
                  <a:cubicBezTo>
                    <a:pt x="14560" y="1854"/>
                    <a:pt x="14438" y="3648"/>
                    <a:pt x="15198" y="4408"/>
                  </a:cubicBezTo>
                  <a:cubicBezTo>
                    <a:pt x="15806" y="5016"/>
                    <a:pt x="16232" y="5745"/>
                    <a:pt x="16718" y="6019"/>
                  </a:cubicBezTo>
                  <a:cubicBezTo>
                    <a:pt x="16759" y="6019"/>
                    <a:pt x="16813" y="6032"/>
                    <a:pt x="16862" y="6032"/>
                  </a:cubicBezTo>
                  <a:cubicBezTo>
                    <a:pt x="16887" y="6032"/>
                    <a:pt x="16911" y="6029"/>
                    <a:pt x="16931" y="6019"/>
                  </a:cubicBezTo>
                  <a:cubicBezTo>
                    <a:pt x="17437" y="5899"/>
                    <a:pt x="17593" y="3736"/>
                    <a:pt x="18687" y="3736"/>
                  </a:cubicBezTo>
                  <a:cubicBezTo>
                    <a:pt x="18709" y="3736"/>
                    <a:pt x="18732" y="3737"/>
                    <a:pt x="18755" y="3739"/>
                  </a:cubicBezTo>
                  <a:cubicBezTo>
                    <a:pt x="18772" y="3739"/>
                    <a:pt x="18788" y="3740"/>
                    <a:pt x="18805" y="3740"/>
                  </a:cubicBezTo>
                  <a:cubicBezTo>
                    <a:pt x="19686" y="3740"/>
                    <a:pt x="19857" y="3038"/>
                    <a:pt x="20246" y="3038"/>
                  </a:cubicBezTo>
                  <a:cubicBezTo>
                    <a:pt x="20292" y="3038"/>
                    <a:pt x="20342" y="3048"/>
                    <a:pt x="20396" y="3070"/>
                  </a:cubicBezTo>
                  <a:cubicBezTo>
                    <a:pt x="20973" y="3496"/>
                    <a:pt x="20943" y="3952"/>
                    <a:pt x="19666" y="4681"/>
                  </a:cubicBezTo>
                  <a:cubicBezTo>
                    <a:pt x="18420" y="5411"/>
                    <a:pt x="19059" y="6383"/>
                    <a:pt x="17843" y="6657"/>
                  </a:cubicBezTo>
                  <a:cubicBezTo>
                    <a:pt x="17748" y="6673"/>
                    <a:pt x="17652" y="6680"/>
                    <a:pt x="17555" y="6680"/>
                  </a:cubicBezTo>
                  <a:cubicBezTo>
                    <a:pt x="17276" y="6680"/>
                    <a:pt x="16989" y="6618"/>
                    <a:pt x="16718" y="6505"/>
                  </a:cubicBezTo>
                  <a:cubicBezTo>
                    <a:pt x="16475" y="6414"/>
                    <a:pt x="16292" y="6323"/>
                    <a:pt x="16110" y="6231"/>
                  </a:cubicBezTo>
                  <a:cubicBezTo>
                    <a:pt x="15928" y="6110"/>
                    <a:pt x="15715" y="6049"/>
                    <a:pt x="15533" y="5958"/>
                  </a:cubicBezTo>
                  <a:cubicBezTo>
                    <a:pt x="15314" y="5898"/>
                    <a:pt x="15108" y="5838"/>
                    <a:pt x="14907" y="5838"/>
                  </a:cubicBezTo>
                  <a:cubicBezTo>
                    <a:pt x="14800" y="5838"/>
                    <a:pt x="14695" y="5855"/>
                    <a:pt x="14590" y="5897"/>
                  </a:cubicBezTo>
                  <a:cubicBezTo>
                    <a:pt x="13648" y="6201"/>
                    <a:pt x="11399" y="6383"/>
                    <a:pt x="10973" y="6991"/>
                  </a:cubicBezTo>
                  <a:cubicBezTo>
                    <a:pt x="10657" y="7492"/>
                    <a:pt x="10341" y="8266"/>
                    <a:pt x="9748" y="8266"/>
                  </a:cubicBezTo>
                  <a:cubicBezTo>
                    <a:pt x="9657" y="8266"/>
                    <a:pt x="9559" y="8248"/>
                    <a:pt x="9453" y="8207"/>
                  </a:cubicBezTo>
                  <a:cubicBezTo>
                    <a:pt x="9423" y="8207"/>
                    <a:pt x="9332" y="8177"/>
                    <a:pt x="9301" y="8146"/>
                  </a:cubicBezTo>
                  <a:cubicBezTo>
                    <a:pt x="9180" y="8055"/>
                    <a:pt x="9089" y="8025"/>
                    <a:pt x="8967" y="7934"/>
                  </a:cubicBezTo>
                  <a:cubicBezTo>
                    <a:pt x="8785" y="7842"/>
                    <a:pt x="8572" y="7751"/>
                    <a:pt x="8420" y="7690"/>
                  </a:cubicBezTo>
                  <a:cubicBezTo>
                    <a:pt x="8311" y="7651"/>
                    <a:pt x="8215" y="7627"/>
                    <a:pt x="8127" y="7627"/>
                  </a:cubicBezTo>
                  <a:cubicBezTo>
                    <a:pt x="7944" y="7627"/>
                    <a:pt x="7794" y="7728"/>
                    <a:pt x="7630" y="7994"/>
                  </a:cubicBezTo>
                  <a:cubicBezTo>
                    <a:pt x="7265" y="8633"/>
                    <a:pt x="6809" y="9666"/>
                    <a:pt x="7721" y="10274"/>
                  </a:cubicBezTo>
                  <a:cubicBezTo>
                    <a:pt x="7751" y="10304"/>
                    <a:pt x="7812" y="10335"/>
                    <a:pt x="7873" y="10365"/>
                  </a:cubicBezTo>
                  <a:cubicBezTo>
                    <a:pt x="7934" y="10426"/>
                    <a:pt x="7964" y="10426"/>
                    <a:pt x="8055" y="10456"/>
                  </a:cubicBezTo>
                  <a:cubicBezTo>
                    <a:pt x="8195" y="10509"/>
                    <a:pt x="8326" y="10531"/>
                    <a:pt x="8450" y="10531"/>
                  </a:cubicBezTo>
                  <a:cubicBezTo>
                    <a:pt x="8973" y="10531"/>
                    <a:pt x="9354" y="10131"/>
                    <a:pt x="9575" y="9909"/>
                  </a:cubicBezTo>
                  <a:cubicBezTo>
                    <a:pt x="9820" y="9640"/>
                    <a:pt x="10104" y="9410"/>
                    <a:pt x="10443" y="9410"/>
                  </a:cubicBezTo>
                  <a:cubicBezTo>
                    <a:pt x="10525" y="9410"/>
                    <a:pt x="10611" y="9424"/>
                    <a:pt x="10700" y="9453"/>
                  </a:cubicBezTo>
                  <a:cubicBezTo>
                    <a:pt x="10771" y="9481"/>
                    <a:pt x="10837" y="9491"/>
                    <a:pt x="10898" y="9491"/>
                  </a:cubicBezTo>
                  <a:cubicBezTo>
                    <a:pt x="11108" y="9491"/>
                    <a:pt x="11278" y="9371"/>
                    <a:pt x="11505" y="9371"/>
                  </a:cubicBezTo>
                  <a:cubicBezTo>
                    <a:pt x="11583" y="9371"/>
                    <a:pt x="11668" y="9385"/>
                    <a:pt x="11764" y="9423"/>
                  </a:cubicBezTo>
                  <a:cubicBezTo>
                    <a:pt x="11824" y="9453"/>
                    <a:pt x="11885" y="9453"/>
                    <a:pt x="11916" y="9514"/>
                  </a:cubicBezTo>
                  <a:cubicBezTo>
                    <a:pt x="12493" y="9909"/>
                    <a:pt x="13131" y="10335"/>
                    <a:pt x="13192" y="10760"/>
                  </a:cubicBezTo>
                  <a:cubicBezTo>
                    <a:pt x="13223" y="11186"/>
                    <a:pt x="12767" y="12250"/>
                    <a:pt x="12797" y="12614"/>
                  </a:cubicBezTo>
                  <a:cubicBezTo>
                    <a:pt x="12882" y="12614"/>
                    <a:pt x="13073" y="12244"/>
                    <a:pt x="13419" y="12244"/>
                  </a:cubicBezTo>
                  <a:cubicBezTo>
                    <a:pt x="13444" y="12244"/>
                    <a:pt x="13470" y="12246"/>
                    <a:pt x="13496" y="12250"/>
                  </a:cubicBezTo>
                  <a:cubicBezTo>
                    <a:pt x="13569" y="12255"/>
                    <a:pt x="13644" y="12258"/>
                    <a:pt x="13717" y="12258"/>
                  </a:cubicBezTo>
                  <a:cubicBezTo>
                    <a:pt x="14101" y="12258"/>
                    <a:pt x="14449" y="12167"/>
                    <a:pt x="14347" y="11733"/>
                  </a:cubicBezTo>
                  <a:cubicBezTo>
                    <a:pt x="14286" y="11247"/>
                    <a:pt x="13435" y="9818"/>
                    <a:pt x="13678" y="9666"/>
                  </a:cubicBezTo>
                  <a:cubicBezTo>
                    <a:pt x="13790" y="9599"/>
                    <a:pt x="13918" y="9499"/>
                    <a:pt x="14087" y="9499"/>
                  </a:cubicBezTo>
                  <a:cubicBezTo>
                    <a:pt x="14148" y="9499"/>
                    <a:pt x="14214" y="9512"/>
                    <a:pt x="14286" y="9545"/>
                  </a:cubicBezTo>
                  <a:cubicBezTo>
                    <a:pt x="14408" y="9605"/>
                    <a:pt x="14499" y="9727"/>
                    <a:pt x="14590" y="9970"/>
                  </a:cubicBezTo>
                  <a:cubicBezTo>
                    <a:pt x="14864" y="10608"/>
                    <a:pt x="15107" y="11399"/>
                    <a:pt x="14925" y="11855"/>
                  </a:cubicBezTo>
                  <a:cubicBezTo>
                    <a:pt x="14742" y="12280"/>
                    <a:pt x="14590" y="12706"/>
                    <a:pt x="14894" y="13162"/>
                  </a:cubicBezTo>
                  <a:cubicBezTo>
                    <a:pt x="14902" y="13163"/>
                    <a:pt x="14910" y="13164"/>
                    <a:pt x="14918" y="13164"/>
                  </a:cubicBezTo>
                  <a:cubicBezTo>
                    <a:pt x="15060" y="13164"/>
                    <a:pt x="15185" y="12918"/>
                    <a:pt x="15502" y="12918"/>
                  </a:cubicBezTo>
                  <a:cubicBezTo>
                    <a:pt x="15533" y="12918"/>
                    <a:pt x="15563" y="12918"/>
                    <a:pt x="15654" y="12949"/>
                  </a:cubicBezTo>
                  <a:cubicBezTo>
                    <a:pt x="15685" y="12949"/>
                    <a:pt x="15806" y="13010"/>
                    <a:pt x="15958" y="13101"/>
                  </a:cubicBezTo>
                  <a:cubicBezTo>
                    <a:pt x="15983" y="13126"/>
                    <a:pt x="16019" y="13141"/>
                    <a:pt x="16063" y="13141"/>
                  </a:cubicBezTo>
                  <a:cubicBezTo>
                    <a:pt x="16125" y="13141"/>
                    <a:pt x="16203" y="13111"/>
                    <a:pt x="16292" y="13040"/>
                  </a:cubicBezTo>
                  <a:cubicBezTo>
                    <a:pt x="16688" y="12736"/>
                    <a:pt x="16262" y="12189"/>
                    <a:pt x="17052" y="12189"/>
                  </a:cubicBezTo>
                  <a:cubicBezTo>
                    <a:pt x="17647" y="12189"/>
                    <a:pt x="17626" y="11816"/>
                    <a:pt x="17905" y="11816"/>
                  </a:cubicBezTo>
                  <a:cubicBezTo>
                    <a:pt x="17954" y="11816"/>
                    <a:pt x="18013" y="11827"/>
                    <a:pt x="18086" y="11855"/>
                  </a:cubicBezTo>
                  <a:cubicBezTo>
                    <a:pt x="18147" y="11885"/>
                    <a:pt x="18238" y="11946"/>
                    <a:pt x="18299" y="12007"/>
                  </a:cubicBezTo>
                  <a:cubicBezTo>
                    <a:pt x="18846" y="12432"/>
                    <a:pt x="18907" y="12797"/>
                    <a:pt x="19119" y="12918"/>
                  </a:cubicBezTo>
                  <a:cubicBezTo>
                    <a:pt x="19180" y="12918"/>
                    <a:pt x="19302" y="12918"/>
                    <a:pt x="19454" y="12858"/>
                  </a:cubicBezTo>
                  <a:cubicBezTo>
                    <a:pt x="19553" y="12801"/>
                    <a:pt x="19665" y="12777"/>
                    <a:pt x="19781" y="12777"/>
                  </a:cubicBezTo>
                  <a:cubicBezTo>
                    <a:pt x="19914" y="12777"/>
                    <a:pt x="20053" y="12809"/>
                    <a:pt x="20183" y="12858"/>
                  </a:cubicBezTo>
                  <a:cubicBezTo>
                    <a:pt x="20214" y="12888"/>
                    <a:pt x="20274" y="12888"/>
                    <a:pt x="20335" y="12918"/>
                  </a:cubicBezTo>
                  <a:cubicBezTo>
                    <a:pt x="20578" y="13070"/>
                    <a:pt x="20821" y="13344"/>
                    <a:pt x="20882" y="13557"/>
                  </a:cubicBezTo>
                  <a:cubicBezTo>
                    <a:pt x="21019" y="13966"/>
                    <a:pt x="20885" y="14965"/>
                    <a:pt x="20173" y="14965"/>
                  </a:cubicBezTo>
                  <a:cubicBezTo>
                    <a:pt x="20093" y="14965"/>
                    <a:pt x="20005" y="14952"/>
                    <a:pt x="19910" y="14925"/>
                  </a:cubicBezTo>
                  <a:cubicBezTo>
                    <a:pt x="19818" y="14894"/>
                    <a:pt x="19788" y="14894"/>
                    <a:pt x="19758" y="14864"/>
                  </a:cubicBezTo>
                  <a:cubicBezTo>
                    <a:pt x="19484" y="14712"/>
                    <a:pt x="19332" y="14469"/>
                    <a:pt x="19180" y="14256"/>
                  </a:cubicBezTo>
                  <a:cubicBezTo>
                    <a:pt x="19028" y="14013"/>
                    <a:pt x="18876" y="13800"/>
                    <a:pt x="18451" y="13618"/>
                  </a:cubicBezTo>
                  <a:cubicBezTo>
                    <a:pt x="18276" y="13587"/>
                    <a:pt x="18050" y="13568"/>
                    <a:pt x="17807" y="13568"/>
                  </a:cubicBezTo>
                  <a:cubicBezTo>
                    <a:pt x="17079" y="13568"/>
                    <a:pt x="16201" y="13739"/>
                    <a:pt x="16110" y="14286"/>
                  </a:cubicBezTo>
                  <a:cubicBezTo>
                    <a:pt x="15989" y="15016"/>
                    <a:pt x="17478" y="15229"/>
                    <a:pt x="17478" y="16049"/>
                  </a:cubicBezTo>
                  <a:cubicBezTo>
                    <a:pt x="17478" y="16624"/>
                    <a:pt x="17365" y="17357"/>
                    <a:pt x="16850" y="17357"/>
                  </a:cubicBezTo>
                  <a:cubicBezTo>
                    <a:pt x="16767" y="17357"/>
                    <a:pt x="16672" y="17338"/>
                    <a:pt x="16566" y="17295"/>
                  </a:cubicBezTo>
                  <a:cubicBezTo>
                    <a:pt x="15806" y="16809"/>
                    <a:pt x="15168" y="16414"/>
                    <a:pt x="14773" y="15593"/>
                  </a:cubicBezTo>
                  <a:cubicBezTo>
                    <a:pt x="14712" y="15350"/>
                    <a:pt x="14590" y="15229"/>
                    <a:pt x="14438" y="15168"/>
                  </a:cubicBezTo>
                  <a:cubicBezTo>
                    <a:pt x="14375" y="15147"/>
                    <a:pt x="14308" y="15138"/>
                    <a:pt x="14238" y="15138"/>
                  </a:cubicBezTo>
                  <a:cubicBezTo>
                    <a:pt x="13990" y="15138"/>
                    <a:pt x="13692" y="15242"/>
                    <a:pt x="13296" y="15242"/>
                  </a:cubicBezTo>
                  <a:cubicBezTo>
                    <a:pt x="13162" y="15242"/>
                    <a:pt x="13016" y="15230"/>
                    <a:pt x="12858" y="15198"/>
                  </a:cubicBezTo>
                  <a:cubicBezTo>
                    <a:pt x="12736" y="15198"/>
                    <a:pt x="12615" y="15168"/>
                    <a:pt x="12493" y="15137"/>
                  </a:cubicBezTo>
                  <a:cubicBezTo>
                    <a:pt x="12432" y="15077"/>
                    <a:pt x="12311" y="15046"/>
                    <a:pt x="12250" y="15016"/>
                  </a:cubicBezTo>
                  <a:cubicBezTo>
                    <a:pt x="11520" y="14621"/>
                    <a:pt x="11034" y="13830"/>
                    <a:pt x="10973" y="13405"/>
                  </a:cubicBezTo>
                  <a:cubicBezTo>
                    <a:pt x="10943" y="13010"/>
                    <a:pt x="11034" y="11885"/>
                    <a:pt x="9970" y="11277"/>
                  </a:cubicBezTo>
                  <a:cubicBezTo>
                    <a:pt x="9879" y="11216"/>
                    <a:pt x="9757" y="11186"/>
                    <a:pt x="9666" y="11125"/>
                  </a:cubicBezTo>
                  <a:lnTo>
                    <a:pt x="9301" y="11034"/>
                  </a:lnTo>
                  <a:cubicBezTo>
                    <a:pt x="8940" y="10944"/>
                    <a:pt x="8699" y="10912"/>
                    <a:pt x="8531" y="10912"/>
                  </a:cubicBezTo>
                  <a:cubicBezTo>
                    <a:pt x="8140" y="10912"/>
                    <a:pt x="8133" y="11081"/>
                    <a:pt x="7902" y="11081"/>
                  </a:cubicBezTo>
                  <a:cubicBezTo>
                    <a:pt x="7796" y="11081"/>
                    <a:pt x="7644" y="11046"/>
                    <a:pt x="7387" y="10943"/>
                  </a:cubicBezTo>
                  <a:cubicBezTo>
                    <a:pt x="7235" y="10882"/>
                    <a:pt x="7083" y="10791"/>
                    <a:pt x="6870" y="10730"/>
                  </a:cubicBezTo>
                  <a:cubicBezTo>
                    <a:pt x="6809" y="10669"/>
                    <a:pt x="6779" y="10669"/>
                    <a:pt x="6687" y="10639"/>
                  </a:cubicBezTo>
                  <a:cubicBezTo>
                    <a:pt x="6455" y="10548"/>
                    <a:pt x="6262" y="10508"/>
                    <a:pt x="6100" y="10508"/>
                  </a:cubicBezTo>
                  <a:cubicBezTo>
                    <a:pt x="5181" y="10508"/>
                    <a:pt x="5245" y="11769"/>
                    <a:pt x="4651" y="11976"/>
                  </a:cubicBezTo>
                  <a:cubicBezTo>
                    <a:pt x="3891" y="12189"/>
                    <a:pt x="2098" y="12584"/>
                    <a:pt x="1611" y="12949"/>
                  </a:cubicBezTo>
                  <a:cubicBezTo>
                    <a:pt x="1095" y="13344"/>
                    <a:pt x="0" y="15016"/>
                    <a:pt x="304" y="16110"/>
                  </a:cubicBezTo>
                  <a:cubicBezTo>
                    <a:pt x="608" y="17204"/>
                    <a:pt x="1186" y="19180"/>
                    <a:pt x="1794" y="19788"/>
                  </a:cubicBezTo>
                  <a:cubicBezTo>
                    <a:pt x="1915" y="19909"/>
                    <a:pt x="2067" y="20031"/>
                    <a:pt x="2219" y="20092"/>
                  </a:cubicBezTo>
                  <a:lnTo>
                    <a:pt x="2432" y="20213"/>
                  </a:lnTo>
                  <a:cubicBezTo>
                    <a:pt x="2686" y="20309"/>
                    <a:pt x="2965" y="20354"/>
                    <a:pt x="3261" y="20354"/>
                  </a:cubicBezTo>
                  <a:cubicBezTo>
                    <a:pt x="3531" y="20354"/>
                    <a:pt x="3814" y="20316"/>
                    <a:pt x="4104" y="20244"/>
                  </a:cubicBezTo>
                  <a:cubicBezTo>
                    <a:pt x="4215" y="20224"/>
                    <a:pt x="4330" y="20213"/>
                    <a:pt x="4443" y="20213"/>
                  </a:cubicBezTo>
                  <a:cubicBezTo>
                    <a:pt x="4668" y="20213"/>
                    <a:pt x="4884" y="20254"/>
                    <a:pt x="5046" y="20335"/>
                  </a:cubicBezTo>
                  <a:lnTo>
                    <a:pt x="5289" y="20457"/>
                  </a:lnTo>
                  <a:cubicBezTo>
                    <a:pt x="5624" y="20639"/>
                    <a:pt x="5867" y="20943"/>
                    <a:pt x="5897" y="21216"/>
                  </a:cubicBezTo>
                  <a:cubicBezTo>
                    <a:pt x="5928" y="21672"/>
                    <a:pt x="6080" y="22767"/>
                    <a:pt x="5046" y="24499"/>
                  </a:cubicBezTo>
                  <a:cubicBezTo>
                    <a:pt x="4043" y="26293"/>
                    <a:pt x="3496" y="27296"/>
                    <a:pt x="3891" y="28055"/>
                  </a:cubicBezTo>
                  <a:cubicBezTo>
                    <a:pt x="4256" y="28815"/>
                    <a:pt x="3010" y="30274"/>
                    <a:pt x="2766" y="30973"/>
                  </a:cubicBezTo>
                  <a:cubicBezTo>
                    <a:pt x="2554" y="31642"/>
                    <a:pt x="1824" y="33527"/>
                    <a:pt x="2766" y="34682"/>
                  </a:cubicBezTo>
                  <a:cubicBezTo>
                    <a:pt x="3283" y="35290"/>
                    <a:pt x="3830" y="35806"/>
                    <a:pt x="4408" y="36110"/>
                  </a:cubicBezTo>
                  <a:cubicBezTo>
                    <a:pt x="4560" y="36171"/>
                    <a:pt x="4742" y="36262"/>
                    <a:pt x="4894" y="36323"/>
                  </a:cubicBezTo>
                  <a:cubicBezTo>
                    <a:pt x="5224" y="36441"/>
                    <a:pt x="5536" y="36486"/>
                    <a:pt x="5801" y="36486"/>
                  </a:cubicBezTo>
                  <a:cubicBezTo>
                    <a:pt x="5878" y="36486"/>
                    <a:pt x="5950" y="36482"/>
                    <a:pt x="6019" y="36475"/>
                  </a:cubicBezTo>
                  <a:cubicBezTo>
                    <a:pt x="6931" y="36323"/>
                    <a:pt x="6991" y="36475"/>
                    <a:pt x="7478" y="36201"/>
                  </a:cubicBezTo>
                  <a:cubicBezTo>
                    <a:pt x="7994" y="35958"/>
                    <a:pt x="8359" y="34439"/>
                    <a:pt x="9089" y="33983"/>
                  </a:cubicBezTo>
                  <a:cubicBezTo>
                    <a:pt x="9818" y="33527"/>
                    <a:pt x="10457" y="34135"/>
                    <a:pt x="11216" y="32828"/>
                  </a:cubicBezTo>
                  <a:cubicBezTo>
                    <a:pt x="11976" y="31551"/>
                    <a:pt x="12311" y="31490"/>
                    <a:pt x="12098" y="30426"/>
                  </a:cubicBezTo>
                  <a:cubicBezTo>
                    <a:pt x="11855" y="29362"/>
                    <a:pt x="11885" y="29150"/>
                    <a:pt x="12736" y="28724"/>
                  </a:cubicBezTo>
                  <a:cubicBezTo>
                    <a:pt x="13380" y="28377"/>
                    <a:pt x="14165" y="27990"/>
                    <a:pt x="14713" y="27990"/>
                  </a:cubicBezTo>
                  <a:cubicBezTo>
                    <a:pt x="14838" y="27990"/>
                    <a:pt x="14951" y="28010"/>
                    <a:pt x="15046" y="28055"/>
                  </a:cubicBezTo>
                  <a:cubicBezTo>
                    <a:pt x="15178" y="28102"/>
                    <a:pt x="15358" y="28141"/>
                    <a:pt x="15567" y="28141"/>
                  </a:cubicBezTo>
                  <a:cubicBezTo>
                    <a:pt x="16033" y="28141"/>
                    <a:pt x="16639" y="27949"/>
                    <a:pt x="17144" y="27235"/>
                  </a:cubicBezTo>
                  <a:cubicBezTo>
                    <a:pt x="17660" y="26475"/>
                    <a:pt x="17812" y="26080"/>
                    <a:pt x="17660" y="25958"/>
                  </a:cubicBezTo>
                  <a:cubicBezTo>
                    <a:pt x="17650" y="25953"/>
                    <a:pt x="17637" y="25951"/>
                    <a:pt x="17620" y="25951"/>
                  </a:cubicBezTo>
                  <a:cubicBezTo>
                    <a:pt x="17537" y="25951"/>
                    <a:pt x="17377" y="26014"/>
                    <a:pt x="17174" y="26141"/>
                  </a:cubicBezTo>
                  <a:cubicBezTo>
                    <a:pt x="16775" y="26415"/>
                    <a:pt x="16621" y="26628"/>
                    <a:pt x="16411" y="26628"/>
                  </a:cubicBezTo>
                  <a:cubicBezTo>
                    <a:pt x="16365" y="26628"/>
                    <a:pt x="16316" y="26618"/>
                    <a:pt x="16262" y="26596"/>
                  </a:cubicBezTo>
                  <a:cubicBezTo>
                    <a:pt x="16141" y="26566"/>
                    <a:pt x="15989" y="26414"/>
                    <a:pt x="15806" y="26171"/>
                  </a:cubicBezTo>
                  <a:cubicBezTo>
                    <a:pt x="15077" y="25381"/>
                    <a:pt x="14834" y="25107"/>
                    <a:pt x="14712" y="24286"/>
                  </a:cubicBezTo>
                  <a:cubicBezTo>
                    <a:pt x="14590" y="23405"/>
                    <a:pt x="14165" y="23557"/>
                    <a:pt x="14682" y="22919"/>
                  </a:cubicBezTo>
                  <a:cubicBezTo>
                    <a:pt x="15198" y="22311"/>
                    <a:pt x="14925" y="20365"/>
                    <a:pt x="14621" y="19575"/>
                  </a:cubicBezTo>
                  <a:cubicBezTo>
                    <a:pt x="14390" y="18855"/>
                    <a:pt x="15389" y="17588"/>
                    <a:pt x="15830" y="17588"/>
                  </a:cubicBezTo>
                  <a:cubicBezTo>
                    <a:pt x="15854" y="17588"/>
                    <a:pt x="15877" y="17591"/>
                    <a:pt x="15897" y="17599"/>
                  </a:cubicBezTo>
                  <a:cubicBezTo>
                    <a:pt x="16201" y="17812"/>
                    <a:pt x="16232" y="18542"/>
                    <a:pt x="15593" y="19636"/>
                  </a:cubicBezTo>
                  <a:cubicBezTo>
                    <a:pt x="14894" y="20761"/>
                    <a:pt x="16232" y="21064"/>
                    <a:pt x="15958" y="21612"/>
                  </a:cubicBezTo>
                  <a:cubicBezTo>
                    <a:pt x="15654" y="22189"/>
                    <a:pt x="14712" y="23435"/>
                    <a:pt x="15685" y="24438"/>
                  </a:cubicBezTo>
                  <a:cubicBezTo>
                    <a:pt x="15958" y="24712"/>
                    <a:pt x="16232" y="24894"/>
                    <a:pt x="16444" y="25046"/>
                  </a:cubicBezTo>
                  <a:lnTo>
                    <a:pt x="16688" y="25168"/>
                  </a:lnTo>
                  <a:cubicBezTo>
                    <a:pt x="16880" y="25239"/>
                    <a:pt x="17069" y="25273"/>
                    <a:pt x="17267" y="25273"/>
                  </a:cubicBezTo>
                  <a:cubicBezTo>
                    <a:pt x="17664" y="25273"/>
                    <a:pt x="18096" y="25137"/>
                    <a:pt x="18663" y="24894"/>
                  </a:cubicBezTo>
                  <a:cubicBezTo>
                    <a:pt x="20001" y="24286"/>
                    <a:pt x="21004" y="23344"/>
                    <a:pt x="20153" y="22463"/>
                  </a:cubicBezTo>
                  <a:cubicBezTo>
                    <a:pt x="19271" y="21581"/>
                    <a:pt x="18238" y="20487"/>
                    <a:pt x="19089" y="20183"/>
                  </a:cubicBezTo>
                  <a:cubicBezTo>
                    <a:pt x="19271" y="20115"/>
                    <a:pt x="19402" y="20080"/>
                    <a:pt x="19508" y="20080"/>
                  </a:cubicBezTo>
                  <a:cubicBezTo>
                    <a:pt x="19543" y="20080"/>
                    <a:pt x="19575" y="20084"/>
                    <a:pt x="19606" y="20092"/>
                  </a:cubicBezTo>
                  <a:cubicBezTo>
                    <a:pt x="19758" y="20213"/>
                    <a:pt x="19758" y="20548"/>
                    <a:pt x="20153" y="21125"/>
                  </a:cubicBezTo>
                  <a:cubicBezTo>
                    <a:pt x="20335" y="21368"/>
                    <a:pt x="20487" y="21520"/>
                    <a:pt x="20669" y="21612"/>
                  </a:cubicBezTo>
                  <a:lnTo>
                    <a:pt x="20913" y="21733"/>
                  </a:lnTo>
                  <a:cubicBezTo>
                    <a:pt x="20943" y="21764"/>
                    <a:pt x="21004" y="21764"/>
                    <a:pt x="21065" y="21824"/>
                  </a:cubicBezTo>
                  <a:cubicBezTo>
                    <a:pt x="21125" y="21855"/>
                    <a:pt x="21156" y="21855"/>
                    <a:pt x="21247" y="21885"/>
                  </a:cubicBezTo>
                  <a:cubicBezTo>
                    <a:pt x="21308" y="21916"/>
                    <a:pt x="21338" y="21916"/>
                    <a:pt x="21399" y="21976"/>
                  </a:cubicBezTo>
                  <a:cubicBezTo>
                    <a:pt x="21460" y="22007"/>
                    <a:pt x="21551" y="22037"/>
                    <a:pt x="21581" y="22128"/>
                  </a:cubicBezTo>
                  <a:cubicBezTo>
                    <a:pt x="21733" y="21672"/>
                    <a:pt x="21885" y="21216"/>
                    <a:pt x="22007" y="20761"/>
                  </a:cubicBezTo>
                  <a:cubicBezTo>
                    <a:pt x="23952" y="13770"/>
                    <a:pt x="23527" y="6687"/>
                    <a:pt x="21277" y="395"/>
                  </a:cubicBezTo>
                  <a:cubicBezTo>
                    <a:pt x="21186" y="304"/>
                    <a:pt x="21125" y="274"/>
                    <a:pt x="21034" y="243"/>
                  </a:cubicBezTo>
                  <a:lnTo>
                    <a:pt x="20821" y="122"/>
                  </a:lnTo>
                  <a:cubicBezTo>
                    <a:pt x="20619" y="41"/>
                    <a:pt x="20376" y="0"/>
                    <a:pt x="2011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 name="Google Shape;511;p146"/>
            <p:cNvSpPr/>
            <p:nvPr/>
          </p:nvSpPr>
          <p:spPr>
            <a:xfrm>
              <a:off x="6244725" y="1393800"/>
              <a:ext cx="435450" cy="348025"/>
            </a:xfrm>
            <a:custGeom>
              <a:rect b="b" l="l" r="r" t="t"/>
              <a:pathLst>
                <a:path extrusionOk="0" h="13921" w="17418">
                  <a:moveTo>
                    <a:pt x="5152" y="0"/>
                  </a:moveTo>
                  <a:cubicBezTo>
                    <a:pt x="4793" y="0"/>
                    <a:pt x="4498" y="178"/>
                    <a:pt x="4013" y="474"/>
                  </a:cubicBezTo>
                  <a:cubicBezTo>
                    <a:pt x="3755" y="615"/>
                    <a:pt x="3508" y="661"/>
                    <a:pt x="3274" y="661"/>
                  </a:cubicBezTo>
                  <a:cubicBezTo>
                    <a:pt x="2845" y="661"/>
                    <a:pt x="2458" y="507"/>
                    <a:pt x="2122" y="507"/>
                  </a:cubicBezTo>
                  <a:cubicBezTo>
                    <a:pt x="1972" y="507"/>
                    <a:pt x="1832" y="537"/>
                    <a:pt x="1703" y="626"/>
                  </a:cubicBezTo>
                  <a:cubicBezTo>
                    <a:pt x="1125" y="990"/>
                    <a:pt x="1" y="1386"/>
                    <a:pt x="1611" y="2054"/>
                  </a:cubicBezTo>
                  <a:cubicBezTo>
                    <a:pt x="1611" y="2054"/>
                    <a:pt x="1672" y="2085"/>
                    <a:pt x="1703" y="2085"/>
                  </a:cubicBezTo>
                  <a:cubicBezTo>
                    <a:pt x="1733" y="2085"/>
                    <a:pt x="1763" y="2146"/>
                    <a:pt x="1824" y="2146"/>
                  </a:cubicBezTo>
                  <a:cubicBezTo>
                    <a:pt x="2311" y="2328"/>
                    <a:pt x="2645" y="2389"/>
                    <a:pt x="2949" y="2449"/>
                  </a:cubicBezTo>
                  <a:cubicBezTo>
                    <a:pt x="3253" y="2480"/>
                    <a:pt x="3496" y="2480"/>
                    <a:pt x="3678" y="2541"/>
                  </a:cubicBezTo>
                  <a:cubicBezTo>
                    <a:pt x="3891" y="2662"/>
                    <a:pt x="4104" y="2905"/>
                    <a:pt x="4286" y="3513"/>
                  </a:cubicBezTo>
                  <a:cubicBezTo>
                    <a:pt x="4773" y="5064"/>
                    <a:pt x="5381" y="5732"/>
                    <a:pt x="5046" y="6553"/>
                  </a:cubicBezTo>
                  <a:cubicBezTo>
                    <a:pt x="4712" y="7343"/>
                    <a:pt x="4013" y="8225"/>
                    <a:pt x="4286" y="8741"/>
                  </a:cubicBezTo>
                  <a:cubicBezTo>
                    <a:pt x="4499" y="9288"/>
                    <a:pt x="4590" y="9471"/>
                    <a:pt x="4286" y="10140"/>
                  </a:cubicBezTo>
                  <a:cubicBezTo>
                    <a:pt x="3952" y="10839"/>
                    <a:pt x="3374" y="11355"/>
                    <a:pt x="4560" y="12845"/>
                  </a:cubicBezTo>
                  <a:cubicBezTo>
                    <a:pt x="4925" y="13331"/>
                    <a:pt x="5320" y="13635"/>
                    <a:pt x="5654" y="13787"/>
                  </a:cubicBezTo>
                  <a:cubicBezTo>
                    <a:pt x="5654" y="13848"/>
                    <a:pt x="5685" y="13848"/>
                    <a:pt x="5685" y="13848"/>
                  </a:cubicBezTo>
                  <a:cubicBezTo>
                    <a:pt x="5834" y="13898"/>
                    <a:pt x="5977" y="13921"/>
                    <a:pt x="6110" y="13921"/>
                  </a:cubicBezTo>
                  <a:cubicBezTo>
                    <a:pt x="6546" y="13921"/>
                    <a:pt x="6882" y="13673"/>
                    <a:pt x="7022" y="13301"/>
                  </a:cubicBezTo>
                  <a:cubicBezTo>
                    <a:pt x="7295" y="12602"/>
                    <a:pt x="7782" y="11751"/>
                    <a:pt x="8754" y="11507"/>
                  </a:cubicBezTo>
                  <a:cubicBezTo>
                    <a:pt x="9478" y="11358"/>
                    <a:pt x="9833" y="10921"/>
                    <a:pt x="10307" y="10921"/>
                  </a:cubicBezTo>
                  <a:cubicBezTo>
                    <a:pt x="10410" y="10921"/>
                    <a:pt x="10519" y="10942"/>
                    <a:pt x="10639" y="10991"/>
                  </a:cubicBezTo>
                  <a:cubicBezTo>
                    <a:pt x="10730" y="11021"/>
                    <a:pt x="10821" y="11082"/>
                    <a:pt x="10882" y="11143"/>
                  </a:cubicBezTo>
                  <a:cubicBezTo>
                    <a:pt x="11095" y="11295"/>
                    <a:pt x="11308" y="11416"/>
                    <a:pt x="11490" y="11477"/>
                  </a:cubicBezTo>
                  <a:cubicBezTo>
                    <a:pt x="11490" y="11477"/>
                    <a:pt x="11551" y="11507"/>
                    <a:pt x="11581" y="11507"/>
                  </a:cubicBezTo>
                  <a:cubicBezTo>
                    <a:pt x="11804" y="11601"/>
                    <a:pt x="12032" y="11654"/>
                    <a:pt x="12250" y="11654"/>
                  </a:cubicBezTo>
                  <a:cubicBezTo>
                    <a:pt x="12597" y="11654"/>
                    <a:pt x="12919" y="11520"/>
                    <a:pt x="13162" y="11203"/>
                  </a:cubicBezTo>
                  <a:cubicBezTo>
                    <a:pt x="13739" y="10565"/>
                    <a:pt x="13405" y="9775"/>
                    <a:pt x="13770" y="9501"/>
                  </a:cubicBezTo>
                  <a:cubicBezTo>
                    <a:pt x="14165" y="9228"/>
                    <a:pt x="15350" y="8741"/>
                    <a:pt x="15229" y="8164"/>
                  </a:cubicBezTo>
                  <a:cubicBezTo>
                    <a:pt x="15107" y="7617"/>
                    <a:pt x="13983" y="7343"/>
                    <a:pt x="15107" y="6766"/>
                  </a:cubicBezTo>
                  <a:cubicBezTo>
                    <a:pt x="16201" y="6188"/>
                    <a:pt x="17356" y="6097"/>
                    <a:pt x="17387" y="5702"/>
                  </a:cubicBezTo>
                  <a:cubicBezTo>
                    <a:pt x="17417" y="5337"/>
                    <a:pt x="17022" y="4912"/>
                    <a:pt x="15958" y="4243"/>
                  </a:cubicBezTo>
                  <a:cubicBezTo>
                    <a:pt x="14894" y="3513"/>
                    <a:pt x="15046" y="3057"/>
                    <a:pt x="14378" y="2510"/>
                  </a:cubicBezTo>
                  <a:cubicBezTo>
                    <a:pt x="13891" y="2146"/>
                    <a:pt x="12858" y="1598"/>
                    <a:pt x="12068" y="1264"/>
                  </a:cubicBezTo>
                  <a:cubicBezTo>
                    <a:pt x="11916" y="1203"/>
                    <a:pt x="11794" y="1142"/>
                    <a:pt x="11703" y="1112"/>
                  </a:cubicBezTo>
                  <a:cubicBezTo>
                    <a:pt x="11607" y="1074"/>
                    <a:pt x="11511" y="1035"/>
                    <a:pt x="11461" y="1035"/>
                  </a:cubicBezTo>
                  <a:cubicBezTo>
                    <a:pt x="11432" y="1035"/>
                    <a:pt x="11418" y="1048"/>
                    <a:pt x="11429" y="1082"/>
                  </a:cubicBezTo>
                  <a:cubicBezTo>
                    <a:pt x="11299" y="1042"/>
                    <a:pt x="11160" y="1026"/>
                    <a:pt x="11016" y="1026"/>
                  </a:cubicBezTo>
                  <a:cubicBezTo>
                    <a:pt x="10412" y="1026"/>
                    <a:pt x="9716" y="1308"/>
                    <a:pt x="9205" y="1308"/>
                  </a:cubicBezTo>
                  <a:cubicBezTo>
                    <a:pt x="9096" y="1308"/>
                    <a:pt x="8996" y="1295"/>
                    <a:pt x="8906" y="1264"/>
                  </a:cubicBezTo>
                  <a:cubicBezTo>
                    <a:pt x="8876" y="1264"/>
                    <a:pt x="8876" y="1234"/>
                    <a:pt x="8846" y="1234"/>
                  </a:cubicBezTo>
                  <a:cubicBezTo>
                    <a:pt x="8835" y="1234"/>
                    <a:pt x="8760" y="1245"/>
                    <a:pt x="8627" y="1245"/>
                  </a:cubicBezTo>
                  <a:cubicBezTo>
                    <a:pt x="8384" y="1245"/>
                    <a:pt x="7946" y="1207"/>
                    <a:pt x="7356" y="990"/>
                  </a:cubicBezTo>
                  <a:cubicBezTo>
                    <a:pt x="7326" y="960"/>
                    <a:pt x="7235" y="960"/>
                    <a:pt x="7204" y="930"/>
                  </a:cubicBezTo>
                  <a:cubicBezTo>
                    <a:pt x="7022" y="808"/>
                    <a:pt x="6779" y="717"/>
                    <a:pt x="6566" y="565"/>
                  </a:cubicBezTo>
                  <a:cubicBezTo>
                    <a:pt x="6262" y="383"/>
                    <a:pt x="6019" y="231"/>
                    <a:pt x="5806" y="170"/>
                  </a:cubicBezTo>
                  <a:cubicBezTo>
                    <a:pt x="5776" y="170"/>
                    <a:pt x="5715" y="109"/>
                    <a:pt x="5685" y="109"/>
                  </a:cubicBezTo>
                  <a:cubicBezTo>
                    <a:pt x="5480" y="35"/>
                    <a:pt x="5310" y="0"/>
                    <a:pt x="5152"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 name="Google Shape;512;p146"/>
            <p:cNvSpPr/>
            <p:nvPr/>
          </p:nvSpPr>
          <p:spPr>
            <a:xfrm>
              <a:off x="6117075" y="1325200"/>
              <a:ext cx="192275" cy="100850"/>
            </a:xfrm>
            <a:custGeom>
              <a:rect b="b" l="l" r="r" t="t"/>
              <a:pathLst>
                <a:path extrusionOk="0" h="4034" w="7691">
                  <a:moveTo>
                    <a:pt x="3478" y="0"/>
                  </a:moveTo>
                  <a:cubicBezTo>
                    <a:pt x="3281" y="0"/>
                    <a:pt x="3084" y="43"/>
                    <a:pt x="2888" y="148"/>
                  </a:cubicBezTo>
                  <a:cubicBezTo>
                    <a:pt x="2097" y="513"/>
                    <a:pt x="1216" y="391"/>
                    <a:pt x="851" y="1120"/>
                  </a:cubicBezTo>
                  <a:cubicBezTo>
                    <a:pt x="456" y="1850"/>
                    <a:pt x="0" y="2975"/>
                    <a:pt x="1064" y="3552"/>
                  </a:cubicBezTo>
                  <a:cubicBezTo>
                    <a:pt x="1246" y="3674"/>
                    <a:pt x="1398" y="3734"/>
                    <a:pt x="1611" y="3826"/>
                  </a:cubicBezTo>
                  <a:cubicBezTo>
                    <a:pt x="1672" y="3826"/>
                    <a:pt x="1702" y="3856"/>
                    <a:pt x="1763" y="3856"/>
                  </a:cubicBezTo>
                  <a:cubicBezTo>
                    <a:pt x="2059" y="3972"/>
                    <a:pt x="2333" y="4033"/>
                    <a:pt x="2594" y="4033"/>
                  </a:cubicBezTo>
                  <a:cubicBezTo>
                    <a:pt x="2951" y="4033"/>
                    <a:pt x="3284" y="3919"/>
                    <a:pt x="3617" y="3674"/>
                  </a:cubicBezTo>
                  <a:cubicBezTo>
                    <a:pt x="4377" y="3096"/>
                    <a:pt x="4255" y="2610"/>
                    <a:pt x="4255" y="2579"/>
                  </a:cubicBezTo>
                  <a:cubicBezTo>
                    <a:pt x="4255" y="2524"/>
                    <a:pt x="4102" y="1957"/>
                    <a:pt x="4709" y="1957"/>
                  </a:cubicBezTo>
                  <a:cubicBezTo>
                    <a:pt x="4764" y="1957"/>
                    <a:pt x="4826" y="1961"/>
                    <a:pt x="4894" y="1972"/>
                  </a:cubicBezTo>
                  <a:cubicBezTo>
                    <a:pt x="5107" y="2002"/>
                    <a:pt x="5258" y="2032"/>
                    <a:pt x="5350" y="2063"/>
                  </a:cubicBezTo>
                  <a:cubicBezTo>
                    <a:pt x="5410" y="2124"/>
                    <a:pt x="5410" y="2124"/>
                    <a:pt x="5441" y="2124"/>
                  </a:cubicBezTo>
                  <a:cubicBezTo>
                    <a:pt x="5471" y="2154"/>
                    <a:pt x="5532" y="2154"/>
                    <a:pt x="5593" y="2184"/>
                  </a:cubicBezTo>
                  <a:cubicBezTo>
                    <a:pt x="5623" y="2215"/>
                    <a:pt x="5684" y="2215"/>
                    <a:pt x="5745" y="2276"/>
                  </a:cubicBezTo>
                  <a:cubicBezTo>
                    <a:pt x="5745" y="2306"/>
                    <a:pt x="5775" y="2306"/>
                    <a:pt x="5775" y="2306"/>
                  </a:cubicBezTo>
                  <a:cubicBezTo>
                    <a:pt x="5881" y="2341"/>
                    <a:pt x="6006" y="2376"/>
                    <a:pt x="6164" y="2376"/>
                  </a:cubicBezTo>
                  <a:cubicBezTo>
                    <a:pt x="6279" y="2376"/>
                    <a:pt x="6411" y="2357"/>
                    <a:pt x="6566" y="2306"/>
                  </a:cubicBezTo>
                  <a:cubicBezTo>
                    <a:pt x="7447" y="2063"/>
                    <a:pt x="7690" y="1880"/>
                    <a:pt x="7447" y="1698"/>
                  </a:cubicBezTo>
                  <a:cubicBezTo>
                    <a:pt x="7265" y="1546"/>
                    <a:pt x="6626" y="1120"/>
                    <a:pt x="5897" y="817"/>
                  </a:cubicBezTo>
                  <a:cubicBezTo>
                    <a:pt x="5806" y="786"/>
                    <a:pt x="5714" y="756"/>
                    <a:pt x="5623" y="695"/>
                  </a:cubicBezTo>
                  <a:cubicBezTo>
                    <a:pt x="5502" y="665"/>
                    <a:pt x="5410" y="634"/>
                    <a:pt x="5319" y="604"/>
                  </a:cubicBezTo>
                  <a:cubicBezTo>
                    <a:pt x="5198" y="543"/>
                    <a:pt x="5137" y="513"/>
                    <a:pt x="5015" y="482"/>
                  </a:cubicBezTo>
                  <a:cubicBezTo>
                    <a:pt x="4894" y="452"/>
                    <a:pt x="4742" y="361"/>
                    <a:pt x="4651" y="330"/>
                  </a:cubicBezTo>
                  <a:cubicBezTo>
                    <a:pt x="4529" y="300"/>
                    <a:pt x="4377" y="209"/>
                    <a:pt x="4255" y="178"/>
                  </a:cubicBezTo>
                  <a:cubicBezTo>
                    <a:pt x="3996" y="74"/>
                    <a:pt x="3737" y="0"/>
                    <a:pt x="347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 name="Google Shape;513;p146"/>
            <p:cNvSpPr/>
            <p:nvPr/>
          </p:nvSpPr>
          <p:spPr>
            <a:xfrm>
              <a:off x="6102625" y="1426900"/>
              <a:ext cx="161875" cy="200650"/>
            </a:xfrm>
            <a:custGeom>
              <a:rect b="b" l="l" r="r" t="t"/>
              <a:pathLst>
                <a:path extrusionOk="0" h="8026" w="6475">
                  <a:moveTo>
                    <a:pt x="1490" y="1"/>
                  </a:moveTo>
                  <a:cubicBezTo>
                    <a:pt x="426" y="305"/>
                    <a:pt x="365" y="1"/>
                    <a:pt x="304" y="639"/>
                  </a:cubicBezTo>
                  <a:cubicBezTo>
                    <a:pt x="274" y="1217"/>
                    <a:pt x="1" y="2159"/>
                    <a:pt x="1034" y="2584"/>
                  </a:cubicBezTo>
                  <a:cubicBezTo>
                    <a:pt x="1034" y="2645"/>
                    <a:pt x="1064" y="2645"/>
                    <a:pt x="1064" y="2645"/>
                  </a:cubicBezTo>
                  <a:cubicBezTo>
                    <a:pt x="1125" y="2645"/>
                    <a:pt x="1156" y="2676"/>
                    <a:pt x="1186" y="2676"/>
                  </a:cubicBezTo>
                  <a:cubicBezTo>
                    <a:pt x="1368" y="2767"/>
                    <a:pt x="1520" y="2828"/>
                    <a:pt x="1672" y="2858"/>
                  </a:cubicBezTo>
                  <a:cubicBezTo>
                    <a:pt x="1824" y="2949"/>
                    <a:pt x="1946" y="2980"/>
                    <a:pt x="2067" y="3010"/>
                  </a:cubicBezTo>
                  <a:cubicBezTo>
                    <a:pt x="2098" y="3010"/>
                    <a:pt x="2128" y="3071"/>
                    <a:pt x="2189" y="3071"/>
                  </a:cubicBezTo>
                  <a:cubicBezTo>
                    <a:pt x="2463" y="3223"/>
                    <a:pt x="2645" y="3314"/>
                    <a:pt x="2706" y="3618"/>
                  </a:cubicBezTo>
                  <a:cubicBezTo>
                    <a:pt x="2858" y="4195"/>
                    <a:pt x="2402" y="4621"/>
                    <a:pt x="2584" y="5563"/>
                  </a:cubicBezTo>
                  <a:cubicBezTo>
                    <a:pt x="2736" y="6354"/>
                    <a:pt x="3587" y="7691"/>
                    <a:pt x="4256" y="7995"/>
                  </a:cubicBezTo>
                  <a:lnTo>
                    <a:pt x="4286" y="7995"/>
                  </a:lnTo>
                  <a:cubicBezTo>
                    <a:pt x="4408" y="8025"/>
                    <a:pt x="4499" y="8025"/>
                    <a:pt x="4590" y="8025"/>
                  </a:cubicBezTo>
                  <a:cubicBezTo>
                    <a:pt x="5320" y="7934"/>
                    <a:pt x="4712" y="6749"/>
                    <a:pt x="5046" y="6323"/>
                  </a:cubicBezTo>
                  <a:cubicBezTo>
                    <a:pt x="5411" y="5898"/>
                    <a:pt x="5988" y="6202"/>
                    <a:pt x="6049" y="5594"/>
                  </a:cubicBezTo>
                  <a:cubicBezTo>
                    <a:pt x="6110" y="4986"/>
                    <a:pt x="6475" y="5381"/>
                    <a:pt x="5776" y="4226"/>
                  </a:cubicBezTo>
                  <a:cubicBezTo>
                    <a:pt x="5107" y="3132"/>
                    <a:pt x="5229" y="2615"/>
                    <a:pt x="4864" y="1885"/>
                  </a:cubicBezTo>
                  <a:cubicBezTo>
                    <a:pt x="4651" y="1460"/>
                    <a:pt x="4347" y="1125"/>
                    <a:pt x="4043" y="1004"/>
                  </a:cubicBezTo>
                  <a:lnTo>
                    <a:pt x="4013" y="1004"/>
                  </a:lnTo>
                  <a:cubicBezTo>
                    <a:pt x="3937" y="974"/>
                    <a:pt x="3846" y="958"/>
                    <a:pt x="3762" y="958"/>
                  </a:cubicBezTo>
                  <a:cubicBezTo>
                    <a:pt x="3678" y="958"/>
                    <a:pt x="3602" y="974"/>
                    <a:pt x="3557" y="1004"/>
                  </a:cubicBezTo>
                  <a:cubicBezTo>
                    <a:pt x="3557" y="1004"/>
                    <a:pt x="3131" y="518"/>
                    <a:pt x="2523" y="244"/>
                  </a:cubicBezTo>
                  <a:cubicBezTo>
                    <a:pt x="2493" y="244"/>
                    <a:pt x="2493" y="214"/>
                    <a:pt x="2432" y="214"/>
                  </a:cubicBezTo>
                  <a:cubicBezTo>
                    <a:pt x="2189" y="92"/>
                    <a:pt x="1824" y="62"/>
                    <a:pt x="149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 name="Google Shape;514;p146"/>
            <p:cNvSpPr/>
            <p:nvPr/>
          </p:nvSpPr>
          <p:spPr>
            <a:xfrm>
              <a:off x="5550950" y="1285575"/>
              <a:ext cx="715075" cy="1422075"/>
            </a:xfrm>
            <a:custGeom>
              <a:rect b="b" l="l" r="r" t="t"/>
              <a:pathLst>
                <a:path extrusionOk="0" h="56883" w="28603">
                  <a:moveTo>
                    <a:pt x="6809" y="0"/>
                  </a:moveTo>
                  <a:cubicBezTo>
                    <a:pt x="4347" y="1429"/>
                    <a:pt x="2067" y="3161"/>
                    <a:pt x="0" y="5168"/>
                  </a:cubicBezTo>
                  <a:cubicBezTo>
                    <a:pt x="190" y="5204"/>
                    <a:pt x="391" y="5221"/>
                    <a:pt x="597" y="5221"/>
                  </a:cubicBezTo>
                  <a:cubicBezTo>
                    <a:pt x="1249" y="5221"/>
                    <a:pt x="1960" y="5049"/>
                    <a:pt x="2584" y="4772"/>
                  </a:cubicBezTo>
                  <a:cubicBezTo>
                    <a:pt x="3063" y="4533"/>
                    <a:pt x="3523" y="4419"/>
                    <a:pt x="3969" y="4419"/>
                  </a:cubicBezTo>
                  <a:cubicBezTo>
                    <a:pt x="4315" y="4419"/>
                    <a:pt x="4653" y="4488"/>
                    <a:pt x="4985" y="4620"/>
                  </a:cubicBezTo>
                  <a:cubicBezTo>
                    <a:pt x="5623" y="4924"/>
                    <a:pt x="6201" y="5441"/>
                    <a:pt x="6566" y="6201"/>
                  </a:cubicBezTo>
                  <a:cubicBezTo>
                    <a:pt x="7386" y="7812"/>
                    <a:pt x="8450" y="9514"/>
                    <a:pt x="9271" y="11247"/>
                  </a:cubicBezTo>
                  <a:cubicBezTo>
                    <a:pt x="10061" y="13010"/>
                    <a:pt x="8329" y="14225"/>
                    <a:pt x="7143" y="16232"/>
                  </a:cubicBezTo>
                  <a:cubicBezTo>
                    <a:pt x="5958" y="18207"/>
                    <a:pt x="5471" y="20730"/>
                    <a:pt x="7903" y="23162"/>
                  </a:cubicBezTo>
                  <a:cubicBezTo>
                    <a:pt x="7910" y="23164"/>
                    <a:pt x="7917" y="23165"/>
                    <a:pt x="7924" y="23165"/>
                  </a:cubicBezTo>
                  <a:cubicBezTo>
                    <a:pt x="8018" y="23165"/>
                    <a:pt x="8148" y="22939"/>
                    <a:pt x="7782" y="21277"/>
                  </a:cubicBezTo>
                  <a:cubicBezTo>
                    <a:pt x="7460" y="19748"/>
                    <a:pt x="7753" y="19213"/>
                    <a:pt x="8098" y="19213"/>
                  </a:cubicBezTo>
                  <a:cubicBezTo>
                    <a:pt x="8144" y="19213"/>
                    <a:pt x="8191" y="19223"/>
                    <a:pt x="8237" y="19241"/>
                  </a:cubicBezTo>
                  <a:cubicBezTo>
                    <a:pt x="8359" y="19271"/>
                    <a:pt x="8481" y="19393"/>
                    <a:pt x="8541" y="19514"/>
                  </a:cubicBezTo>
                  <a:cubicBezTo>
                    <a:pt x="8937" y="20061"/>
                    <a:pt x="10730" y="24074"/>
                    <a:pt x="10335" y="24833"/>
                  </a:cubicBezTo>
                  <a:cubicBezTo>
                    <a:pt x="9970" y="25593"/>
                    <a:pt x="9149" y="28025"/>
                    <a:pt x="10456" y="28694"/>
                  </a:cubicBezTo>
                  <a:cubicBezTo>
                    <a:pt x="11733" y="29393"/>
                    <a:pt x="13070" y="31581"/>
                    <a:pt x="13405" y="33435"/>
                  </a:cubicBezTo>
                  <a:cubicBezTo>
                    <a:pt x="13344" y="33496"/>
                    <a:pt x="11824" y="34013"/>
                    <a:pt x="11520" y="35016"/>
                  </a:cubicBezTo>
                  <a:cubicBezTo>
                    <a:pt x="11216" y="35989"/>
                    <a:pt x="9271" y="38846"/>
                    <a:pt x="10456" y="40396"/>
                  </a:cubicBezTo>
                  <a:cubicBezTo>
                    <a:pt x="11642" y="41946"/>
                    <a:pt x="12250" y="41946"/>
                    <a:pt x="11186" y="43922"/>
                  </a:cubicBezTo>
                  <a:cubicBezTo>
                    <a:pt x="10152" y="45958"/>
                    <a:pt x="9666" y="49028"/>
                    <a:pt x="8511" y="49606"/>
                  </a:cubicBezTo>
                  <a:cubicBezTo>
                    <a:pt x="7386" y="50123"/>
                    <a:pt x="7569" y="49697"/>
                    <a:pt x="6535" y="51946"/>
                  </a:cubicBezTo>
                  <a:cubicBezTo>
                    <a:pt x="6505" y="52068"/>
                    <a:pt x="5623" y="53952"/>
                    <a:pt x="6353" y="54712"/>
                  </a:cubicBezTo>
                  <a:cubicBezTo>
                    <a:pt x="6930" y="55381"/>
                    <a:pt x="7934" y="56506"/>
                    <a:pt x="8693" y="56810"/>
                  </a:cubicBezTo>
                  <a:cubicBezTo>
                    <a:pt x="8777" y="56860"/>
                    <a:pt x="8861" y="56882"/>
                    <a:pt x="8939" y="56882"/>
                  </a:cubicBezTo>
                  <a:cubicBezTo>
                    <a:pt x="9004" y="56882"/>
                    <a:pt x="9064" y="56867"/>
                    <a:pt x="9119" y="56840"/>
                  </a:cubicBezTo>
                  <a:cubicBezTo>
                    <a:pt x="9757" y="56597"/>
                    <a:pt x="8085" y="54621"/>
                    <a:pt x="8997" y="53436"/>
                  </a:cubicBezTo>
                  <a:cubicBezTo>
                    <a:pt x="9909" y="52250"/>
                    <a:pt x="14073" y="51642"/>
                    <a:pt x="14621" y="50579"/>
                  </a:cubicBezTo>
                  <a:cubicBezTo>
                    <a:pt x="15198" y="49515"/>
                    <a:pt x="16292" y="48481"/>
                    <a:pt x="17660" y="48086"/>
                  </a:cubicBezTo>
                  <a:cubicBezTo>
                    <a:pt x="17801" y="48030"/>
                    <a:pt x="17930" y="48006"/>
                    <a:pt x="18045" y="48006"/>
                  </a:cubicBezTo>
                  <a:cubicBezTo>
                    <a:pt x="18177" y="48006"/>
                    <a:pt x="18292" y="48037"/>
                    <a:pt x="18390" y="48086"/>
                  </a:cubicBezTo>
                  <a:cubicBezTo>
                    <a:pt x="18542" y="48147"/>
                    <a:pt x="18663" y="48208"/>
                    <a:pt x="18785" y="48329"/>
                  </a:cubicBezTo>
                  <a:cubicBezTo>
                    <a:pt x="18846" y="48451"/>
                    <a:pt x="18967" y="48512"/>
                    <a:pt x="19119" y="48603"/>
                  </a:cubicBezTo>
                  <a:cubicBezTo>
                    <a:pt x="19175" y="48619"/>
                    <a:pt x="19236" y="48629"/>
                    <a:pt x="19303" y="48629"/>
                  </a:cubicBezTo>
                  <a:cubicBezTo>
                    <a:pt x="19491" y="48629"/>
                    <a:pt x="19734" y="48553"/>
                    <a:pt x="20092" y="48329"/>
                  </a:cubicBezTo>
                  <a:cubicBezTo>
                    <a:pt x="21551" y="47387"/>
                    <a:pt x="21216" y="45898"/>
                    <a:pt x="22645" y="44955"/>
                  </a:cubicBezTo>
                  <a:cubicBezTo>
                    <a:pt x="24134" y="43983"/>
                    <a:pt x="25077" y="44621"/>
                    <a:pt x="24742" y="42554"/>
                  </a:cubicBezTo>
                  <a:cubicBezTo>
                    <a:pt x="24438" y="40548"/>
                    <a:pt x="23101" y="38998"/>
                    <a:pt x="23253" y="38177"/>
                  </a:cubicBezTo>
                  <a:cubicBezTo>
                    <a:pt x="23405" y="37387"/>
                    <a:pt x="23101" y="36931"/>
                    <a:pt x="21004" y="36019"/>
                  </a:cubicBezTo>
                  <a:cubicBezTo>
                    <a:pt x="19210" y="35259"/>
                    <a:pt x="19666" y="34043"/>
                    <a:pt x="18116" y="33375"/>
                  </a:cubicBezTo>
                  <a:cubicBezTo>
                    <a:pt x="18086" y="33375"/>
                    <a:pt x="18055" y="33314"/>
                    <a:pt x="17994" y="33314"/>
                  </a:cubicBezTo>
                  <a:cubicBezTo>
                    <a:pt x="17751" y="33223"/>
                    <a:pt x="17387" y="33131"/>
                    <a:pt x="17022" y="33071"/>
                  </a:cubicBezTo>
                  <a:cubicBezTo>
                    <a:pt x="16687" y="32979"/>
                    <a:pt x="16323" y="32919"/>
                    <a:pt x="16080" y="32797"/>
                  </a:cubicBezTo>
                  <a:cubicBezTo>
                    <a:pt x="16019" y="32767"/>
                    <a:pt x="15958" y="32767"/>
                    <a:pt x="15928" y="32706"/>
                  </a:cubicBezTo>
                  <a:cubicBezTo>
                    <a:pt x="13952" y="31885"/>
                    <a:pt x="13648" y="30031"/>
                    <a:pt x="13587" y="28876"/>
                  </a:cubicBezTo>
                  <a:cubicBezTo>
                    <a:pt x="13587" y="27751"/>
                    <a:pt x="13192" y="27174"/>
                    <a:pt x="12493" y="26870"/>
                  </a:cubicBezTo>
                  <a:cubicBezTo>
                    <a:pt x="12432" y="26870"/>
                    <a:pt x="12341" y="26840"/>
                    <a:pt x="12219" y="26779"/>
                  </a:cubicBezTo>
                  <a:cubicBezTo>
                    <a:pt x="11617" y="26505"/>
                    <a:pt x="12173" y="24385"/>
                    <a:pt x="13487" y="24385"/>
                  </a:cubicBezTo>
                  <a:cubicBezTo>
                    <a:pt x="13633" y="24385"/>
                    <a:pt x="13788" y="24411"/>
                    <a:pt x="13952" y="24469"/>
                  </a:cubicBezTo>
                  <a:cubicBezTo>
                    <a:pt x="14560" y="24712"/>
                    <a:pt x="15046" y="25198"/>
                    <a:pt x="15472" y="25624"/>
                  </a:cubicBezTo>
                  <a:cubicBezTo>
                    <a:pt x="15867" y="26019"/>
                    <a:pt x="16232" y="26444"/>
                    <a:pt x="16535" y="26566"/>
                  </a:cubicBezTo>
                  <a:cubicBezTo>
                    <a:pt x="16576" y="26566"/>
                    <a:pt x="16630" y="26580"/>
                    <a:pt x="16680" y="26580"/>
                  </a:cubicBezTo>
                  <a:cubicBezTo>
                    <a:pt x="16704" y="26580"/>
                    <a:pt x="16728" y="26576"/>
                    <a:pt x="16748" y="26566"/>
                  </a:cubicBezTo>
                  <a:cubicBezTo>
                    <a:pt x="17356" y="26384"/>
                    <a:pt x="15654" y="25320"/>
                    <a:pt x="16687" y="24165"/>
                  </a:cubicBezTo>
                  <a:cubicBezTo>
                    <a:pt x="17721" y="23040"/>
                    <a:pt x="17508" y="23587"/>
                    <a:pt x="18815" y="22919"/>
                  </a:cubicBezTo>
                  <a:cubicBezTo>
                    <a:pt x="20092" y="22189"/>
                    <a:pt x="19089" y="22159"/>
                    <a:pt x="20183" y="21581"/>
                  </a:cubicBezTo>
                  <a:cubicBezTo>
                    <a:pt x="21277" y="21004"/>
                    <a:pt x="22037" y="20001"/>
                    <a:pt x="23435" y="19332"/>
                  </a:cubicBezTo>
                  <a:cubicBezTo>
                    <a:pt x="23577" y="19261"/>
                    <a:pt x="23712" y="19236"/>
                    <a:pt x="23840" y="19236"/>
                  </a:cubicBezTo>
                  <a:cubicBezTo>
                    <a:pt x="23987" y="19236"/>
                    <a:pt x="24126" y="19269"/>
                    <a:pt x="24256" y="19301"/>
                  </a:cubicBezTo>
                  <a:cubicBezTo>
                    <a:pt x="24469" y="19393"/>
                    <a:pt x="24621" y="19575"/>
                    <a:pt x="24803" y="19727"/>
                  </a:cubicBezTo>
                  <a:cubicBezTo>
                    <a:pt x="25016" y="19879"/>
                    <a:pt x="25168" y="20031"/>
                    <a:pt x="25381" y="20153"/>
                  </a:cubicBezTo>
                  <a:cubicBezTo>
                    <a:pt x="25458" y="20178"/>
                    <a:pt x="25541" y="20195"/>
                    <a:pt x="25631" y="20195"/>
                  </a:cubicBezTo>
                  <a:cubicBezTo>
                    <a:pt x="25857" y="20195"/>
                    <a:pt x="26127" y="20092"/>
                    <a:pt x="26475" y="19788"/>
                  </a:cubicBezTo>
                  <a:cubicBezTo>
                    <a:pt x="28055" y="18481"/>
                    <a:pt x="28603" y="16353"/>
                    <a:pt x="26779" y="15228"/>
                  </a:cubicBezTo>
                  <a:cubicBezTo>
                    <a:pt x="26019" y="14773"/>
                    <a:pt x="25350" y="14286"/>
                    <a:pt x="24651" y="14013"/>
                  </a:cubicBezTo>
                  <a:cubicBezTo>
                    <a:pt x="24621" y="13982"/>
                    <a:pt x="24560" y="13982"/>
                    <a:pt x="24499" y="13952"/>
                  </a:cubicBezTo>
                  <a:cubicBezTo>
                    <a:pt x="24176" y="13833"/>
                    <a:pt x="23869" y="13761"/>
                    <a:pt x="23579" y="13761"/>
                  </a:cubicBezTo>
                  <a:cubicBezTo>
                    <a:pt x="23051" y="13761"/>
                    <a:pt x="22582" y="14003"/>
                    <a:pt x="22189" y="14651"/>
                  </a:cubicBezTo>
                  <a:cubicBezTo>
                    <a:pt x="21532" y="15691"/>
                    <a:pt x="21023" y="16189"/>
                    <a:pt x="20618" y="16189"/>
                  </a:cubicBezTo>
                  <a:cubicBezTo>
                    <a:pt x="20573" y="16189"/>
                    <a:pt x="20529" y="16183"/>
                    <a:pt x="20487" y="16171"/>
                  </a:cubicBezTo>
                  <a:cubicBezTo>
                    <a:pt x="20244" y="16080"/>
                    <a:pt x="20092" y="15806"/>
                    <a:pt x="19940" y="15411"/>
                  </a:cubicBezTo>
                  <a:cubicBezTo>
                    <a:pt x="19484" y="14073"/>
                    <a:pt x="16535" y="11672"/>
                    <a:pt x="19150" y="10760"/>
                  </a:cubicBezTo>
                  <a:cubicBezTo>
                    <a:pt x="21764" y="9848"/>
                    <a:pt x="22584" y="10487"/>
                    <a:pt x="22189" y="8906"/>
                  </a:cubicBezTo>
                  <a:cubicBezTo>
                    <a:pt x="21885" y="7660"/>
                    <a:pt x="21460" y="6049"/>
                    <a:pt x="21216" y="5927"/>
                  </a:cubicBezTo>
                  <a:cubicBezTo>
                    <a:pt x="21207" y="5924"/>
                    <a:pt x="21198" y="5923"/>
                    <a:pt x="21189" y="5923"/>
                  </a:cubicBezTo>
                  <a:cubicBezTo>
                    <a:pt x="21113" y="5923"/>
                    <a:pt x="21058" y="6040"/>
                    <a:pt x="21004" y="6231"/>
                  </a:cubicBezTo>
                  <a:cubicBezTo>
                    <a:pt x="20851" y="7119"/>
                    <a:pt x="20614" y="8156"/>
                    <a:pt x="19762" y="8156"/>
                  </a:cubicBezTo>
                  <a:cubicBezTo>
                    <a:pt x="19594" y="8156"/>
                    <a:pt x="19401" y="8115"/>
                    <a:pt x="19180" y="8025"/>
                  </a:cubicBezTo>
                  <a:cubicBezTo>
                    <a:pt x="17873" y="7386"/>
                    <a:pt x="16019" y="6809"/>
                    <a:pt x="15684" y="5867"/>
                  </a:cubicBezTo>
                  <a:cubicBezTo>
                    <a:pt x="15380" y="4985"/>
                    <a:pt x="14681" y="3891"/>
                    <a:pt x="13800" y="3557"/>
                  </a:cubicBezTo>
                  <a:cubicBezTo>
                    <a:pt x="13557" y="3465"/>
                    <a:pt x="13253" y="3344"/>
                    <a:pt x="12766" y="3161"/>
                  </a:cubicBezTo>
                  <a:cubicBezTo>
                    <a:pt x="12736" y="3131"/>
                    <a:pt x="12645" y="3131"/>
                    <a:pt x="12584" y="3101"/>
                  </a:cubicBezTo>
                  <a:cubicBezTo>
                    <a:pt x="11939" y="2852"/>
                    <a:pt x="11233" y="2604"/>
                    <a:pt x="10830" y="2604"/>
                  </a:cubicBezTo>
                  <a:cubicBezTo>
                    <a:pt x="10739" y="2604"/>
                    <a:pt x="10664" y="2617"/>
                    <a:pt x="10608" y="2645"/>
                  </a:cubicBezTo>
                  <a:cubicBezTo>
                    <a:pt x="10245" y="2827"/>
                    <a:pt x="10068" y="3076"/>
                    <a:pt x="9709" y="3076"/>
                  </a:cubicBezTo>
                  <a:cubicBezTo>
                    <a:pt x="9589" y="3076"/>
                    <a:pt x="9447" y="3048"/>
                    <a:pt x="9271" y="2979"/>
                  </a:cubicBezTo>
                  <a:cubicBezTo>
                    <a:pt x="9241" y="2918"/>
                    <a:pt x="8602" y="2098"/>
                    <a:pt x="7569" y="760"/>
                  </a:cubicBezTo>
                  <a:cubicBezTo>
                    <a:pt x="7386" y="547"/>
                    <a:pt x="7113" y="274"/>
                    <a:pt x="680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6">
    <p:spTree>
      <p:nvGrpSpPr>
        <p:cNvPr id="515" name="Shape 515"/>
        <p:cNvGrpSpPr/>
        <p:nvPr/>
      </p:nvGrpSpPr>
      <p:grpSpPr>
        <a:xfrm>
          <a:off x="0" y="0"/>
          <a:ext cx="0" cy="0"/>
          <a:chOff x="0" y="0"/>
          <a:chExt cx="0" cy="0"/>
        </a:xfrm>
      </p:grpSpPr>
      <p:sp>
        <p:nvSpPr>
          <p:cNvPr id="516" name="Google Shape;516;p147"/>
          <p:cNvSpPr/>
          <p:nvPr/>
        </p:nvSpPr>
        <p:spPr>
          <a:xfrm rot="-2187687">
            <a:off x="6997415" y="2824325"/>
            <a:ext cx="1938838" cy="3305612"/>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 name="Google Shape;517;p147"/>
          <p:cNvSpPr/>
          <p:nvPr/>
        </p:nvSpPr>
        <p:spPr>
          <a:xfrm rot="1855510">
            <a:off x="2523490" y="193756"/>
            <a:ext cx="4979106" cy="4104445"/>
          </a:xfrm>
          <a:custGeom>
            <a:rect b="b" l="l" r="r" t="t"/>
            <a:pathLst>
              <a:path extrusionOk="0" h="48836" w="59243">
                <a:moveTo>
                  <a:pt x="27153" y="9007"/>
                </a:moveTo>
                <a:cubicBezTo>
                  <a:pt x="33591" y="9007"/>
                  <a:pt x="31990" y="9240"/>
                  <a:pt x="38094" y="5071"/>
                </a:cubicBezTo>
                <a:cubicBezTo>
                  <a:pt x="44232" y="901"/>
                  <a:pt x="51737" y="0"/>
                  <a:pt x="55473" y="5071"/>
                </a:cubicBezTo>
                <a:cubicBezTo>
                  <a:pt x="59243" y="10108"/>
                  <a:pt x="46800" y="16346"/>
                  <a:pt x="46767" y="22483"/>
                </a:cubicBezTo>
                <a:cubicBezTo>
                  <a:pt x="46734" y="28621"/>
                  <a:pt x="48768" y="48835"/>
                  <a:pt x="28354" y="48835"/>
                </a:cubicBezTo>
                <a:cubicBezTo>
                  <a:pt x="7939" y="48835"/>
                  <a:pt x="0" y="22583"/>
                  <a:pt x="8973" y="14011"/>
                </a:cubicBezTo>
                <a:cubicBezTo>
                  <a:pt x="17946" y="5471"/>
                  <a:pt x="20715" y="9007"/>
                  <a:pt x="27153" y="9007"/>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 name="Google Shape;518;p147"/>
          <p:cNvSpPr/>
          <p:nvPr/>
        </p:nvSpPr>
        <p:spPr>
          <a:xfrm flipH="1" rot="10800000">
            <a:off x="242450" y="2888462"/>
            <a:ext cx="1774800" cy="17748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19" name="Google Shape;519;p147"/>
          <p:cNvGrpSpPr/>
          <p:nvPr/>
        </p:nvGrpSpPr>
        <p:grpSpPr>
          <a:xfrm flipH="1" rot="10800000">
            <a:off x="955516" y="2266845"/>
            <a:ext cx="1696762" cy="1688828"/>
            <a:chOff x="2414491" y="671177"/>
            <a:chExt cx="1830972" cy="1822411"/>
          </a:xfrm>
        </p:grpSpPr>
        <p:sp>
          <p:nvSpPr>
            <p:cNvPr id="520" name="Google Shape;520;p147"/>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 name="Google Shape;521;p147"/>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 name="Google Shape;522;p147"/>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 name="Google Shape;523;p147"/>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 name="Google Shape;524;p147"/>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 name="Google Shape;525;p147"/>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 name="Google Shape;526;p147"/>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 name="Google Shape;527;p147"/>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 name="Google Shape;528;p147"/>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 name="Google Shape;529;p147"/>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 name="Google Shape;530;p147"/>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 name="Google Shape;531;p147"/>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 name="Google Shape;532;p147"/>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 name="Google Shape;533;p147"/>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 name="Google Shape;534;p147"/>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 name="Google Shape;535;p147"/>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 name="Google Shape;536;p147"/>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 name="Google Shape;537;p147"/>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 name="Google Shape;538;p147"/>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 name="Google Shape;539;p147"/>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 name="Google Shape;540;p147"/>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 name="Google Shape;541;p147"/>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 name="Google Shape;542;p147"/>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 name="Google Shape;543;p147"/>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 name="Google Shape;544;p147"/>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 name="Google Shape;545;p147"/>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 name="Google Shape;546;p147"/>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 name="Google Shape;547;p147"/>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 name="Google Shape;548;p147"/>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 name="Google Shape;549;p147"/>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 name="Google Shape;550;p147"/>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 name="Google Shape;551;p147"/>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 name="Google Shape;552;p147"/>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 name="Google Shape;553;p147"/>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4" name="Google Shape;554;p147"/>
          <p:cNvSpPr/>
          <p:nvPr/>
        </p:nvSpPr>
        <p:spPr>
          <a:xfrm rot="-7977683">
            <a:off x="6033949" y="548625"/>
            <a:ext cx="1554661" cy="1491741"/>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 name="Google Shape;555;p147">
            <a:hlinkClick/>
          </p:cNvPr>
          <p:cNvSpPr txBox="1"/>
          <p:nvPr>
            <p:ph type="title"/>
          </p:nvPr>
        </p:nvSpPr>
        <p:spPr>
          <a:xfrm>
            <a:off x="1525650" y="1960425"/>
            <a:ext cx="6092700" cy="1213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4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556" name="Google Shape;556;p147"/>
          <p:cNvSpPr txBox="1"/>
          <p:nvPr>
            <p:ph idx="2" type="title"/>
          </p:nvPr>
        </p:nvSpPr>
        <p:spPr>
          <a:xfrm>
            <a:off x="2019300" y="914400"/>
            <a:ext cx="5105400" cy="1213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12000"/>
              <a:buNone/>
              <a:defRPr sz="7500">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57" name="Shape 557"/>
        <p:cNvGrpSpPr/>
        <p:nvPr/>
      </p:nvGrpSpPr>
      <p:grpSpPr>
        <a:xfrm>
          <a:off x="0" y="0"/>
          <a:ext cx="0" cy="0"/>
          <a:chOff x="0" y="0"/>
          <a:chExt cx="0" cy="0"/>
        </a:xfrm>
      </p:grpSpPr>
      <p:sp>
        <p:nvSpPr>
          <p:cNvPr id="558" name="Google Shape;558;p148"/>
          <p:cNvSpPr/>
          <p:nvPr/>
        </p:nvSpPr>
        <p:spPr>
          <a:xfrm flipH="1" rot="-996204">
            <a:off x="-917706" y="-448408"/>
            <a:ext cx="3403937" cy="3389824"/>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 name="Google Shape;559;p148"/>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560" name="Google Shape;560;p148"/>
          <p:cNvSpPr/>
          <p:nvPr/>
        </p:nvSpPr>
        <p:spPr>
          <a:xfrm rot="7619243">
            <a:off x="7150868" y="2766901"/>
            <a:ext cx="3210914" cy="3197601"/>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49">
    <p:spTree>
      <p:nvGrpSpPr>
        <p:cNvPr id="561" name="Shape 561"/>
        <p:cNvGrpSpPr/>
        <p:nvPr/>
      </p:nvGrpSpPr>
      <p:grpSpPr>
        <a:xfrm>
          <a:off x="0" y="0"/>
          <a:ext cx="0" cy="0"/>
          <a:chOff x="0" y="0"/>
          <a:chExt cx="0" cy="0"/>
        </a:xfrm>
      </p:grpSpPr>
      <p:sp>
        <p:nvSpPr>
          <p:cNvPr id="562" name="Google Shape;562;p149"/>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563" name="Google Shape;563;p149"/>
          <p:cNvSpPr/>
          <p:nvPr/>
        </p:nvSpPr>
        <p:spPr>
          <a:xfrm>
            <a:off x="-419100" y="416338"/>
            <a:ext cx="2264661" cy="1997587"/>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 name="Google Shape;564;p149"/>
          <p:cNvSpPr/>
          <p:nvPr/>
        </p:nvSpPr>
        <p:spPr>
          <a:xfrm rot="4132171">
            <a:off x="6908594" y="2764384"/>
            <a:ext cx="3403944" cy="3389830"/>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0">
  <p:cSld name="CUSTOM_50">
    <p:spTree>
      <p:nvGrpSpPr>
        <p:cNvPr id="565" name="Shape 565"/>
        <p:cNvGrpSpPr/>
        <p:nvPr/>
      </p:nvGrpSpPr>
      <p:grpSpPr>
        <a:xfrm>
          <a:off x="0" y="0"/>
          <a:ext cx="0" cy="0"/>
          <a:chOff x="0" y="0"/>
          <a:chExt cx="0" cy="0"/>
        </a:xfrm>
      </p:grpSpPr>
      <p:sp>
        <p:nvSpPr>
          <p:cNvPr id="566" name="Google Shape;566;p150"/>
          <p:cNvSpPr/>
          <p:nvPr/>
        </p:nvSpPr>
        <p:spPr>
          <a:xfrm rot="5400000">
            <a:off x="-2348450" y="757133"/>
            <a:ext cx="4913539" cy="3022943"/>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 name="Google Shape;567;p150"/>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1">
  <p:cSld name="CUSTOM_51">
    <p:spTree>
      <p:nvGrpSpPr>
        <p:cNvPr id="568" name="Shape 568"/>
        <p:cNvGrpSpPr/>
        <p:nvPr/>
      </p:nvGrpSpPr>
      <p:grpSpPr>
        <a:xfrm>
          <a:off x="0" y="0"/>
          <a:ext cx="0" cy="0"/>
          <a:chOff x="0" y="0"/>
          <a:chExt cx="0" cy="0"/>
        </a:xfrm>
      </p:grpSpPr>
      <p:sp>
        <p:nvSpPr>
          <p:cNvPr id="569" name="Google Shape;569;p151"/>
          <p:cNvSpPr/>
          <p:nvPr/>
        </p:nvSpPr>
        <p:spPr>
          <a:xfrm rot="5400000">
            <a:off x="-1338897" y="1434934"/>
            <a:ext cx="4906632" cy="3196913"/>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 name="Google Shape;570;p151"/>
          <p:cNvSpPr/>
          <p:nvPr/>
        </p:nvSpPr>
        <p:spPr>
          <a:xfrm>
            <a:off x="8115850" y="2244788"/>
            <a:ext cx="2264661" cy="1997587"/>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 name="Google Shape;571;p151"/>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2">
  <p:cSld name="CUSTOM_52">
    <p:spTree>
      <p:nvGrpSpPr>
        <p:cNvPr id="572" name="Shape 572"/>
        <p:cNvGrpSpPr/>
        <p:nvPr/>
      </p:nvGrpSpPr>
      <p:grpSpPr>
        <a:xfrm>
          <a:off x="0" y="0"/>
          <a:ext cx="0" cy="0"/>
          <a:chOff x="0" y="0"/>
          <a:chExt cx="0" cy="0"/>
        </a:xfrm>
      </p:grpSpPr>
      <p:sp>
        <p:nvSpPr>
          <p:cNvPr id="573" name="Google Shape;573;p152"/>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574" name="Google Shape;574;p152"/>
          <p:cNvSpPr/>
          <p:nvPr/>
        </p:nvSpPr>
        <p:spPr>
          <a:xfrm rot="3000392">
            <a:off x="-2523829" y="1793396"/>
            <a:ext cx="4913563" cy="3022958"/>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3 ">
  <p:cSld name="CUSTOM_53">
    <p:spTree>
      <p:nvGrpSpPr>
        <p:cNvPr id="575" name="Shape 575"/>
        <p:cNvGrpSpPr/>
        <p:nvPr/>
      </p:nvGrpSpPr>
      <p:grpSpPr>
        <a:xfrm>
          <a:off x="0" y="0"/>
          <a:ext cx="0" cy="0"/>
          <a:chOff x="0" y="0"/>
          <a:chExt cx="0" cy="0"/>
        </a:xfrm>
      </p:grpSpPr>
      <p:sp>
        <p:nvSpPr>
          <p:cNvPr id="576" name="Google Shape;576;p153"/>
          <p:cNvSpPr/>
          <p:nvPr/>
        </p:nvSpPr>
        <p:spPr>
          <a:xfrm rot="3000392">
            <a:off x="-2511879" y="337446"/>
            <a:ext cx="4913563" cy="3022958"/>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 name="Google Shape;577;p153"/>
          <p:cNvSpPr/>
          <p:nvPr/>
        </p:nvSpPr>
        <p:spPr>
          <a:xfrm rot="4132171">
            <a:off x="6908594" y="2764384"/>
            <a:ext cx="3403944" cy="3389830"/>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 name="Google Shape;578;p153"/>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4">
  <p:cSld name="CUSTOM_54">
    <p:spTree>
      <p:nvGrpSpPr>
        <p:cNvPr id="579" name="Shape 579"/>
        <p:cNvGrpSpPr/>
        <p:nvPr/>
      </p:nvGrpSpPr>
      <p:grpSpPr>
        <a:xfrm>
          <a:off x="0" y="0"/>
          <a:ext cx="0" cy="0"/>
          <a:chOff x="0" y="0"/>
          <a:chExt cx="0" cy="0"/>
        </a:xfrm>
      </p:grpSpPr>
      <p:sp>
        <p:nvSpPr>
          <p:cNvPr id="580" name="Google Shape;580;p154"/>
          <p:cNvSpPr/>
          <p:nvPr/>
        </p:nvSpPr>
        <p:spPr>
          <a:xfrm flipH="1" rot="-2075300">
            <a:off x="6536189" y="2792426"/>
            <a:ext cx="4162683" cy="2560996"/>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 name="Google Shape;581;p154"/>
          <p:cNvSpPr/>
          <p:nvPr/>
        </p:nvSpPr>
        <p:spPr>
          <a:xfrm rot="672094">
            <a:off x="-2943686" y="-119412"/>
            <a:ext cx="4680680" cy="4251900"/>
          </a:xfrm>
          <a:custGeom>
            <a:rect b="b" l="l" r="r" t="t"/>
            <a:pathLst>
              <a:path extrusionOk="0" h="59210" w="65181">
                <a:moveTo>
                  <a:pt x="23617" y="9808"/>
                </a:moveTo>
                <a:cubicBezTo>
                  <a:pt x="25785" y="15712"/>
                  <a:pt x="27153" y="21883"/>
                  <a:pt x="35092" y="17079"/>
                </a:cubicBezTo>
                <a:cubicBezTo>
                  <a:pt x="42998" y="12309"/>
                  <a:pt x="55740" y="12376"/>
                  <a:pt x="59276" y="17546"/>
                </a:cubicBezTo>
                <a:cubicBezTo>
                  <a:pt x="62812" y="22717"/>
                  <a:pt x="56140" y="30055"/>
                  <a:pt x="55940" y="36393"/>
                </a:cubicBezTo>
                <a:cubicBezTo>
                  <a:pt x="55740" y="42731"/>
                  <a:pt x="65180" y="49603"/>
                  <a:pt x="57741" y="54406"/>
                </a:cubicBezTo>
                <a:cubicBezTo>
                  <a:pt x="50303" y="59210"/>
                  <a:pt x="31556" y="57108"/>
                  <a:pt x="33224" y="47535"/>
                </a:cubicBezTo>
                <a:cubicBezTo>
                  <a:pt x="34892" y="37928"/>
                  <a:pt x="25719" y="35026"/>
                  <a:pt x="17579" y="31256"/>
                </a:cubicBezTo>
                <a:cubicBezTo>
                  <a:pt x="9440" y="27520"/>
                  <a:pt x="0" y="13744"/>
                  <a:pt x="7706" y="6872"/>
                </a:cubicBezTo>
                <a:cubicBezTo>
                  <a:pt x="15411" y="1"/>
                  <a:pt x="21449" y="3870"/>
                  <a:pt x="23617" y="9808"/>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 name="Google Shape;582;p154"/>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8">
    <p:spTree>
      <p:nvGrpSpPr>
        <p:cNvPr id="583" name="Shape 583"/>
        <p:cNvGrpSpPr/>
        <p:nvPr/>
      </p:nvGrpSpPr>
      <p:grpSpPr>
        <a:xfrm>
          <a:off x="0" y="0"/>
          <a:ext cx="0" cy="0"/>
          <a:chOff x="0" y="0"/>
          <a:chExt cx="0" cy="0"/>
        </a:xfrm>
      </p:grpSpPr>
      <p:sp>
        <p:nvSpPr>
          <p:cNvPr id="584" name="Google Shape;584;p155"/>
          <p:cNvSpPr/>
          <p:nvPr/>
        </p:nvSpPr>
        <p:spPr>
          <a:xfrm rot="-7977683">
            <a:off x="1484724" y="1516400"/>
            <a:ext cx="1554661" cy="1491741"/>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 name="Google Shape;585;p155"/>
          <p:cNvSpPr/>
          <p:nvPr/>
        </p:nvSpPr>
        <p:spPr>
          <a:xfrm flipH="1" rot="288619">
            <a:off x="-1415244" y="1158707"/>
            <a:ext cx="4829256" cy="4940052"/>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 name="Google Shape;586;p155"/>
          <p:cNvSpPr/>
          <p:nvPr/>
        </p:nvSpPr>
        <p:spPr>
          <a:xfrm rot="-8533595">
            <a:off x="7105388" y="-706575"/>
            <a:ext cx="1938828" cy="3305595"/>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 name="Google Shape;587;p155"/>
          <p:cNvSpPr/>
          <p:nvPr/>
        </p:nvSpPr>
        <p:spPr>
          <a:xfrm>
            <a:off x="6970750" y="2154714"/>
            <a:ext cx="1460036" cy="1906827"/>
          </a:xfrm>
          <a:custGeom>
            <a:rect b="b" l="l" r="r" t="t"/>
            <a:pathLst>
              <a:path extrusionOk="0" h="22564" w="17277">
                <a:moveTo>
                  <a:pt x="9074" y="0"/>
                </a:moveTo>
                <a:cubicBezTo>
                  <a:pt x="8555" y="0"/>
                  <a:pt x="8010" y="60"/>
                  <a:pt x="7441" y="188"/>
                </a:cubicBezTo>
                <a:cubicBezTo>
                  <a:pt x="2543" y="1285"/>
                  <a:pt x="1" y="6692"/>
                  <a:pt x="54" y="12607"/>
                </a:cubicBezTo>
                <a:cubicBezTo>
                  <a:pt x="134" y="18683"/>
                  <a:pt x="3989" y="22189"/>
                  <a:pt x="8592" y="22564"/>
                </a:cubicBezTo>
                <a:cubicBezTo>
                  <a:pt x="14641" y="22082"/>
                  <a:pt x="16354" y="18388"/>
                  <a:pt x="16836" y="12312"/>
                </a:cubicBezTo>
                <a:cubicBezTo>
                  <a:pt x="17276" y="6737"/>
                  <a:pt x="14567" y="0"/>
                  <a:pt x="90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88" name="Google Shape;588;p155"/>
          <p:cNvGrpSpPr/>
          <p:nvPr/>
        </p:nvGrpSpPr>
        <p:grpSpPr>
          <a:xfrm>
            <a:off x="6247704" y="2777002"/>
            <a:ext cx="1830972" cy="1822411"/>
            <a:chOff x="2414491" y="671177"/>
            <a:chExt cx="1830972" cy="1822411"/>
          </a:xfrm>
        </p:grpSpPr>
        <p:sp>
          <p:nvSpPr>
            <p:cNvPr id="589" name="Google Shape;589;p155"/>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 name="Google Shape;590;p155"/>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 name="Google Shape;591;p155"/>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 name="Google Shape;592;p155"/>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 name="Google Shape;593;p155"/>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 name="Google Shape;594;p155"/>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 name="Google Shape;595;p155"/>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 name="Google Shape;596;p155"/>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 name="Google Shape;597;p155"/>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 name="Google Shape;598;p155"/>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 name="Google Shape;599;p155"/>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 name="Google Shape;600;p155"/>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 name="Google Shape;601;p155"/>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 name="Google Shape;602;p155"/>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 name="Google Shape;603;p155"/>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 name="Google Shape;604;p155"/>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 name="Google Shape;605;p155"/>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 name="Google Shape;606;p155"/>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 name="Google Shape;607;p155"/>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 name="Google Shape;608;p155"/>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 name="Google Shape;609;p155"/>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 name="Google Shape;610;p155"/>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 name="Google Shape;611;p155"/>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 name="Google Shape;612;p155"/>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 name="Google Shape;613;p155"/>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 name="Google Shape;614;p155"/>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 name="Google Shape;615;p155"/>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 name="Google Shape;616;p155"/>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 name="Google Shape;617;p155"/>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 name="Google Shape;618;p155"/>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 name="Google Shape;619;p155"/>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 name="Google Shape;620;p155"/>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 name="Google Shape;621;p155"/>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 name="Google Shape;622;p155"/>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23" name="Google Shape;623;p155"/>
          <p:cNvSpPr txBox="1"/>
          <p:nvPr>
            <p:ph type="title"/>
          </p:nvPr>
        </p:nvSpPr>
        <p:spPr>
          <a:xfrm>
            <a:off x="2019300" y="914400"/>
            <a:ext cx="5105400" cy="1213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12000"/>
              <a:buNone/>
              <a:defRPr sz="7500">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
        <p:nvSpPr>
          <p:cNvPr id="624" name="Google Shape;624;p155">
            <a:hlinkClick/>
          </p:cNvPr>
          <p:cNvSpPr txBox="1"/>
          <p:nvPr>
            <p:ph idx="2" type="title"/>
          </p:nvPr>
        </p:nvSpPr>
        <p:spPr>
          <a:xfrm>
            <a:off x="1525650" y="1960425"/>
            <a:ext cx="6092700" cy="1213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4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1">
    <p:spTree>
      <p:nvGrpSpPr>
        <p:cNvPr id="625" name="Shape 625"/>
        <p:cNvGrpSpPr/>
        <p:nvPr/>
      </p:nvGrpSpPr>
      <p:grpSpPr>
        <a:xfrm>
          <a:off x="0" y="0"/>
          <a:ext cx="0" cy="0"/>
          <a:chOff x="0" y="0"/>
          <a:chExt cx="0" cy="0"/>
        </a:xfrm>
      </p:grpSpPr>
      <p:sp>
        <p:nvSpPr>
          <p:cNvPr id="626" name="Google Shape;626;p156"/>
          <p:cNvSpPr/>
          <p:nvPr/>
        </p:nvSpPr>
        <p:spPr>
          <a:xfrm flipH="1" rot="-8234214">
            <a:off x="6462164" y="-167221"/>
            <a:ext cx="4162685" cy="2560997"/>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 name="Google Shape;627;p156"/>
          <p:cNvSpPr/>
          <p:nvPr/>
        </p:nvSpPr>
        <p:spPr>
          <a:xfrm rot="672094">
            <a:off x="-1833836" y="1849763"/>
            <a:ext cx="4680680" cy="4251900"/>
          </a:xfrm>
          <a:custGeom>
            <a:rect b="b" l="l" r="r" t="t"/>
            <a:pathLst>
              <a:path extrusionOk="0" h="59210" w="65181">
                <a:moveTo>
                  <a:pt x="23617" y="9808"/>
                </a:moveTo>
                <a:cubicBezTo>
                  <a:pt x="25785" y="15712"/>
                  <a:pt x="27153" y="21883"/>
                  <a:pt x="35092" y="17079"/>
                </a:cubicBezTo>
                <a:cubicBezTo>
                  <a:pt x="42998" y="12309"/>
                  <a:pt x="55740" y="12376"/>
                  <a:pt x="59276" y="17546"/>
                </a:cubicBezTo>
                <a:cubicBezTo>
                  <a:pt x="62812" y="22717"/>
                  <a:pt x="56140" y="30055"/>
                  <a:pt x="55940" y="36393"/>
                </a:cubicBezTo>
                <a:cubicBezTo>
                  <a:pt x="55740" y="42731"/>
                  <a:pt x="65180" y="49603"/>
                  <a:pt x="57741" y="54406"/>
                </a:cubicBezTo>
                <a:cubicBezTo>
                  <a:pt x="50303" y="59210"/>
                  <a:pt x="31556" y="57108"/>
                  <a:pt x="33224" y="47535"/>
                </a:cubicBezTo>
                <a:cubicBezTo>
                  <a:pt x="34892" y="37928"/>
                  <a:pt x="25719" y="35026"/>
                  <a:pt x="17579" y="31256"/>
                </a:cubicBezTo>
                <a:cubicBezTo>
                  <a:pt x="9440" y="27520"/>
                  <a:pt x="0" y="13744"/>
                  <a:pt x="7706" y="6872"/>
                </a:cubicBezTo>
                <a:cubicBezTo>
                  <a:pt x="15411" y="1"/>
                  <a:pt x="21449" y="3870"/>
                  <a:pt x="23617" y="9808"/>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 name="Google Shape;628;p156"/>
          <p:cNvSpPr/>
          <p:nvPr/>
        </p:nvSpPr>
        <p:spPr>
          <a:xfrm>
            <a:off x="8042975" y="3533675"/>
            <a:ext cx="775608" cy="1012954"/>
          </a:xfrm>
          <a:custGeom>
            <a:rect b="b" l="l" r="r" t="t"/>
            <a:pathLst>
              <a:path extrusionOk="0" h="22564" w="17277">
                <a:moveTo>
                  <a:pt x="9074" y="0"/>
                </a:moveTo>
                <a:cubicBezTo>
                  <a:pt x="8555" y="0"/>
                  <a:pt x="8010" y="60"/>
                  <a:pt x="7441" y="188"/>
                </a:cubicBezTo>
                <a:cubicBezTo>
                  <a:pt x="2543" y="1285"/>
                  <a:pt x="1" y="6692"/>
                  <a:pt x="54" y="12607"/>
                </a:cubicBezTo>
                <a:cubicBezTo>
                  <a:pt x="134" y="18683"/>
                  <a:pt x="3989" y="22189"/>
                  <a:pt x="8592" y="22564"/>
                </a:cubicBezTo>
                <a:cubicBezTo>
                  <a:pt x="14641" y="22082"/>
                  <a:pt x="16354" y="18388"/>
                  <a:pt x="16836" y="12312"/>
                </a:cubicBezTo>
                <a:cubicBezTo>
                  <a:pt x="17276" y="6737"/>
                  <a:pt x="14567" y="0"/>
                  <a:pt x="90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 name="Google Shape;629;p156"/>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16">
    <p:spTree>
      <p:nvGrpSpPr>
        <p:cNvPr id="630" name="Shape 630"/>
        <p:cNvGrpSpPr/>
        <p:nvPr/>
      </p:nvGrpSpPr>
      <p:grpSpPr>
        <a:xfrm>
          <a:off x="0" y="0"/>
          <a:ext cx="0" cy="0"/>
          <a:chOff x="0" y="0"/>
          <a:chExt cx="0" cy="0"/>
        </a:xfrm>
      </p:grpSpPr>
      <p:sp>
        <p:nvSpPr>
          <p:cNvPr id="631" name="Google Shape;631;p157"/>
          <p:cNvSpPr/>
          <p:nvPr/>
        </p:nvSpPr>
        <p:spPr>
          <a:xfrm rot="5575585">
            <a:off x="-1934287" y="-969252"/>
            <a:ext cx="4436755" cy="3714245"/>
          </a:xfrm>
          <a:custGeom>
            <a:rect b="b" l="l" r="r" t="t"/>
            <a:pathLst>
              <a:path extrusionOk="0" h="52038" w="61178">
                <a:moveTo>
                  <a:pt x="4170" y="12043"/>
                </a:moveTo>
                <a:cubicBezTo>
                  <a:pt x="7339" y="7239"/>
                  <a:pt x="14177" y="1"/>
                  <a:pt x="24184" y="5571"/>
                </a:cubicBezTo>
                <a:cubicBezTo>
                  <a:pt x="34191" y="11142"/>
                  <a:pt x="29988" y="17146"/>
                  <a:pt x="34024" y="21249"/>
                </a:cubicBezTo>
                <a:cubicBezTo>
                  <a:pt x="38061" y="25319"/>
                  <a:pt x="43198" y="25586"/>
                  <a:pt x="51103" y="27253"/>
                </a:cubicBezTo>
                <a:cubicBezTo>
                  <a:pt x="58976" y="28921"/>
                  <a:pt x="61177" y="36093"/>
                  <a:pt x="54472" y="41664"/>
                </a:cubicBezTo>
                <a:cubicBezTo>
                  <a:pt x="47801" y="47268"/>
                  <a:pt x="33758" y="52038"/>
                  <a:pt x="26819" y="46467"/>
                </a:cubicBezTo>
                <a:cubicBezTo>
                  <a:pt x="19848" y="40930"/>
                  <a:pt x="11108" y="34826"/>
                  <a:pt x="5537" y="31590"/>
                </a:cubicBezTo>
                <a:cubicBezTo>
                  <a:pt x="0" y="28388"/>
                  <a:pt x="967" y="16879"/>
                  <a:pt x="4170" y="12043"/>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 name="Google Shape;632;p157"/>
          <p:cNvSpPr/>
          <p:nvPr/>
        </p:nvSpPr>
        <p:spPr>
          <a:xfrm>
            <a:off x="4971452" y="887873"/>
            <a:ext cx="5492180" cy="3689245"/>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 name="Google Shape;633;p157"/>
          <p:cNvSpPr/>
          <p:nvPr/>
        </p:nvSpPr>
        <p:spPr>
          <a:xfrm rot="-7977666">
            <a:off x="3954029" y="4656032"/>
            <a:ext cx="1233331" cy="1183416"/>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 name="Google Shape;634;p157"/>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35" name="Shape 635"/>
        <p:cNvGrpSpPr/>
        <p:nvPr/>
      </p:nvGrpSpPr>
      <p:grpSpPr>
        <a:xfrm>
          <a:off x="0" y="0"/>
          <a:ext cx="0" cy="0"/>
          <a:chOff x="0" y="0"/>
          <a:chExt cx="0" cy="0"/>
        </a:xfrm>
      </p:grpSpPr>
      <p:sp>
        <p:nvSpPr>
          <p:cNvPr id="636" name="Google Shape;636;p158"/>
          <p:cNvSpPr/>
          <p:nvPr/>
        </p:nvSpPr>
        <p:spPr>
          <a:xfrm flipH="1">
            <a:off x="75" y="1620000"/>
            <a:ext cx="9143837" cy="2281200"/>
          </a:xfrm>
          <a:custGeom>
            <a:rect b="b" l="l" r="r" t="t"/>
            <a:pathLst>
              <a:path extrusionOk="0" h="121664" w="305584">
                <a:moveTo>
                  <a:pt x="219307" y="0"/>
                </a:moveTo>
                <a:cubicBezTo>
                  <a:pt x="203338" y="0"/>
                  <a:pt x="187335" y="4914"/>
                  <a:pt x="174406" y="14271"/>
                </a:cubicBezTo>
                <a:cubicBezTo>
                  <a:pt x="167072" y="19544"/>
                  <a:pt x="160755" y="26102"/>
                  <a:pt x="153475" y="31428"/>
                </a:cubicBezTo>
                <a:cubicBezTo>
                  <a:pt x="146652" y="36401"/>
                  <a:pt x="138616" y="40348"/>
                  <a:pt x="130237" y="40348"/>
                </a:cubicBezTo>
                <a:cubicBezTo>
                  <a:pt x="129643" y="40348"/>
                  <a:pt x="129047" y="40328"/>
                  <a:pt x="128449" y="40287"/>
                </a:cubicBezTo>
                <a:cubicBezTo>
                  <a:pt x="122935" y="39913"/>
                  <a:pt x="117662" y="37771"/>
                  <a:pt x="112175" y="37076"/>
                </a:cubicBezTo>
                <a:cubicBezTo>
                  <a:pt x="110880" y="36911"/>
                  <a:pt x="109574" y="36830"/>
                  <a:pt x="108268" y="36830"/>
                </a:cubicBezTo>
                <a:cubicBezTo>
                  <a:pt x="102130" y="36830"/>
                  <a:pt x="95990" y="38624"/>
                  <a:pt x="90870" y="42000"/>
                </a:cubicBezTo>
                <a:cubicBezTo>
                  <a:pt x="84982" y="45881"/>
                  <a:pt x="80351" y="51743"/>
                  <a:pt x="73794" y="54339"/>
                </a:cubicBezTo>
                <a:cubicBezTo>
                  <a:pt x="70523" y="55637"/>
                  <a:pt x="67081" y="56009"/>
                  <a:pt x="63565" y="56009"/>
                </a:cubicBezTo>
                <a:cubicBezTo>
                  <a:pt x="58850" y="56009"/>
                  <a:pt x="54001" y="55340"/>
                  <a:pt x="49253" y="55340"/>
                </a:cubicBezTo>
                <a:cubicBezTo>
                  <a:pt x="46444" y="55340"/>
                  <a:pt x="43669" y="55575"/>
                  <a:pt x="40979" y="56320"/>
                </a:cubicBezTo>
                <a:cubicBezTo>
                  <a:pt x="25348" y="60629"/>
                  <a:pt x="16515" y="80811"/>
                  <a:pt x="322" y="81212"/>
                </a:cubicBezTo>
                <a:lnTo>
                  <a:pt x="1" y="105140"/>
                </a:lnTo>
                <a:cubicBezTo>
                  <a:pt x="1" y="105140"/>
                  <a:pt x="15474" y="110471"/>
                  <a:pt x="34154" y="110471"/>
                </a:cubicBezTo>
                <a:cubicBezTo>
                  <a:pt x="45744" y="110471"/>
                  <a:pt x="58569" y="108419"/>
                  <a:pt x="69698" y="101768"/>
                </a:cubicBezTo>
                <a:cubicBezTo>
                  <a:pt x="77727" y="96977"/>
                  <a:pt x="84000" y="95050"/>
                  <a:pt x="89631" y="95050"/>
                </a:cubicBezTo>
                <a:cubicBezTo>
                  <a:pt x="104388" y="95050"/>
                  <a:pt x="114744" y="108287"/>
                  <a:pt x="140761" y="117934"/>
                </a:cubicBezTo>
                <a:cubicBezTo>
                  <a:pt x="147990" y="120617"/>
                  <a:pt x="154305" y="121664"/>
                  <a:pt x="160177" y="121664"/>
                </a:cubicBezTo>
                <a:cubicBezTo>
                  <a:pt x="181037" y="121664"/>
                  <a:pt x="196328" y="108460"/>
                  <a:pt x="227278" y="108460"/>
                </a:cubicBezTo>
                <a:cubicBezTo>
                  <a:pt x="230911" y="108460"/>
                  <a:pt x="234759" y="108642"/>
                  <a:pt x="238857" y="109048"/>
                </a:cubicBezTo>
                <a:cubicBezTo>
                  <a:pt x="240758" y="109237"/>
                  <a:pt x="242612" y="109327"/>
                  <a:pt x="244420" y="109327"/>
                </a:cubicBezTo>
                <a:cubicBezTo>
                  <a:pt x="289069" y="109327"/>
                  <a:pt x="305584" y="54072"/>
                  <a:pt x="305584" y="54072"/>
                </a:cubicBezTo>
                <a:lnTo>
                  <a:pt x="305584" y="33917"/>
                </a:lnTo>
                <a:cubicBezTo>
                  <a:pt x="282994" y="28243"/>
                  <a:pt x="264927" y="11033"/>
                  <a:pt x="242792" y="3726"/>
                </a:cubicBezTo>
                <a:cubicBezTo>
                  <a:pt x="235229" y="1223"/>
                  <a:pt x="227273" y="0"/>
                  <a:pt x="219307"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 name="Google Shape;637;p158"/>
          <p:cNvSpPr/>
          <p:nvPr/>
        </p:nvSpPr>
        <p:spPr>
          <a:xfrm rot="5400000">
            <a:off x="-1596150" y="-854219"/>
            <a:ext cx="3561783" cy="3029652"/>
          </a:xfrm>
          <a:custGeom>
            <a:rect b="b" l="l" r="r" t="t"/>
            <a:pathLst>
              <a:path extrusionOk="0" h="52038" w="61178">
                <a:moveTo>
                  <a:pt x="4170" y="12043"/>
                </a:moveTo>
                <a:cubicBezTo>
                  <a:pt x="7339" y="7239"/>
                  <a:pt x="14177" y="1"/>
                  <a:pt x="24184" y="5571"/>
                </a:cubicBezTo>
                <a:cubicBezTo>
                  <a:pt x="34191" y="11142"/>
                  <a:pt x="29988" y="17146"/>
                  <a:pt x="34024" y="21249"/>
                </a:cubicBezTo>
                <a:cubicBezTo>
                  <a:pt x="38061" y="25319"/>
                  <a:pt x="43198" y="25586"/>
                  <a:pt x="51103" y="27253"/>
                </a:cubicBezTo>
                <a:cubicBezTo>
                  <a:pt x="58976" y="28921"/>
                  <a:pt x="61177" y="36093"/>
                  <a:pt x="54472" y="41664"/>
                </a:cubicBezTo>
                <a:cubicBezTo>
                  <a:pt x="47801" y="47268"/>
                  <a:pt x="33758" y="52038"/>
                  <a:pt x="26819" y="46467"/>
                </a:cubicBezTo>
                <a:cubicBezTo>
                  <a:pt x="19848" y="40930"/>
                  <a:pt x="11108" y="34826"/>
                  <a:pt x="5537" y="31590"/>
                </a:cubicBezTo>
                <a:cubicBezTo>
                  <a:pt x="0" y="28388"/>
                  <a:pt x="967" y="16879"/>
                  <a:pt x="4170" y="12043"/>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 name="Google Shape;638;p158"/>
          <p:cNvSpPr/>
          <p:nvPr/>
        </p:nvSpPr>
        <p:spPr>
          <a:xfrm>
            <a:off x="7699300" y="2874875"/>
            <a:ext cx="1176089" cy="1535988"/>
          </a:xfrm>
          <a:custGeom>
            <a:rect b="b" l="l" r="r" t="t"/>
            <a:pathLst>
              <a:path extrusionOk="0" h="22564" w="17277">
                <a:moveTo>
                  <a:pt x="9074" y="0"/>
                </a:moveTo>
                <a:cubicBezTo>
                  <a:pt x="8555" y="0"/>
                  <a:pt x="8010" y="60"/>
                  <a:pt x="7441" y="188"/>
                </a:cubicBezTo>
                <a:cubicBezTo>
                  <a:pt x="2543" y="1285"/>
                  <a:pt x="1" y="6692"/>
                  <a:pt x="54" y="12607"/>
                </a:cubicBezTo>
                <a:cubicBezTo>
                  <a:pt x="134" y="18683"/>
                  <a:pt x="3989" y="22189"/>
                  <a:pt x="8592" y="22564"/>
                </a:cubicBezTo>
                <a:cubicBezTo>
                  <a:pt x="14641" y="22082"/>
                  <a:pt x="16354" y="18388"/>
                  <a:pt x="16836" y="12312"/>
                </a:cubicBezTo>
                <a:cubicBezTo>
                  <a:pt x="17276" y="6737"/>
                  <a:pt x="14567" y="0"/>
                  <a:pt x="90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 name="Google Shape;639;p158"/>
          <p:cNvSpPr txBox="1"/>
          <p:nvPr>
            <p:ph idx="1" type="body"/>
          </p:nvPr>
        </p:nvSpPr>
        <p:spPr>
          <a:xfrm>
            <a:off x="1101975" y="2260925"/>
            <a:ext cx="2954400" cy="15360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Clr>
                <a:srgbClr val="000000"/>
              </a:buClr>
              <a:buSzPts val="1400"/>
              <a:buFont typeface="Arial"/>
              <a:buChar char="●"/>
              <a:defRPr sz="1600"/>
            </a:lvl1pPr>
            <a:lvl2pPr indent="-317500" lvl="1" marL="914400" algn="l">
              <a:lnSpc>
                <a:spcPct val="100000"/>
              </a:lnSpc>
              <a:spcBef>
                <a:spcPts val="0"/>
              </a:spcBef>
              <a:spcAft>
                <a:spcPts val="0"/>
              </a:spcAft>
              <a:buClr>
                <a:srgbClr val="000000"/>
              </a:buClr>
              <a:buSzPts val="1400"/>
              <a:buFont typeface="Arial"/>
              <a:buChar char="○"/>
              <a:defRPr sz="1200"/>
            </a:lvl2pPr>
            <a:lvl3pPr indent="-317500" lvl="2" marL="1371600" algn="l">
              <a:lnSpc>
                <a:spcPct val="100000"/>
              </a:lnSpc>
              <a:spcBef>
                <a:spcPts val="0"/>
              </a:spcBef>
              <a:spcAft>
                <a:spcPts val="0"/>
              </a:spcAft>
              <a:buClr>
                <a:srgbClr val="000000"/>
              </a:buClr>
              <a:buSzPts val="1400"/>
              <a:buFont typeface="Arial"/>
              <a:buChar char="■"/>
              <a:defRPr sz="1200"/>
            </a:lvl3pPr>
            <a:lvl4pPr indent="-317500" lvl="3" marL="1828800" algn="l">
              <a:lnSpc>
                <a:spcPct val="100000"/>
              </a:lnSpc>
              <a:spcBef>
                <a:spcPts val="0"/>
              </a:spcBef>
              <a:spcAft>
                <a:spcPts val="0"/>
              </a:spcAft>
              <a:buClr>
                <a:srgbClr val="000000"/>
              </a:buClr>
              <a:buSzPts val="1400"/>
              <a:buFont typeface="Arial"/>
              <a:buChar char="●"/>
              <a:defRPr sz="1200"/>
            </a:lvl4pPr>
            <a:lvl5pPr indent="-317500" lvl="4" marL="2286000" algn="l">
              <a:lnSpc>
                <a:spcPct val="100000"/>
              </a:lnSpc>
              <a:spcBef>
                <a:spcPts val="0"/>
              </a:spcBef>
              <a:spcAft>
                <a:spcPts val="0"/>
              </a:spcAft>
              <a:buClr>
                <a:srgbClr val="000000"/>
              </a:buClr>
              <a:buSzPts val="1400"/>
              <a:buFont typeface="Arial"/>
              <a:buChar char="○"/>
              <a:defRPr sz="1200"/>
            </a:lvl5pPr>
            <a:lvl6pPr indent="-317500" lvl="5" marL="2743200" algn="l">
              <a:lnSpc>
                <a:spcPct val="100000"/>
              </a:lnSpc>
              <a:spcBef>
                <a:spcPts val="0"/>
              </a:spcBef>
              <a:spcAft>
                <a:spcPts val="0"/>
              </a:spcAft>
              <a:buClr>
                <a:srgbClr val="000000"/>
              </a:buClr>
              <a:buSzPts val="1400"/>
              <a:buFont typeface="Arial"/>
              <a:buChar char="■"/>
              <a:defRPr sz="1200"/>
            </a:lvl6pPr>
            <a:lvl7pPr indent="-317500" lvl="6" marL="3200400" algn="l">
              <a:lnSpc>
                <a:spcPct val="100000"/>
              </a:lnSpc>
              <a:spcBef>
                <a:spcPts val="0"/>
              </a:spcBef>
              <a:spcAft>
                <a:spcPts val="0"/>
              </a:spcAft>
              <a:buClr>
                <a:srgbClr val="000000"/>
              </a:buClr>
              <a:buSzPts val="1400"/>
              <a:buFont typeface="Arial"/>
              <a:buChar char="●"/>
              <a:defRPr sz="1200"/>
            </a:lvl7pPr>
            <a:lvl8pPr indent="-317500" lvl="7" marL="3657600" algn="l">
              <a:lnSpc>
                <a:spcPct val="100000"/>
              </a:lnSpc>
              <a:spcBef>
                <a:spcPts val="0"/>
              </a:spcBef>
              <a:spcAft>
                <a:spcPts val="0"/>
              </a:spcAft>
              <a:buClr>
                <a:srgbClr val="000000"/>
              </a:buClr>
              <a:buSzPts val="1400"/>
              <a:buFont typeface="Arial"/>
              <a:buChar char="○"/>
              <a:defRPr sz="1200"/>
            </a:lvl8pPr>
            <a:lvl9pPr indent="-317500" lvl="8" marL="4114800" algn="l">
              <a:lnSpc>
                <a:spcPct val="100000"/>
              </a:lnSpc>
              <a:spcBef>
                <a:spcPts val="0"/>
              </a:spcBef>
              <a:spcAft>
                <a:spcPts val="0"/>
              </a:spcAft>
              <a:buClr>
                <a:srgbClr val="000000"/>
              </a:buClr>
              <a:buSzPts val="1400"/>
              <a:buFont typeface="Arial"/>
              <a:buChar char="■"/>
              <a:defRPr sz="1200"/>
            </a:lvl9pPr>
          </a:lstStyle>
          <a:p/>
        </p:txBody>
      </p:sp>
      <p:sp>
        <p:nvSpPr>
          <p:cNvPr id="640" name="Google Shape;640;p158"/>
          <p:cNvSpPr txBox="1"/>
          <p:nvPr>
            <p:ph idx="2" type="body"/>
          </p:nvPr>
        </p:nvSpPr>
        <p:spPr>
          <a:xfrm>
            <a:off x="5071000" y="2260925"/>
            <a:ext cx="2954400" cy="15360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Clr>
                <a:srgbClr val="000000"/>
              </a:buClr>
              <a:buSzPts val="1400"/>
              <a:buFont typeface="Arial"/>
              <a:buChar char="●"/>
              <a:defRPr sz="1600"/>
            </a:lvl1pPr>
            <a:lvl2pPr indent="-317500" lvl="1" marL="914400" algn="l">
              <a:lnSpc>
                <a:spcPct val="100000"/>
              </a:lnSpc>
              <a:spcBef>
                <a:spcPts val="0"/>
              </a:spcBef>
              <a:spcAft>
                <a:spcPts val="0"/>
              </a:spcAft>
              <a:buClr>
                <a:srgbClr val="000000"/>
              </a:buClr>
              <a:buSzPts val="1400"/>
              <a:buFont typeface="Arial"/>
              <a:buChar char="○"/>
              <a:defRPr sz="1200"/>
            </a:lvl2pPr>
            <a:lvl3pPr indent="-317500" lvl="2" marL="1371600" algn="l">
              <a:lnSpc>
                <a:spcPct val="100000"/>
              </a:lnSpc>
              <a:spcBef>
                <a:spcPts val="0"/>
              </a:spcBef>
              <a:spcAft>
                <a:spcPts val="0"/>
              </a:spcAft>
              <a:buClr>
                <a:srgbClr val="000000"/>
              </a:buClr>
              <a:buSzPts val="1400"/>
              <a:buFont typeface="Arial"/>
              <a:buChar char="■"/>
              <a:defRPr sz="1200"/>
            </a:lvl3pPr>
            <a:lvl4pPr indent="-317500" lvl="3" marL="1828800" algn="l">
              <a:lnSpc>
                <a:spcPct val="100000"/>
              </a:lnSpc>
              <a:spcBef>
                <a:spcPts val="0"/>
              </a:spcBef>
              <a:spcAft>
                <a:spcPts val="0"/>
              </a:spcAft>
              <a:buClr>
                <a:srgbClr val="000000"/>
              </a:buClr>
              <a:buSzPts val="1400"/>
              <a:buFont typeface="Arial"/>
              <a:buChar char="●"/>
              <a:defRPr sz="1200"/>
            </a:lvl4pPr>
            <a:lvl5pPr indent="-317500" lvl="4" marL="2286000" algn="l">
              <a:lnSpc>
                <a:spcPct val="100000"/>
              </a:lnSpc>
              <a:spcBef>
                <a:spcPts val="0"/>
              </a:spcBef>
              <a:spcAft>
                <a:spcPts val="0"/>
              </a:spcAft>
              <a:buClr>
                <a:srgbClr val="000000"/>
              </a:buClr>
              <a:buSzPts val="1400"/>
              <a:buFont typeface="Arial"/>
              <a:buChar char="○"/>
              <a:defRPr sz="1200"/>
            </a:lvl5pPr>
            <a:lvl6pPr indent="-317500" lvl="5" marL="2743200" algn="l">
              <a:lnSpc>
                <a:spcPct val="100000"/>
              </a:lnSpc>
              <a:spcBef>
                <a:spcPts val="0"/>
              </a:spcBef>
              <a:spcAft>
                <a:spcPts val="0"/>
              </a:spcAft>
              <a:buClr>
                <a:srgbClr val="000000"/>
              </a:buClr>
              <a:buSzPts val="1400"/>
              <a:buFont typeface="Arial"/>
              <a:buChar char="■"/>
              <a:defRPr sz="1200"/>
            </a:lvl6pPr>
            <a:lvl7pPr indent="-317500" lvl="6" marL="3200400" algn="l">
              <a:lnSpc>
                <a:spcPct val="100000"/>
              </a:lnSpc>
              <a:spcBef>
                <a:spcPts val="0"/>
              </a:spcBef>
              <a:spcAft>
                <a:spcPts val="0"/>
              </a:spcAft>
              <a:buClr>
                <a:srgbClr val="000000"/>
              </a:buClr>
              <a:buSzPts val="1400"/>
              <a:buFont typeface="Arial"/>
              <a:buChar char="●"/>
              <a:defRPr sz="1200"/>
            </a:lvl7pPr>
            <a:lvl8pPr indent="-317500" lvl="7" marL="3657600" algn="l">
              <a:lnSpc>
                <a:spcPct val="100000"/>
              </a:lnSpc>
              <a:spcBef>
                <a:spcPts val="0"/>
              </a:spcBef>
              <a:spcAft>
                <a:spcPts val="0"/>
              </a:spcAft>
              <a:buClr>
                <a:srgbClr val="000000"/>
              </a:buClr>
              <a:buSzPts val="1400"/>
              <a:buFont typeface="Arial"/>
              <a:buChar char="○"/>
              <a:defRPr sz="1200"/>
            </a:lvl8pPr>
            <a:lvl9pPr indent="-317500" lvl="8" marL="4114800" algn="l">
              <a:lnSpc>
                <a:spcPct val="100000"/>
              </a:lnSpc>
              <a:spcBef>
                <a:spcPts val="0"/>
              </a:spcBef>
              <a:spcAft>
                <a:spcPts val="0"/>
              </a:spcAft>
              <a:buClr>
                <a:srgbClr val="000000"/>
              </a:buClr>
              <a:buSzPts val="1400"/>
              <a:buFont typeface="Arial"/>
              <a:buChar char="■"/>
              <a:defRPr sz="1200"/>
            </a:lvl9pPr>
          </a:lstStyle>
          <a:p/>
        </p:txBody>
      </p:sp>
      <p:sp>
        <p:nvSpPr>
          <p:cNvPr id="641" name="Google Shape;641;p158"/>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642" name="Google Shape;642;p158"/>
          <p:cNvSpPr txBox="1"/>
          <p:nvPr>
            <p:ph idx="3" type="subTitle"/>
          </p:nvPr>
        </p:nvSpPr>
        <p:spPr>
          <a:xfrm>
            <a:off x="1118600" y="1666100"/>
            <a:ext cx="2954400" cy="467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200"/>
              <a:buFont typeface="Hammersmith One"/>
              <a:buNone/>
              <a:defRPr b="1" sz="2200">
                <a:solidFill>
                  <a:schemeClr val="dk1"/>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43" name="Google Shape;643;p158"/>
          <p:cNvSpPr txBox="1"/>
          <p:nvPr>
            <p:ph idx="4" type="subTitle"/>
          </p:nvPr>
        </p:nvSpPr>
        <p:spPr>
          <a:xfrm>
            <a:off x="5071000" y="1666100"/>
            <a:ext cx="2954400" cy="467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200"/>
              <a:buFont typeface="Hammersmith One"/>
              <a:buNone/>
              <a:defRPr b="1" sz="2200">
                <a:solidFill>
                  <a:schemeClr val="dk1"/>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44" name="Google Shape;644;p158"/>
          <p:cNvSpPr/>
          <p:nvPr/>
        </p:nvSpPr>
        <p:spPr>
          <a:xfrm flipH="1" rot="-1390808">
            <a:off x="4052075" y="2819900"/>
            <a:ext cx="1938821" cy="3305584"/>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2">
    <p:spTree>
      <p:nvGrpSpPr>
        <p:cNvPr id="645" name="Shape 645"/>
        <p:cNvGrpSpPr/>
        <p:nvPr/>
      </p:nvGrpSpPr>
      <p:grpSpPr>
        <a:xfrm>
          <a:off x="0" y="0"/>
          <a:ext cx="0" cy="0"/>
          <a:chOff x="0" y="0"/>
          <a:chExt cx="0" cy="0"/>
        </a:xfrm>
      </p:grpSpPr>
      <p:sp>
        <p:nvSpPr>
          <p:cNvPr id="646" name="Google Shape;646;p159"/>
          <p:cNvSpPr/>
          <p:nvPr/>
        </p:nvSpPr>
        <p:spPr>
          <a:xfrm flipH="1" rot="-2505069">
            <a:off x="6267646" y="1159768"/>
            <a:ext cx="4436783" cy="3714225"/>
          </a:xfrm>
          <a:custGeom>
            <a:rect b="b" l="l" r="r" t="t"/>
            <a:pathLst>
              <a:path extrusionOk="0" h="52038" w="61178">
                <a:moveTo>
                  <a:pt x="4170" y="12043"/>
                </a:moveTo>
                <a:cubicBezTo>
                  <a:pt x="7339" y="7239"/>
                  <a:pt x="14177" y="1"/>
                  <a:pt x="24184" y="5571"/>
                </a:cubicBezTo>
                <a:cubicBezTo>
                  <a:pt x="34191" y="11142"/>
                  <a:pt x="29988" y="17146"/>
                  <a:pt x="34024" y="21249"/>
                </a:cubicBezTo>
                <a:cubicBezTo>
                  <a:pt x="38061" y="25319"/>
                  <a:pt x="43198" y="25586"/>
                  <a:pt x="51103" y="27253"/>
                </a:cubicBezTo>
                <a:cubicBezTo>
                  <a:pt x="58976" y="28921"/>
                  <a:pt x="61177" y="36093"/>
                  <a:pt x="54472" y="41664"/>
                </a:cubicBezTo>
                <a:cubicBezTo>
                  <a:pt x="47801" y="47268"/>
                  <a:pt x="33758" y="52038"/>
                  <a:pt x="26819" y="46467"/>
                </a:cubicBezTo>
                <a:cubicBezTo>
                  <a:pt x="19848" y="40930"/>
                  <a:pt x="11108" y="34826"/>
                  <a:pt x="5537" y="31590"/>
                </a:cubicBezTo>
                <a:cubicBezTo>
                  <a:pt x="0" y="28388"/>
                  <a:pt x="967" y="16879"/>
                  <a:pt x="4170" y="12043"/>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 name="Google Shape;647;p159"/>
          <p:cNvSpPr/>
          <p:nvPr/>
        </p:nvSpPr>
        <p:spPr>
          <a:xfrm rot="3781174">
            <a:off x="-1644519" y="1806437"/>
            <a:ext cx="4267951" cy="2625760"/>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48" name="Google Shape;648;p159"/>
          <p:cNvGrpSpPr/>
          <p:nvPr/>
        </p:nvGrpSpPr>
        <p:grpSpPr>
          <a:xfrm flipH="1" rot="10800000">
            <a:off x="566191" y="1712532"/>
            <a:ext cx="1696762" cy="1688828"/>
            <a:chOff x="2414491" y="671177"/>
            <a:chExt cx="1830972" cy="1822411"/>
          </a:xfrm>
        </p:grpSpPr>
        <p:sp>
          <p:nvSpPr>
            <p:cNvPr id="649" name="Google Shape;649;p159"/>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 name="Google Shape;650;p159"/>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 name="Google Shape;651;p159"/>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 name="Google Shape;652;p159"/>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 name="Google Shape;653;p159"/>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 name="Google Shape;654;p159"/>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 name="Google Shape;655;p159"/>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 name="Google Shape;656;p159"/>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 name="Google Shape;657;p159"/>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 name="Google Shape;658;p159"/>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 name="Google Shape;659;p159"/>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 name="Google Shape;660;p159"/>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 name="Google Shape;661;p159"/>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 name="Google Shape;662;p159"/>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 name="Google Shape;663;p159"/>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 name="Google Shape;664;p159"/>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 name="Google Shape;665;p159"/>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 name="Google Shape;666;p159"/>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 name="Google Shape;667;p159"/>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 name="Google Shape;668;p159"/>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 name="Google Shape;669;p159"/>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 name="Google Shape;670;p159"/>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 name="Google Shape;671;p159"/>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 name="Google Shape;672;p159"/>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 name="Google Shape;673;p159"/>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 name="Google Shape;674;p159"/>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 name="Google Shape;675;p159"/>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 name="Google Shape;676;p159"/>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 name="Google Shape;677;p159"/>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 name="Google Shape;678;p159"/>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 name="Google Shape;679;p159"/>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 name="Google Shape;680;p159"/>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 name="Google Shape;681;p159"/>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 name="Google Shape;682;p159"/>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83" name="Google Shape;683;p159"/>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6">
  <p:cSld name="CUSTOM_55">
    <p:spTree>
      <p:nvGrpSpPr>
        <p:cNvPr id="684" name="Shape 684"/>
        <p:cNvGrpSpPr/>
        <p:nvPr/>
      </p:nvGrpSpPr>
      <p:grpSpPr>
        <a:xfrm>
          <a:off x="0" y="0"/>
          <a:ext cx="0" cy="0"/>
          <a:chOff x="0" y="0"/>
          <a:chExt cx="0" cy="0"/>
        </a:xfrm>
      </p:grpSpPr>
      <p:sp>
        <p:nvSpPr>
          <p:cNvPr id="685" name="Google Shape;685;p160"/>
          <p:cNvSpPr/>
          <p:nvPr/>
        </p:nvSpPr>
        <p:spPr>
          <a:xfrm flipH="1" rot="288678">
            <a:off x="-1260167" y="932436"/>
            <a:ext cx="4658411" cy="4765187"/>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 name="Google Shape;686;p160"/>
          <p:cNvSpPr/>
          <p:nvPr/>
        </p:nvSpPr>
        <p:spPr>
          <a:xfrm>
            <a:off x="2133225" y="276648"/>
            <a:ext cx="1522302" cy="1342795"/>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87" name="Google Shape;687;p160"/>
          <p:cNvGrpSpPr/>
          <p:nvPr/>
        </p:nvGrpSpPr>
        <p:grpSpPr>
          <a:xfrm>
            <a:off x="713218" y="2026831"/>
            <a:ext cx="2270935" cy="2260335"/>
            <a:chOff x="6762468" y="1386456"/>
            <a:chExt cx="2270935" cy="2260335"/>
          </a:xfrm>
        </p:grpSpPr>
        <p:sp>
          <p:nvSpPr>
            <p:cNvPr id="688" name="Google Shape;688;p160"/>
            <p:cNvSpPr/>
            <p:nvPr/>
          </p:nvSpPr>
          <p:spPr>
            <a:xfrm>
              <a:off x="6762468" y="1386456"/>
              <a:ext cx="2270935" cy="2260292"/>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 name="Google Shape;689;p160"/>
            <p:cNvSpPr/>
            <p:nvPr/>
          </p:nvSpPr>
          <p:spPr>
            <a:xfrm>
              <a:off x="7236329" y="1587480"/>
              <a:ext cx="12035" cy="9350"/>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 name="Google Shape;690;p160"/>
            <p:cNvSpPr/>
            <p:nvPr/>
          </p:nvSpPr>
          <p:spPr>
            <a:xfrm>
              <a:off x="7364144" y="1394464"/>
              <a:ext cx="356781" cy="300882"/>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 name="Google Shape;691;p160"/>
            <p:cNvSpPr/>
            <p:nvPr/>
          </p:nvSpPr>
          <p:spPr>
            <a:xfrm>
              <a:off x="7836713" y="1386456"/>
              <a:ext cx="358124" cy="308889"/>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 name="Google Shape;692;p160"/>
            <p:cNvSpPr/>
            <p:nvPr/>
          </p:nvSpPr>
          <p:spPr>
            <a:xfrm>
              <a:off x="8310574" y="1516908"/>
              <a:ext cx="135819" cy="79920"/>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 name="Google Shape;693;p160"/>
            <p:cNvSpPr/>
            <p:nvPr/>
          </p:nvSpPr>
          <p:spPr>
            <a:xfrm>
              <a:off x="8484940" y="1543565"/>
              <a:ext cx="8057" cy="151784"/>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 name="Google Shape;694;p160"/>
            <p:cNvSpPr/>
            <p:nvPr/>
          </p:nvSpPr>
          <p:spPr>
            <a:xfrm>
              <a:off x="6838311" y="2099984"/>
              <a:ext cx="2735" cy="537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 name="Google Shape;695;p160"/>
            <p:cNvSpPr/>
            <p:nvPr/>
          </p:nvSpPr>
          <p:spPr>
            <a:xfrm>
              <a:off x="7012727" y="1801781"/>
              <a:ext cx="2686" cy="273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 name="Google Shape;696;p160"/>
            <p:cNvSpPr/>
            <p:nvPr/>
          </p:nvSpPr>
          <p:spPr>
            <a:xfrm>
              <a:off x="6912862" y="1942876"/>
              <a:ext cx="102548" cy="63956"/>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 name="Google Shape;697;p160"/>
            <p:cNvSpPr/>
            <p:nvPr/>
          </p:nvSpPr>
          <p:spPr>
            <a:xfrm>
              <a:off x="7131192" y="1696645"/>
              <a:ext cx="356781" cy="408702"/>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 name="Google Shape;698;p160"/>
            <p:cNvSpPr/>
            <p:nvPr/>
          </p:nvSpPr>
          <p:spPr>
            <a:xfrm>
              <a:off x="7603761" y="1696645"/>
              <a:ext cx="358124" cy="40735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 name="Google Shape;699;p160"/>
            <p:cNvSpPr/>
            <p:nvPr/>
          </p:nvSpPr>
          <p:spPr>
            <a:xfrm>
              <a:off x="8077622" y="1696645"/>
              <a:ext cx="356781" cy="40735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 name="Google Shape;700;p160"/>
            <p:cNvSpPr/>
            <p:nvPr/>
          </p:nvSpPr>
          <p:spPr>
            <a:xfrm>
              <a:off x="8550190" y="1736581"/>
              <a:ext cx="356781" cy="367424"/>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 name="Google Shape;701;p160"/>
            <p:cNvSpPr/>
            <p:nvPr/>
          </p:nvSpPr>
          <p:spPr>
            <a:xfrm>
              <a:off x="6891576" y="2115948"/>
              <a:ext cx="356781" cy="40735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 name="Google Shape;702;p160"/>
            <p:cNvSpPr/>
            <p:nvPr/>
          </p:nvSpPr>
          <p:spPr>
            <a:xfrm>
              <a:off x="7364144" y="2115948"/>
              <a:ext cx="356781" cy="40735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 name="Google Shape;703;p160"/>
            <p:cNvSpPr/>
            <p:nvPr/>
          </p:nvSpPr>
          <p:spPr>
            <a:xfrm>
              <a:off x="7836713" y="2115948"/>
              <a:ext cx="358124" cy="40735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 name="Google Shape;704;p160"/>
            <p:cNvSpPr/>
            <p:nvPr/>
          </p:nvSpPr>
          <p:spPr>
            <a:xfrm>
              <a:off x="8310574" y="2114606"/>
              <a:ext cx="356781" cy="408702"/>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 name="Google Shape;705;p160"/>
            <p:cNvSpPr/>
            <p:nvPr/>
          </p:nvSpPr>
          <p:spPr>
            <a:xfrm>
              <a:off x="8783142" y="2114606"/>
              <a:ext cx="239661" cy="408702"/>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 name="Google Shape;706;p160"/>
            <p:cNvSpPr/>
            <p:nvPr/>
          </p:nvSpPr>
          <p:spPr>
            <a:xfrm>
              <a:off x="6773111" y="2511280"/>
              <a:ext cx="242297" cy="40735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 name="Google Shape;707;p160"/>
            <p:cNvSpPr/>
            <p:nvPr/>
          </p:nvSpPr>
          <p:spPr>
            <a:xfrm>
              <a:off x="7131192" y="2511280"/>
              <a:ext cx="356781" cy="40735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 name="Google Shape;708;p160"/>
            <p:cNvSpPr/>
            <p:nvPr/>
          </p:nvSpPr>
          <p:spPr>
            <a:xfrm>
              <a:off x="7603761" y="2511280"/>
              <a:ext cx="358124" cy="40735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 name="Google Shape;709;p160"/>
            <p:cNvSpPr/>
            <p:nvPr/>
          </p:nvSpPr>
          <p:spPr>
            <a:xfrm>
              <a:off x="8077622" y="2511280"/>
              <a:ext cx="356781" cy="40735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 name="Google Shape;710;p160"/>
            <p:cNvSpPr/>
            <p:nvPr/>
          </p:nvSpPr>
          <p:spPr>
            <a:xfrm>
              <a:off x="8550190" y="2511280"/>
              <a:ext cx="356781" cy="40735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 name="Google Shape;711;p160"/>
            <p:cNvSpPr/>
            <p:nvPr/>
          </p:nvSpPr>
          <p:spPr>
            <a:xfrm>
              <a:off x="6891576" y="2934613"/>
              <a:ext cx="356781" cy="363445"/>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 name="Google Shape;712;p160"/>
            <p:cNvSpPr/>
            <p:nvPr/>
          </p:nvSpPr>
          <p:spPr>
            <a:xfrm>
              <a:off x="7364144" y="2934613"/>
              <a:ext cx="356781" cy="40735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 name="Google Shape;713;p160"/>
            <p:cNvSpPr/>
            <p:nvPr/>
          </p:nvSpPr>
          <p:spPr>
            <a:xfrm>
              <a:off x="7836713" y="2934613"/>
              <a:ext cx="358124" cy="40735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 name="Google Shape;714;p160"/>
            <p:cNvSpPr/>
            <p:nvPr/>
          </p:nvSpPr>
          <p:spPr>
            <a:xfrm>
              <a:off x="8310574" y="2934613"/>
              <a:ext cx="356781" cy="40735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 name="Google Shape;715;p160"/>
            <p:cNvSpPr/>
            <p:nvPr/>
          </p:nvSpPr>
          <p:spPr>
            <a:xfrm>
              <a:off x="8783142" y="3033085"/>
              <a:ext cx="97227" cy="6127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 name="Google Shape;716;p160"/>
            <p:cNvSpPr/>
            <p:nvPr/>
          </p:nvSpPr>
          <p:spPr>
            <a:xfrm>
              <a:off x="7345494" y="3428467"/>
              <a:ext cx="142484" cy="85242"/>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 name="Google Shape;717;p160"/>
            <p:cNvSpPr/>
            <p:nvPr/>
          </p:nvSpPr>
          <p:spPr>
            <a:xfrm>
              <a:off x="7305558" y="3329945"/>
              <a:ext cx="8057" cy="161133"/>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 name="Google Shape;718;p160"/>
            <p:cNvSpPr/>
            <p:nvPr/>
          </p:nvSpPr>
          <p:spPr>
            <a:xfrm>
              <a:off x="7603761" y="3329945"/>
              <a:ext cx="358124" cy="316846"/>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 name="Google Shape;719;p160"/>
            <p:cNvSpPr/>
            <p:nvPr/>
          </p:nvSpPr>
          <p:spPr>
            <a:xfrm>
              <a:off x="8077622" y="3329945"/>
              <a:ext cx="356781" cy="307546"/>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 name="Google Shape;720;p160"/>
            <p:cNvSpPr/>
            <p:nvPr/>
          </p:nvSpPr>
          <p:spPr>
            <a:xfrm>
              <a:off x="8550190" y="3428467"/>
              <a:ext cx="16014" cy="12035"/>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7">
  <p:cSld name="CUSTOM_56">
    <p:spTree>
      <p:nvGrpSpPr>
        <p:cNvPr id="721" name="Shape 721"/>
        <p:cNvGrpSpPr/>
        <p:nvPr/>
      </p:nvGrpSpPr>
      <p:grpSpPr>
        <a:xfrm>
          <a:off x="0" y="0"/>
          <a:ext cx="0" cy="0"/>
          <a:chOff x="0" y="0"/>
          <a:chExt cx="0" cy="0"/>
        </a:xfrm>
      </p:grpSpPr>
      <p:sp>
        <p:nvSpPr>
          <p:cNvPr id="722" name="Google Shape;722;p161"/>
          <p:cNvSpPr/>
          <p:nvPr/>
        </p:nvSpPr>
        <p:spPr>
          <a:xfrm>
            <a:off x="4641450" y="534225"/>
            <a:ext cx="3513000" cy="4031700"/>
          </a:xfrm>
          <a:prstGeom prst="rect">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1"/>
              </a:solidFill>
              <a:latin typeface="Arial"/>
              <a:ea typeface="Arial"/>
              <a:cs typeface="Arial"/>
              <a:sym typeface="Arial"/>
            </a:endParaRPr>
          </a:p>
        </p:txBody>
      </p:sp>
      <p:sp>
        <p:nvSpPr>
          <p:cNvPr id="723" name="Google Shape;723;p161"/>
          <p:cNvSpPr/>
          <p:nvPr/>
        </p:nvSpPr>
        <p:spPr>
          <a:xfrm>
            <a:off x="7751050" y="3432419"/>
            <a:ext cx="764314" cy="674188"/>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24" name="Google Shape;724;p161"/>
          <p:cNvGrpSpPr/>
          <p:nvPr/>
        </p:nvGrpSpPr>
        <p:grpSpPr>
          <a:xfrm>
            <a:off x="-380995" y="-80449"/>
            <a:ext cx="2277317" cy="5304377"/>
            <a:chOff x="224725" y="566950"/>
            <a:chExt cx="1850875" cy="4311100"/>
          </a:xfrm>
        </p:grpSpPr>
        <p:sp>
          <p:nvSpPr>
            <p:cNvPr id="725" name="Google Shape;725;p161"/>
            <p:cNvSpPr/>
            <p:nvPr/>
          </p:nvSpPr>
          <p:spPr>
            <a:xfrm>
              <a:off x="1914975" y="566950"/>
              <a:ext cx="160625" cy="2033000"/>
            </a:xfrm>
            <a:custGeom>
              <a:rect b="b" l="l" r="r" t="t"/>
              <a:pathLst>
                <a:path extrusionOk="0" h="81320" w="6425">
                  <a:moveTo>
                    <a:pt x="126" y="1"/>
                  </a:moveTo>
                  <a:cubicBezTo>
                    <a:pt x="81" y="1"/>
                    <a:pt x="44" y="24"/>
                    <a:pt x="27" y="57"/>
                  </a:cubicBezTo>
                  <a:cubicBezTo>
                    <a:pt x="27" y="84"/>
                    <a:pt x="27" y="110"/>
                    <a:pt x="27" y="137"/>
                  </a:cubicBezTo>
                  <a:cubicBezTo>
                    <a:pt x="27" y="164"/>
                    <a:pt x="27"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45" y="15394"/>
                    <a:pt x="2945" y="15447"/>
                    <a:pt x="2945" y="15501"/>
                  </a:cubicBezTo>
                  <a:cubicBezTo>
                    <a:pt x="2998" y="17321"/>
                    <a:pt x="1848" y="19248"/>
                    <a:pt x="108" y="20292"/>
                  </a:cubicBezTo>
                  <a:cubicBezTo>
                    <a:pt x="54" y="20292"/>
                    <a:pt x="27" y="20318"/>
                    <a:pt x="27" y="20372"/>
                  </a:cubicBezTo>
                  <a:cubicBezTo>
                    <a:pt x="1" y="20425"/>
                    <a:pt x="27" y="20479"/>
                    <a:pt x="81" y="20506"/>
                  </a:cubicBezTo>
                  <a:cubicBezTo>
                    <a:pt x="1794" y="21496"/>
                    <a:pt x="2865" y="23316"/>
                    <a:pt x="2945" y="25324"/>
                  </a:cubicBezTo>
                  <a:cubicBezTo>
                    <a:pt x="2945" y="25350"/>
                    <a:pt x="2972" y="25404"/>
                    <a:pt x="2998" y="25431"/>
                  </a:cubicBezTo>
                  <a:cubicBezTo>
                    <a:pt x="4952" y="26394"/>
                    <a:pt x="6157" y="28348"/>
                    <a:pt x="6157" y="30543"/>
                  </a:cubicBezTo>
                  <a:cubicBezTo>
                    <a:pt x="6157" y="32711"/>
                    <a:pt x="4952" y="34665"/>
                    <a:pt x="2998" y="35628"/>
                  </a:cubicBezTo>
                  <a:cubicBezTo>
                    <a:pt x="2945" y="35655"/>
                    <a:pt x="2918" y="35709"/>
                    <a:pt x="2945" y="35762"/>
                  </a:cubicBezTo>
                  <a:cubicBezTo>
                    <a:pt x="3106"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1" y="81297"/>
                    <a:pt x="104" y="81320"/>
                    <a:pt x="145" y="81320"/>
                  </a:cubicBezTo>
                  <a:cubicBezTo>
                    <a:pt x="170" y="81320"/>
                    <a:pt x="194" y="81311"/>
                    <a:pt x="215" y="81290"/>
                  </a:cubicBezTo>
                  <a:cubicBezTo>
                    <a:pt x="2008" y="80273"/>
                    <a:pt x="3106" y="78427"/>
                    <a:pt x="3186" y="76366"/>
                  </a:cubicBezTo>
                  <a:cubicBezTo>
                    <a:pt x="5166" y="75322"/>
                    <a:pt x="6424" y="73314"/>
                    <a:pt x="6424" y="71066"/>
                  </a:cubicBezTo>
                  <a:cubicBezTo>
                    <a:pt x="6424" y="68818"/>
                    <a:pt x="5166" y="66784"/>
                    <a:pt x="3186" y="65766"/>
                  </a:cubicBezTo>
                  <a:cubicBezTo>
                    <a:pt x="3106" y="63786"/>
                    <a:pt x="2062" y="61992"/>
                    <a:pt x="375" y="60922"/>
                  </a:cubicBezTo>
                  <a:cubicBezTo>
                    <a:pt x="2062" y="59878"/>
                    <a:pt x="3106" y="58085"/>
                    <a:pt x="3186" y="56104"/>
                  </a:cubicBezTo>
                  <a:cubicBezTo>
                    <a:pt x="5166" y="55060"/>
                    <a:pt x="6424" y="53053"/>
                    <a:pt x="6424" y="50804"/>
                  </a:cubicBezTo>
                  <a:cubicBezTo>
                    <a:pt x="6424" y="48556"/>
                    <a:pt x="5166" y="46522"/>
                    <a:pt x="3186" y="45505"/>
                  </a:cubicBezTo>
                  <a:cubicBezTo>
                    <a:pt x="3159" y="43604"/>
                    <a:pt x="2088" y="41731"/>
                    <a:pt x="375" y="40660"/>
                  </a:cubicBezTo>
                  <a:cubicBezTo>
                    <a:pt x="1901" y="39723"/>
                    <a:pt x="3320" y="37877"/>
                    <a:pt x="3186" y="35816"/>
                  </a:cubicBezTo>
                  <a:cubicBezTo>
                    <a:pt x="5193" y="34799"/>
                    <a:pt x="6424" y="32764"/>
                    <a:pt x="6424" y="30543"/>
                  </a:cubicBezTo>
                  <a:cubicBezTo>
                    <a:pt x="6424" y="28295"/>
                    <a:pt x="5166" y="26260"/>
                    <a:pt x="3186" y="25243"/>
                  </a:cubicBezTo>
                  <a:cubicBezTo>
                    <a:pt x="3106" y="23236"/>
                    <a:pt x="2062" y="21443"/>
                    <a:pt x="375" y="20399"/>
                  </a:cubicBezTo>
                  <a:cubicBezTo>
                    <a:pt x="2088" y="19328"/>
                    <a:pt x="3186" y="17454"/>
                    <a:pt x="3186" y="15608"/>
                  </a:cubicBezTo>
                  <a:cubicBezTo>
                    <a:pt x="3186" y="15608"/>
                    <a:pt x="3186" y="15581"/>
                    <a:pt x="3186" y="15554"/>
                  </a:cubicBezTo>
                  <a:cubicBezTo>
                    <a:pt x="5166" y="14537"/>
                    <a:pt x="6424" y="12503"/>
                    <a:pt x="6424" y="10255"/>
                  </a:cubicBezTo>
                  <a:cubicBezTo>
                    <a:pt x="6424" y="8033"/>
                    <a:pt x="5166" y="5999"/>
                    <a:pt x="3186" y="4982"/>
                  </a:cubicBezTo>
                  <a:lnTo>
                    <a:pt x="3186" y="4955"/>
                  </a:lnTo>
                  <a:cubicBezTo>
                    <a:pt x="3186" y="3028"/>
                    <a:pt x="2008" y="1074"/>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 name="Google Shape;726;p161"/>
            <p:cNvSpPr/>
            <p:nvPr/>
          </p:nvSpPr>
          <p:spPr>
            <a:xfrm>
              <a:off x="1761075" y="818875"/>
              <a:ext cx="160625" cy="2032875"/>
            </a:xfrm>
            <a:custGeom>
              <a:rect b="b" l="l" r="r" t="t"/>
              <a:pathLst>
                <a:path extrusionOk="0" h="81315" w="6425">
                  <a:moveTo>
                    <a:pt x="149" y="1"/>
                  </a:moveTo>
                  <a:cubicBezTo>
                    <a:pt x="110" y="1"/>
                    <a:pt x="71" y="20"/>
                    <a:pt x="54" y="70"/>
                  </a:cubicBezTo>
                  <a:cubicBezTo>
                    <a:pt x="27" y="70"/>
                    <a:pt x="27" y="97"/>
                    <a:pt x="27" y="124"/>
                  </a:cubicBezTo>
                  <a:cubicBezTo>
                    <a:pt x="27" y="178"/>
                    <a:pt x="54" y="204"/>
                    <a:pt x="81" y="231"/>
                  </a:cubicBezTo>
                  <a:cubicBezTo>
                    <a:pt x="1821" y="1248"/>
                    <a:pt x="2972" y="3175"/>
                    <a:pt x="2945" y="5022"/>
                  </a:cubicBezTo>
                  <a:cubicBezTo>
                    <a:pt x="2945" y="5076"/>
                    <a:pt x="2972" y="5129"/>
                    <a:pt x="2998" y="5156"/>
                  </a:cubicBezTo>
                  <a:cubicBezTo>
                    <a:pt x="4952" y="6119"/>
                    <a:pt x="6183" y="8073"/>
                    <a:pt x="6183" y="10268"/>
                  </a:cubicBezTo>
                  <a:cubicBezTo>
                    <a:pt x="6183" y="12436"/>
                    <a:pt x="4952" y="14390"/>
                    <a:pt x="2998" y="15354"/>
                  </a:cubicBezTo>
                  <a:cubicBezTo>
                    <a:pt x="2972" y="15380"/>
                    <a:pt x="2945" y="15461"/>
                    <a:pt x="2945" y="15487"/>
                  </a:cubicBezTo>
                  <a:cubicBezTo>
                    <a:pt x="2998" y="17334"/>
                    <a:pt x="1847" y="19235"/>
                    <a:pt x="108" y="20278"/>
                  </a:cubicBezTo>
                  <a:cubicBezTo>
                    <a:pt x="81" y="20278"/>
                    <a:pt x="27" y="20305"/>
                    <a:pt x="27" y="20359"/>
                  </a:cubicBezTo>
                  <a:cubicBezTo>
                    <a:pt x="27" y="20412"/>
                    <a:pt x="27" y="20466"/>
                    <a:pt x="81" y="20493"/>
                  </a:cubicBezTo>
                  <a:cubicBezTo>
                    <a:pt x="1821" y="21510"/>
                    <a:pt x="2891" y="23303"/>
                    <a:pt x="2945" y="25310"/>
                  </a:cubicBezTo>
                  <a:cubicBezTo>
                    <a:pt x="2945" y="25364"/>
                    <a:pt x="2972" y="25391"/>
                    <a:pt x="2998" y="25417"/>
                  </a:cubicBezTo>
                  <a:cubicBezTo>
                    <a:pt x="4952" y="26381"/>
                    <a:pt x="6183" y="28362"/>
                    <a:pt x="6183" y="30530"/>
                  </a:cubicBezTo>
                  <a:cubicBezTo>
                    <a:pt x="6183" y="32698"/>
                    <a:pt x="4952" y="34652"/>
                    <a:pt x="2998" y="35642"/>
                  </a:cubicBezTo>
                  <a:cubicBezTo>
                    <a:pt x="2972" y="35642"/>
                    <a:pt x="2945" y="35695"/>
                    <a:pt x="2945" y="35749"/>
                  </a:cubicBezTo>
                  <a:cubicBezTo>
                    <a:pt x="3105" y="37837"/>
                    <a:pt x="1633" y="39630"/>
                    <a:pt x="108" y="40540"/>
                  </a:cubicBezTo>
                  <a:cubicBezTo>
                    <a:pt x="81" y="40540"/>
                    <a:pt x="27" y="40594"/>
                    <a:pt x="27" y="40620"/>
                  </a:cubicBezTo>
                  <a:cubicBezTo>
                    <a:pt x="27" y="40674"/>
                    <a:pt x="27" y="40727"/>
                    <a:pt x="81" y="40754"/>
                  </a:cubicBezTo>
                  <a:cubicBezTo>
                    <a:pt x="1821" y="41771"/>
                    <a:pt x="2945" y="43645"/>
                    <a:pt x="2945" y="45545"/>
                  </a:cubicBezTo>
                  <a:cubicBezTo>
                    <a:pt x="2945" y="45545"/>
                    <a:pt x="2945" y="45545"/>
                    <a:pt x="2945" y="45572"/>
                  </a:cubicBezTo>
                  <a:cubicBezTo>
                    <a:pt x="2945" y="45626"/>
                    <a:pt x="2972" y="45652"/>
                    <a:pt x="2998" y="45679"/>
                  </a:cubicBezTo>
                  <a:cubicBezTo>
                    <a:pt x="4952" y="46669"/>
                    <a:pt x="6183" y="48623"/>
                    <a:pt x="6183" y="50791"/>
                  </a:cubicBezTo>
                  <a:cubicBezTo>
                    <a:pt x="6183" y="52959"/>
                    <a:pt x="4952" y="54913"/>
                    <a:pt x="2998" y="55904"/>
                  </a:cubicBezTo>
                  <a:cubicBezTo>
                    <a:pt x="2972" y="55930"/>
                    <a:pt x="2945" y="55957"/>
                    <a:pt x="2945" y="56011"/>
                  </a:cubicBezTo>
                  <a:cubicBezTo>
                    <a:pt x="2891" y="57991"/>
                    <a:pt x="1847" y="59785"/>
                    <a:pt x="108" y="60802"/>
                  </a:cubicBezTo>
                  <a:cubicBezTo>
                    <a:pt x="81" y="60828"/>
                    <a:pt x="27" y="60855"/>
                    <a:pt x="27" y="60882"/>
                  </a:cubicBezTo>
                  <a:cubicBezTo>
                    <a:pt x="27" y="60935"/>
                    <a:pt x="27" y="60989"/>
                    <a:pt x="81" y="61016"/>
                  </a:cubicBezTo>
                  <a:cubicBezTo>
                    <a:pt x="1821" y="62033"/>
                    <a:pt x="2891" y="63826"/>
                    <a:pt x="2945" y="65834"/>
                  </a:cubicBezTo>
                  <a:cubicBezTo>
                    <a:pt x="2945" y="65887"/>
                    <a:pt x="2972" y="65914"/>
                    <a:pt x="2998" y="65941"/>
                  </a:cubicBezTo>
                  <a:cubicBezTo>
                    <a:pt x="4952" y="66931"/>
                    <a:pt x="6183" y="68885"/>
                    <a:pt x="6183" y="71053"/>
                  </a:cubicBezTo>
                  <a:cubicBezTo>
                    <a:pt x="6183" y="73221"/>
                    <a:pt x="4952" y="75175"/>
                    <a:pt x="2998" y="76165"/>
                  </a:cubicBezTo>
                  <a:cubicBezTo>
                    <a:pt x="2972" y="76192"/>
                    <a:pt x="2945" y="76219"/>
                    <a:pt x="2945" y="76272"/>
                  </a:cubicBezTo>
                  <a:cubicBezTo>
                    <a:pt x="2891" y="78280"/>
                    <a:pt x="1821" y="80073"/>
                    <a:pt x="81" y="81090"/>
                  </a:cubicBezTo>
                  <a:cubicBezTo>
                    <a:pt x="27" y="81117"/>
                    <a:pt x="1" y="81197"/>
                    <a:pt x="54" y="81251"/>
                  </a:cubicBezTo>
                  <a:cubicBezTo>
                    <a:pt x="74" y="81290"/>
                    <a:pt x="122" y="81315"/>
                    <a:pt x="167" y="81315"/>
                  </a:cubicBezTo>
                  <a:cubicBezTo>
                    <a:pt x="184" y="81315"/>
                    <a:pt x="200" y="81311"/>
                    <a:pt x="215" y="81304"/>
                  </a:cubicBezTo>
                  <a:cubicBezTo>
                    <a:pt x="2008" y="80260"/>
                    <a:pt x="3105" y="78413"/>
                    <a:pt x="3186" y="76352"/>
                  </a:cubicBezTo>
                  <a:cubicBezTo>
                    <a:pt x="5193" y="75309"/>
                    <a:pt x="6424" y="73301"/>
                    <a:pt x="6424" y="71053"/>
                  </a:cubicBezTo>
                  <a:cubicBezTo>
                    <a:pt x="6424" y="68805"/>
                    <a:pt x="5193" y="66797"/>
                    <a:pt x="3186" y="65753"/>
                  </a:cubicBezTo>
                  <a:cubicBezTo>
                    <a:pt x="3132" y="63773"/>
                    <a:pt x="2088" y="61979"/>
                    <a:pt x="402" y="60909"/>
                  </a:cubicBezTo>
                  <a:cubicBezTo>
                    <a:pt x="2088" y="59865"/>
                    <a:pt x="3132" y="58072"/>
                    <a:pt x="3186" y="56091"/>
                  </a:cubicBezTo>
                  <a:cubicBezTo>
                    <a:pt x="5193" y="55047"/>
                    <a:pt x="6424" y="53040"/>
                    <a:pt x="6424" y="50791"/>
                  </a:cubicBezTo>
                  <a:cubicBezTo>
                    <a:pt x="6424" y="48543"/>
                    <a:pt x="5193" y="46536"/>
                    <a:pt x="3186" y="45492"/>
                  </a:cubicBezTo>
                  <a:cubicBezTo>
                    <a:pt x="3186" y="43591"/>
                    <a:pt x="2088" y="41718"/>
                    <a:pt x="402" y="40647"/>
                  </a:cubicBezTo>
                  <a:cubicBezTo>
                    <a:pt x="1901" y="39710"/>
                    <a:pt x="3320" y="37890"/>
                    <a:pt x="3186" y="35829"/>
                  </a:cubicBezTo>
                  <a:cubicBezTo>
                    <a:pt x="5193" y="34785"/>
                    <a:pt x="6424" y="32751"/>
                    <a:pt x="6424" y="30530"/>
                  </a:cubicBezTo>
                  <a:cubicBezTo>
                    <a:pt x="6424" y="28281"/>
                    <a:pt x="5193" y="26247"/>
                    <a:pt x="3186" y="25230"/>
                  </a:cubicBezTo>
                  <a:cubicBezTo>
                    <a:pt x="3105" y="23223"/>
                    <a:pt x="2062" y="21429"/>
                    <a:pt x="402" y="20386"/>
                  </a:cubicBezTo>
                  <a:cubicBezTo>
                    <a:pt x="2115" y="19315"/>
                    <a:pt x="3212" y="17415"/>
                    <a:pt x="3186" y="15541"/>
                  </a:cubicBezTo>
                  <a:cubicBezTo>
                    <a:pt x="5193" y="14524"/>
                    <a:pt x="6424" y="12490"/>
                    <a:pt x="6424" y="10268"/>
                  </a:cubicBezTo>
                  <a:cubicBezTo>
                    <a:pt x="6424" y="8020"/>
                    <a:pt x="5193" y="5986"/>
                    <a:pt x="3186" y="4969"/>
                  </a:cubicBezTo>
                  <a:lnTo>
                    <a:pt x="3186" y="4942"/>
                  </a:lnTo>
                  <a:cubicBezTo>
                    <a:pt x="3186" y="3041"/>
                    <a:pt x="2008" y="1061"/>
                    <a:pt x="215" y="17"/>
                  </a:cubicBezTo>
                  <a:cubicBezTo>
                    <a:pt x="195" y="7"/>
                    <a:pt x="172" y="1"/>
                    <a:pt x="1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 name="Google Shape;727;p161"/>
            <p:cNvSpPr/>
            <p:nvPr/>
          </p:nvSpPr>
          <p:spPr>
            <a:xfrm>
              <a:off x="1607850" y="566950"/>
              <a:ext cx="159950" cy="2033000"/>
            </a:xfrm>
            <a:custGeom>
              <a:rect b="b" l="l" r="r" t="t"/>
              <a:pathLst>
                <a:path extrusionOk="0" h="81320" w="6398">
                  <a:moveTo>
                    <a:pt x="119" y="1"/>
                  </a:moveTo>
                  <a:cubicBezTo>
                    <a:pt x="81" y="1"/>
                    <a:pt x="44" y="24"/>
                    <a:pt x="27" y="57"/>
                  </a:cubicBezTo>
                  <a:cubicBezTo>
                    <a:pt x="0"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71" y="17347"/>
                    <a:pt x="1847" y="19248"/>
                    <a:pt x="81" y="20292"/>
                  </a:cubicBezTo>
                  <a:cubicBezTo>
                    <a:pt x="54" y="20292"/>
                    <a:pt x="27" y="20318"/>
                    <a:pt x="0"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0"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64" y="58004"/>
                    <a:pt x="1820" y="59798"/>
                    <a:pt x="81" y="60815"/>
                  </a:cubicBezTo>
                  <a:cubicBezTo>
                    <a:pt x="54" y="60815"/>
                    <a:pt x="27" y="60868"/>
                    <a:pt x="0" y="60895"/>
                  </a:cubicBezTo>
                  <a:cubicBezTo>
                    <a:pt x="0" y="60949"/>
                    <a:pt x="27" y="61002"/>
                    <a:pt x="81" y="61029"/>
                  </a:cubicBezTo>
                  <a:cubicBezTo>
                    <a:pt x="1820" y="62046"/>
                    <a:pt x="2864"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64" y="78266"/>
                    <a:pt x="1820" y="80086"/>
                    <a:pt x="81" y="81076"/>
                  </a:cubicBezTo>
                  <a:cubicBezTo>
                    <a:pt x="27" y="81130"/>
                    <a:pt x="0" y="81183"/>
                    <a:pt x="27" y="81264"/>
                  </a:cubicBezTo>
                  <a:cubicBezTo>
                    <a:pt x="44" y="81297"/>
                    <a:pt x="81" y="81320"/>
                    <a:pt x="119" y="81320"/>
                  </a:cubicBezTo>
                  <a:cubicBezTo>
                    <a:pt x="143" y="81320"/>
                    <a:pt x="167" y="81311"/>
                    <a:pt x="188" y="81290"/>
                  </a:cubicBezTo>
                  <a:cubicBezTo>
                    <a:pt x="1981"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61" y="41731"/>
                    <a:pt x="375" y="40660"/>
                  </a:cubicBezTo>
                  <a:cubicBezTo>
                    <a:pt x="1901" y="39723"/>
                    <a:pt x="3292" y="37877"/>
                    <a:pt x="3185" y="35816"/>
                  </a:cubicBezTo>
                  <a:cubicBezTo>
                    <a:pt x="5166" y="34799"/>
                    <a:pt x="6397" y="32764"/>
                    <a:pt x="6397" y="30543"/>
                  </a:cubicBezTo>
                  <a:cubicBezTo>
                    <a:pt x="6397" y="28295"/>
                    <a:pt x="5166" y="26260"/>
                    <a:pt x="3185" y="25243"/>
                  </a:cubicBezTo>
                  <a:cubicBezTo>
                    <a:pt x="3078" y="23236"/>
                    <a:pt x="2061" y="21443"/>
                    <a:pt x="375" y="20399"/>
                  </a:cubicBezTo>
                  <a:cubicBezTo>
                    <a:pt x="2061" y="19328"/>
                    <a:pt x="3185" y="17454"/>
                    <a:pt x="3185" y="15608"/>
                  </a:cubicBezTo>
                  <a:cubicBezTo>
                    <a:pt x="3185" y="15608"/>
                    <a:pt x="3185" y="1558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 name="Google Shape;728;p161"/>
            <p:cNvSpPr/>
            <p:nvPr/>
          </p:nvSpPr>
          <p:spPr>
            <a:xfrm>
              <a:off x="1453950" y="818875"/>
              <a:ext cx="160600" cy="2032875"/>
            </a:xfrm>
            <a:custGeom>
              <a:rect b="b" l="l" r="r" t="t"/>
              <a:pathLst>
                <a:path extrusionOk="0" h="81315" w="6424">
                  <a:moveTo>
                    <a:pt x="136" y="1"/>
                  </a:moveTo>
                  <a:cubicBezTo>
                    <a:pt x="95" y="1"/>
                    <a:pt x="61" y="20"/>
                    <a:pt x="27" y="70"/>
                  </a:cubicBezTo>
                  <a:cubicBezTo>
                    <a:pt x="27" y="70"/>
                    <a:pt x="27" y="97"/>
                    <a:pt x="27" y="124"/>
                  </a:cubicBezTo>
                  <a:cubicBezTo>
                    <a:pt x="27" y="178"/>
                    <a:pt x="27"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34"/>
                    <a:pt x="2944" y="15487"/>
                  </a:cubicBezTo>
                  <a:cubicBezTo>
                    <a:pt x="2944" y="15514"/>
                    <a:pt x="2944" y="15568"/>
                    <a:pt x="2944" y="15595"/>
                  </a:cubicBezTo>
                  <a:cubicBezTo>
                    <a:pt x="2944" y="17415"/>
                    <a:pt x="1820" y="19261"/>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44" y="35642"/>
                    <a:pt x="2918"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72"/>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27" y="81251"/>
                  </a:cubicBezTo>
                  <a:cubicBezTo>
                    <a:pt x="66" y="81290"/>
                    <a:pt x="120" y="81315"/>
                    <a:pt x="167" y="81315"/>
                  </a:cubicBezTo>
                  <a:cubicBezTo>
                    <a:pt x="184" y="81315"/>
                    <a:pt x="200" y="81311"/>
                    <a:pt x="214" y="81304"/>
                  </a:cubicBezTo>
                  <a:cubicBezTo>
                    <a:pt x="2008" y="80260"/>
                    <a:pt x="3105" y="78413"/>
                    <a:pt x="3185" y="76352"/>
                  </a:cubicBezTo>
                  <a:cubicBezTo>
                    <a:pt x="5166" y="75309"/>
                    <a:pt x="6424" y="73301"/>
                    <a:pt x="6424" y="71053"/>
                  </a:cubicBezTo>
                  <a:cubicBezTo>
                    <a:pt x="6424" y="68805"/>
                    <a:pt x="5166" y="66797"/>
                    <a:pt x="3185" y="65753"/>
                  </a:cubicBezTo>
                  <a:cubicBezTo>
                    <a:pt x="3105" y="63773"/>
                    <a:pt x="2061" y="61979"/>
                    <a:pt x="375" y="60909"/>
                  </a:cubicBezTo>
                  <a:cubicBezTo>
                    <a:pt x="2061" y="59865"/>
                    <a:pt x="3105" y="58072"/>
                    <a:pt x="3185" y="56091"/>
                  </a:cubicBezTo>
                  <a:cubicBezTo>
                    <a:pt x="5166" y="55047"/>
                    <a:pt x="6424" y="53040"/>
                    <a:pt x="6424" y="50791"/>
                  </a:cubicBezTo>
                  <a:cubicBezTo>
                    <a:pt x="6424" y="48543"/>
                    <a:pt x="5193" y="46536"/>
                    <a:pt x="3185" y="45492"/>
                  </a:cubicBezTo>
                  <a:cubicBezTo>
                    <a:pt x="3159" y="43591"/>
                    <a:pt x="2088" y="41718"/>
                    <a:pt x="375" y="40647"/>
                  </a:cubicBezTo>
                  <a:cubicBezTo>
                    <a:pt x="1901" y="39710"/>
                    <a:pt x="3319" y="37890"/>
                    <a:pt x="3185" y="35829"/>
                  </a:cubicBezTo>
                  <a:cubicBezTo>
                    <a:pt x="5193" y="34785"/>
                    <a:pt x="6424" y="32751"/>
                    <a:pt x="6424" y="30530"/>
                  </a:cubicBezTo>
                  <a:cubicBezTo>
                    <a:pt x="6424" y="28281"/>
                    <a:pt x="5166" y="26247"/>
                    <a:pt x="3185" y="25230"/>
                  </a:cubicBezTo>
                  <a:cubicBezTo>
                    <a:pt x="3105" y="23223"/>
                    <a:pt x="2061" y="21429"/>
                    <a:pt x="375"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cubicBezTo>
                    <a:pt x="3185" y="3041"/>
                    <a:pt x="2008" y="1061"/>
                    <a:pt x="214" y="17"/>
                  </a:cubicBezTo>
                  <a:cubicBezTo>
                    <a:pt x="185" y="7"/>
                    <a:pt x="159" y="1"/>
                    <a:pt x="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 name="Google Shape;729;p161"/>
            <p:cNvSpPr/>
            <p:nvPr/>
          </p:nvSpPr>
          <p:spPr>
            <a:xfrm>
              <a:off x="1300050" y="566950"/>
              <a:ext cx="160600" cy="2033000"/>
            </a:xfrm>
            <a:custGeom>
              <a:rect b="b" l="l" r="r" t="t"/>
              <a:pathLst>
                <a:path extrusionOk="0" h="81320" w="6424">
                  <a:moveTo>
                    <a:pt x="146" y="1"/>
                  </a:moveTo>
                  <a:cubicBezTo>
                    <a:pt x="107" y="1"/>
                    <a:pt x="70" y="24"/>
                    <a:pt x="54" y="57"/>
                  </a:cubicBezTo>
                  <a:cubicBezTo>
                    <a:pt x="27" y="84"/>
                    <a:pt x="27" y="110"/>
                    <a:pt x="27" y="137"/>
                  </a:cubicBezTo>
                  <a:cubicBezTo>
                    <a:pt x="27" y="164"/>
                    <a:pt x="54" y="217"/>
                    <a:pt x="80" y="244"/>
                  </a:cubicBezTo>
                  <a:cubicBezTo>
                    <a:pt x="1820" y="1261"/>
                    <a:pt x="2971" y="3188"/>
                    <a:pt x="2944" y="5035"/>
                  </a:cubicBezTo>
                  <a:cubicBezTo>
                    <a:pt x="2944" y="5089"/>
                    <a:pt x="2971" y="5142"/>
                    <a:pt x="3025" y="5169"/>
                  </a:cubicBezTo>
                  <a:cubicBezTo>
                    <a:pt x="4952" y="6133"/>
                    <a:pt x="6183" y="8086"/>
                    <a:pt x="6183" y="10255"/>
                  </a:cubicBezTo>
                  <a:cubicBezTo>
                    <a:pt x="6183" y="12449"/>
                    <a:pt x="4952" y="14403"/>
                    <a:pt x="3025" y="15367"/>
                  </a:cubicBezTo>
                  <a:cubicBezTo>
                    <a:pt x="2971" y="15394"/>
                    <a:pt x="2944" y="15447"/>
                    <a:pt x="2944" y="15501"/>
                  </a:cubicBezTo>
                  <a:cubicBezTo>
                    <a:pt x="2998" y="17321"/>
                    <a:pt x="1847" y="19248"/>
                    <a:pt x="107" y="20292"/>
                  </a:cubicBezTo>
                  <a:cubicBezTo>
                    <a:pt x="80" y="20292"/>
                    <a:pt x="54" y="20318"/>
                    <a:pt x="27" y="20372"/>
                  </a:cubicBezTo>
                  <a:cubicBezTo>
                    <a:pt x="27" y="20425"/>
                    <a:pt x="27" y="20479"/>
                    <a:pt x="80" y="20506"/>
                  </a:cubicBezTo>
                  <a:cubicBezTo>
                    <a:pt x="1820" y="21496"/>
                    <a:pt x="2891" y="23316"/>
                    <a:pt x="2944" y="25324"/>
                  </a:cubicBezTo>
                  <a:cubicBezTo>
                    <a:pt x="2944" y="25350"/>
                    <a:pt x="2971" y="25404"/>
                    <a:pt x="3025" y="25431"/>
                  </a:cubicBezTo>
                  <a:cubicBezTo>
                    <a:pt x="4952" y="26394"/>
                    <a:pt x="6183" y="28348"/>
                    <a:pt x="6183" y="30543"/>
                  </a:cubicBezTo>
                  <a:cubicBezTo>
                    <a:pt x="6183" y="32711"/>
                    <a:pt x="4952" y="34665"/>
                    <a:pt x="3025" y="35628"/>
                  </a:cubicBezTo>
                  <a:cubicBezTo>
                    <a:pt x="2971" y="35655"/>
                    <a:pt x="2944" y="35709"/>
                    <a:pt x="2944" y="35762"/>
                  </a:cubicBezTo>
                  <a:cubicBezTo>
                    <a:pt x="3105" y="37823"/>
                    <a:pt x="1633" y="39643"/>
                    <a:pt x="107" y="40553"/>
                  </a:cubicBezTo>
                  <a:cubicBezTo>
                    <a:pt x="80" y="40553"/>
                    <a:pt x="54" y="40580"/>
                    <a:pt x="27" y="40633"/>
                  </a:cubicBezTo>
                  <a:cubicBezTo>
                    <a:pt x="27" y="40687"/>
                    <a:pt x="27" y="40741"/>
                    <a:pt x="80" y="40767"/>
                  </a:cubicBezTo>
                  <a:cubicBezTo>
                    <a:pt x="1820" y="41784"/>
                    <a:pt x="2944" y="43658"/>
                    <a:pt x="2944" y="45532"/>
                  </a:cubicBezTo>
                  <a:cubicBezTo>
                    <a:pt x="2944" y="45558"/>
                    <a:pt x="2944" y="45558"/>
                    <a:pt x="2944" y="45585"/>
                  </a:cubicBezTo>
                  <a:cubicBezTo>
                    <a:pt x="2944" y="45612"/>
                    <a:pt x="2971" y="45665"/>
                    <a:pt x="3025" y="45692"/>
                  </a:cubicBezTo>
                  <a:cubicBezTo>
                    <a:pt x="4952" y="46656"/>
                    <a:pt x="6183" y="48636"/>
                    <a:pt x="6183" y="50804"/>
                  </a:cubicBezTo>
                  <a:cubicBezTo>
                    <a:pt x="6183" y="52972"/>
                    <a:pt x="4952" y="54926"/>
                    <a:pt x="3025" y="55917"/>
                  </a:cubicBezTo>
                  <a:cubicBezTo>
                    <a:pt x="2971" y="55917"/>
                    <a:pt x="2944" y="55970"/>
                    <a:pt x="2944" y="56024"/>
                  </a:cubicBezTo>
                  <a:cubicBezTo>
                    <a:pt x="2891" y="58004"/>
                    <a:pt x="1847" y="59798"/>
                    <a:pt x="107" y="60815"/>
                  </a:cubicBezTo>
                  <a:cubicBezTo>
                    <a:pt x="80" y="60815"/>
                    <a:pt x="54" y="60868"/>
                    <a:pt x="27" y="60895"/>
                  </a:cubicBezTo>
                  <a:cubicBezTo>
                    <a:pt x="27" y="60949"/>
                    <a:pt x="27" y="61002"/>
                    <a:pt x="80" y="61029"/>
                  </a:cubicBezTo>
                  <a:cubicBezTo>
                    <a:pt x="1820" y="62046"/>
                    <a:pt x="2891" y="63839"/>
                    <a:pt x="2944" y="65847"/>
                  </a:cubicBezTo>
                  <a:cubicBezTo>
                    <a:pt x="2944" y="65900"/>
                    <a:pt x="2971" y="65927"/>
                    <a:pt x="3025" y="65954"/>
                  </a:cubicBezTo>
                  <a:cubicBezTo>
                    <a:pt x="4952" y="66944"/>
                    <a:pt x="6183" y="68898"/>
                    <a:pt x="6183" y="71066"/>
                  </a:cubicBezTo>
                  <a:cubicBezTo>
                    <a:pt x="6183" y="73234"/>
                    <a:pt x="4952" y="75188"/>
                    <a:pt x="3025" y="76178"/>
                  </a:cubicBezTo>
                  <a:cubicBezTo>
                    <a:pt x="2971" y="76178"/>
                    <a:pt x="2944" y="76232"/>
                    <a:pt x="2944" y="76285"/>
                  </a:cubicBezTo>
                  <a:cubicBezTo>
                    <a:pt x="2891" y="78266"/>
                    <a:pt x="1820" y="80086"/>
                    <a:pt x="80" y="81076"/>
                  </a:cubicBezTo>
                  <a:cubicBezTo>
                    <a:pt x="27" y="81130"/>
                    <a:pt x="0" y="81183"/>
                    <a:pt x="54" y="81264"/>
                  </a:cubicBezTo>
                  <a:cubicBezTo>
                    <a:pt x="70" y="81297"/>
                    <a:pt x="107" y="81320"/>
                    <a:pt x="146" y="81320"/>
                  </a:cubicBezTo>
                  <a:cubicBezTo>
                    <a:pt x="169" y="81320"/>
                    <a:pt x="194" y="81311"/>
                    <a:pt x="214" y="81290"/>
                  </a:cubicBezTo>
                  <a:cubicBezTo>
                    <a:pt x="2007" y="80273"/>
                    <a:pt x="3105" y="78427"/>
                    <a:pt x="3185" y="76366"/>
                  </a:cubicBezTo>
                  <a:cubicBezTo>
                    <a:pt x="5193" y="75322"/>
                    <a:pt x="6424" y="73314"/>
                    <a:pt x="6424" y="71066"/>
                  </a:cubicBezTo>
                  <a:cubicBezTo>
                    <a:pt x="6424" y="68818"/>
                    <a:pt x="5193" y="66784"/>
                    <a:pt x="3185" y="65766"/>
                  </a:cubicBezTo>
                  <a:cubicBezTo>
                    <a:pt x="3132" y="63786"/>
                    <a:pt x="2088" y="61992"/>
                    <a:pt x="402" y="60922"/>
                  </a:cubicBezTo>
                  <a:cubicBezTo>
                    <a:pt x="2088" y="59878"/>
                    <a:pt x="3132" y="58085"/>
                    <a:pt x="3185" y="56104"/>
                  </a:cubicBezTo>
                  <a:cubicBezTo>
                    <a:pt x="5193" y="55060"/>
                    <a:pt x="6424" y="53053"/>
                    <a:pt x="6424" y="50804"/>
                  </a:cubicBezTo>
                  <a:cubicBezTo>
                    <a:pt x="6424" y="48556"/>
                    <a:pt x="5193" y="46522"/>
                    <a:pt x="3185" y="45505"/>
                  </a:cubicBezTo>
                  <a:cubicBezTo>
                    <a:pt x="3185" y="43604"/>
                    <a:pt x="2088" y="41731"/>
                    <a:pt x="402" y="40660"/>
                  </a:cubicBezTo>
                  <a:cubicBezTo>
                    <a:pt x="1927" y="39723"/>
                    <a:pt x="3319" y="37903"/>
                    <a:pt x="3212" y="35816"/>
                  </a:cubicBezTo>
                  <a:cubicBezTo>
                    <a:pt x="5193" y="34799"/>
                    <a:pt x="6424" y="32764"/>
                    <a:pt x="6424" y="30543"/>
                  </a:cubicBezTo>
                  <a:cubicBezTo>
                    <a:pt x="6424" y="28295"/>
                    <a:pt x="5193" y="26260"/>
                    <a:pt x="3185" y="25243"/>
                  </a:cubicBezTo>
                  <a:cubicBezTo>
                    <a:pt x="3105" y="23236"/>
                    <a:pt x="2061" y="21443"/>
                    <a:pt x="402" y="20399"/>
                  </a:cubicBezTo>
                  <a:cubicBezTo>
                    <a:pt x="2088" y="19328"/>
                    <a:pt x="3185" y="17454"/>
                    <a:pt x="3185" y="15608"/>
                  </a:cubicBezTo>
                  <a:cubicBezTo>
                    <a:pt x="3185" y="15608"/>
                    <a:pt x="3185" y="15581"/>
                    <a:pt x="3185" y="15554"/>
                  </a:cubicBezTo>
                  <a:cubicBezTo>
                    <a:pt x="5193" y="14537"/>
                    <a:pt x="6424" y="12503"/>
                    <a:pt x="6424" y="10255"/>
                  </a:cubicBezTo>
                  <a:cubicBezTo>
                    <a:pt x="6424" y="8033"/>
                    <a:pt x="5193" y="5999"/>
                    <a:pt x="3185" y="4982"/>
                  </a:cubicBezTo>
                  <a:lnTo>
                    <a:pt x="3185" y="4955"/>
                  </a:lnTo>
                  <a:cubicBezTo>
                    <a:pt x="3185" y="3028"/>
                    <a:pt x="2007" y="1074"/>
                    <a:pt x="214" y="30"/>
                  </a:cubicBezTo>
                  <a:cubicBezTo>
                    <a:pt x="194" y="10"/>
                    <a:pt x="169"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 name="Google Shape;730;p161"/>
            <p:cNvSpPr/>
            <p:nvPr/>
          </p:nvSpPr>
          <p:spPr>
            <a:xfrm>
              <a:off x="1146800" y="818875"/>
              <a:ext cx="159950" cy="2032875"/>
            </a:xfrm>
            <a:custGeom>
              <a:rect b="b" l="l" r="r" t="t"/>
              <a:pathLst>
                <a:path extrusionOk="0" h="81315" w="6398">
                  <a:moveTo>
                    <a:pt x="123" y="1"/>
                  </a:moveTo>
                  <a:cubicBezTo>
                    <a:pt x="83" y="1"/>
                    <a:pt x="44" y="20"/>
                    <a:pt x="28" y="70"/>
                  </a:cubicBezTo>
                  <a:cubicBezTo>
                    <a:pt x="28" y="70"/>
                    <a:pt x="1" y="97"/>
                    <a:pt x="1" y="124"/>
                  </a:cubicBezTo>
                  <a:cubicBezTo>
                    <a:pt x="1" y="178"/>
                    <a:pt x="28" y="204"/>
                    <a:pt x="81" y="231"/>
                  </a:cubicBezTo>
                  <a:cubicBezTo>
                    <a:pt x="1821" y="1248"/>
                    <a:pt x="2972" y="3175"/>
                    <a:pt x="2918" y="5022"/>
                  </a:cubicBezTo>
                  <a:cubicBezTo>
                    <a:pt x="2918" y="5076"/>
                    <a:pt x="2945" y="5129"/>
                    <a:pt x="2998" y="5156"/>
                  </a:cubicBezTo>
                  <a:cubicBezTo>
                    <a:pt x="4952" y="6119"/>
                    <a:pt x="6157" y="8073"/>
                    <a:pt x="6157" y="10268"/>
                  </a:cubicBezTo>
                  <a:cubicBezTo>
                    <a:pt x="6157" y="12436"/>
                    <a:pt x="4952" y="14390"/>
                    <a:pt x="2998" y="15354"/>
                  </a:cubicBezTo>
                  <a:cubicBezTo>
                    <a:pt x="2945" y="15380"/>
                    <a:pt x="2918" y="15434"/>
                    <a:pt x="2918" y="15487"/>
                  </a:cubicBezTo>
                  <a:cubicBezTo>
                    <a:pt x="2998" y="17334"/>
                    <a:pt x="1848" y="19235"/>
                    <a:pt x="81" y="20278"/>
                  </a:cubicBezTo>
                  <a:cubicBezTo>
                    <a:pt x="54" y="20278"/>
                    <a:pt x="28" y="20305"/>
                    <a:pt x="1" y="20359"/>
                  </a:cubicBezTo>
                  <a:cubicBezTo>
                    <a:pt x="1" y="20412"/>
                    <a:pt x="28" y="20466"/>
                    <a:pt x="81" y="20493"/>
                  </a:cubicBezTo>
                  <a:cubicBezTo>
                    <a:pt x="1794" y="21510"/>
                    <a:pt x="2865" y="23303"/>
                    <a:pt x="2918" y="25310"/>
                  </a:cubicBezTo>
                  <a:cubicBezTo>
                    <a:pt x="2918" y="25364"/>
                    <a:pt x="2945"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079" y="37837"/>
                    <a:pt x="1633" y="39630"/>
                    <a:pt x="81" y="40540"/>
                  </a:cubicBezTo>
                  <a:cubicBezTo>
                    <a:pt x="54" y="40540"/>
                    <a:pt x="28" y="40594"/>
                    <a:pt x="1" y="40620"/>
                  </a:cubicBezTo>
                  <a:cubicBezTo>
                    <a:pt x="1" y="40674"/>
                    <a:pt x="28"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81" y="60802"/>
                  </a:cubicBezTo>
                  <a:cubicBezTo>
                    <a:pt x="54" y="60828"/>
                    <a:pt x="28" y="60855"/>
                    <a:pt x="1" y="60882"/>
                  </a:cubicBezTo>
                  <a:cubicBezTo>
                    <a:pt x="1" y="60935"/>
                    <a:pt x="28"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8" y="81117"/>
                    <a:pt x="1" y="81197"/>
                    <a:pt x="28" y="81251"/>
                  </a:cubicBezTo>
                  <a:cubicBezTo>
                    <a:pt x="47" y="81290"/>
                    <a:pt x="95" y="81315"/>
                    <a:pt x="151" y="81315"/>
                  </a:cubicBezTo>
                  <a:cubicBezTo>
                    <a:pt x="172" y="81315"/>
                    <a:pt x="193" y="81311"/>
                    <a:pt x="215" y="81304"/>
                  </a:cubicBezTo>
                  <a:cubicBezTo>
                    <a:pt x="1981" y="80260"/>
                    <a:pt x="3106" y="78413"/>
                    <a:pt x="3186" y="76352"/>
                  </a:cubicBezTo>
                  <a:cubicBezTo>
                    <a:pt x="5167" y="75309"/>
                    <a:pt x="6398" y="73301"/>
                    <a:pt x="6398" y="71053"/>
                  </a:cubicBezTo>
                  <a:cubicBezTo>
                    <a:pt x="6398" y="68805"/>
                    <a:pt x="5167" y="66797"/>
                    <a:pt x="3186" y="65753"/>
                  </a:cubicBezTo>
                  <a:cubicBezTo>
                    <a:pt x="3106" y="63773"/>
                    <a:pt x="2062" y="61979"/>
                    <a:pt x="375" y="60909"/>
                  </a:cubicBezTo>
                  <a:cubicBezTo>
                    <a:pt x="2062" y="59865"/>
                    <a:pt x="3106" y="58072"/>
                    <a:pt x="3186" y="56091"/>
                  </a:cubicBezTo>
                  <a:cubicBezTo>
                    <a:pt x="5167" y="55047"/>
                    <a:pt x="6398" y="53040"/>
                    <a:pt x="6398" y="50791"/>
                  </a:cubicBezTo>
                  <a:cubicBezTo>
                    <a:pt x="6398" y="48543"/>
                    <a:pt x="5167" y="46536"/>
                    <a:pt x="3186" y="45492"/>
                  </a:cubicBezTo>
                  <a:cubicBezTo>
                    <a:pt x="3159" y="43591"/>
                    <a:pt x="2088" y="41718"/>
                    <a:pt x="375" y="40647"/>
                  </a:cubicBezTo>
                  <a:cubicBezTo>
                    <a:pt x="1901" y="39710"/>
                    <a:pt x="3293" y="37890"/>
                    <a:pt x="3186" y="35829"/>
                  </a:cubicBezTo>
                  <a:cubicBezTo>
                    <a:pt x="5167" y="34785"/>
                    <a:pt x="6398" y="32751"/>
                    <a:pt x="6398" y="30530"/>
                  </a:cubicBezTo>
                  <a:cubicBezTo>
                    <a:pt x="6398" y="28281"/>
                    <a:pt x="5167" y="26247"/>
                    <a:pt x="3186" y="25230"/>
                  </a:cubicBezTo>
                  <a:cubicBezTo>
                    <a:pt x="3079" y="23223"/>
                    <a:pt x="2062" y="21429"/>
                    <a:pt x="375" y="20386"/>
                  </a:cubicBezTo>
                  <a:cubicBezTo>
                    <a:pt x="2088" y="19315"/>
                    <a:pt x="3186" y="17415"/>
                    <a:pt x="3186" y="15541"/>
                  </a:cubicBezTo>
                  <a:cubicBezTo>
                    <a:pt x="5167" y="14524"/>
                    <a:pt x="6398" y="12490"/>
                    <a:pt x="6398" y="10268"/>
                  </a:cubicBezTo>
                  <a:cubicBezTo>
                    <a:pt x="6398" y="8020"/>
                    <a:pt x="5167" y="5986"/>
                    <a:pt x="3186" y="4969"/>
                  </a:cubicBezTo>
                  <a:lnTo>
                    <a:pt x="3186" y="4942"/>
                  </a:lnTo>
                  <a:cubicBezTo>
                    <a:pt x="3186" y="3041"/>
                    <a:pt x="1981" y="1061"/>
                    <a:pt x="188" y="17"/>
                  </a:cubicBezTo>
                  <a:cubicBezTo>
                    <a:pt x="169" y="7"/>
                    <a:pt x="145"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 name="Google Shape;731;p161"/>
            <p:cNvSpPr/>
            <p:nvPr/>
          </p:nvSpPr>
          <p:spPr>
            <a:xfrm>
              <a:off x="992900" y="566950"/>
              <a:ext cx="160625" cy="2033000"/>
            </a:xfrm>
            <a:custGeom>
              <a:rect b="b" l="l" r="r" t="t"/>
              <a:pathLst>
                <a:path extrusionOk="0" h="81320" w="6425">
                  <a:moveTo>
                    <a:pt x="145" y="1"/>
                  </a:moveTo>
                  <a:cubicBezTo>
                    <a:pt x="104" y="1"/>
                    <a:pt x="60" y="24"/>
                    <a:pt x="27" y="57"/>
                  </a:cubicBezTo>
                  <a:cubicBezTo>
                    <a:pt x="27" y="84"/>
                    <a:pt x="27" y="110"/>
                    <a:pt x="27" y="137"/>
                  </a:cubicBezTo>
                  <a:cubicBezTo>
                    <a:pt x="27" y="164"/>
                    <a:pt x="54"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72" y="15394"/>
                    <a:pt x="2945" y="15447"/>
                    <a:pt x="2945" y="15501"/>
                  </a:cubicBezTo>
                  <a:cubicBezTo>
                    <a:pt x="2998" y="17347"/>
                    <a:pt x="1847" y="19248"/>
                    <a:pt x="108" y="20292"/>
                  </a:cubicBezTo>
                  <a:cubicBezTo>
                    <a:pt x="54" y="20292"/>
                    <a:pt x="27" y="20318"/>
                    <a:pt x="27" y="20372"/>
                  </a:cubicBezTo>
                  <a:cubicBezTo>
                    <a:pt x="1" y="20425"/>
                    <a:pt x="27" y="20479"/>
                    <a:pt x="81" y="20506"/>
                  </a:cubicBezTo>
                  <a:cubicBezTo>
                    <a:pt x="1794" y="21496"/>
                    <a:pt x="2865" y="23289"/>
                    <a:pt x="2945" y="25324"/>
                  </a:cubicBezTo>
                  <a:cubicBezTo>
                    <a:pt x="2945" y="25350"/>
                    <a:pt x="2972" y="25404"/>
                    <a:pt x="2998" y="25431"/>
                  </a:cubicBezTo>
                  <a:cubicBezTo>
                    <a:pt x="4952" y="26394"/>
                    <a:pt x="6157" y="28348"/>
                    <a:pt x="6157" y="30543"/>
                  </a:cubicBezTo>
                  <a:cubicBezTo>
                    <a:pt x="6157" y="32711"/>
                    <a:pt x="4952" y="34665"/>
                    <a:pt x="2998" y="35628"/>
                  </a:cubicBezTo>
                  <a:cubicBezTo>
                    <a:pt x="2972" y="35655"/>
                    <a:pt x="2945" y="35709"/>
                    <a:pt x="2945" y="35762"/>
                  </a:cubicBezTo>
                  <a:cubicBezTo>
                    <a:pt x="3105"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0" y="81297"/>
                    <a:pt x="104" y="81320"/>
                    <a:pt x="145" y="81320"/>
                  </a:cubicBezTo>
                  <a:cubicBezTo>
                    <a:pt x="170" y="81320"/>
                    <a:pt x="194" y="81311"/>
                    <a:pt x="215" y="81290"/>
                  </a:cubicBezTo>
                  <a:cubicBezTo>
                    <a:pt x="2008" y="80273"/>
                    <a:pt x="3105" y="78427"/>
                    <a:pt x="3186" y="76366"/>
                  </a:cubicBezTo>
                  <a:cubicBezTo>
                    <a:pt x="5193" y="75322"/>
                    <a:pt x="6424" y="73314"/>
                    <a:pt x="6424" y="71066"/>
                  </a:cubicBezTo>
                  <a:cubicBezTo>
                    <a:pt x="6424" y="68818"/>
                    <a:pt x="5193" y="66784"/>
                    <a:pt x="3186" y="65766"/>
                  </a:cubicBezTo>
                  <a:cubicBezTo>
                    <a:pt x="3105" y="63786"/>
                    <a:pt x="2088" y="61992"/>
                    <a:pt x="402" y="60922"/>
                  </a:cubicBezTo>
                  <a:cubicBezTo>
                    <a:pt x="2088" y="59878"/>
                    <a:pt x="3105" y="58085"/>
                    <a:pt x="3186" y="56104"/>
                  </a:cubicBezTo>
                  <a:cubicBezTo>
                    <a:pt x="5193" y="55060"/>
                    <a:pt x="6424" y="53053"/>
                    <a:pt x="6424" y="50804"/>
                  </a:cubicBezTo>
                  <a:cubicBezTo>
                    <a:pt x="6424" y="48556"/>
                    <a:pt x="5193" y="46522"/>
                    <a:pt x="3186" y="45505"/>
                  </a:cubicBezTo>
                  <a:cubicBezTo>
                    <a:pt x="3159" y="43604"/>
                    <a:pt x="2088" y="41731"/>
                    <a:pt x="402" y="40660"/>
                  </a:cubicBezTo>
                  <a:cubicBezTo>
                    <a:pt x="1901" y="39723"/>
                    <a:pt x="3320" y="37877"/>
                    <a:pt x="3186" y="35816"/>
                  </a:cubicBezTo>
                  <a:cubicBezTo>
                    <a:pt x="5193" y="34799"/>
                    <a:pt x="6424" y="32764"/>
                    <a:pt x="6424" y="30543"/>
                  </a:cubicBezTo>
                  <a:cubicBezTo>
                    <a:pt x="6424" y="28295"/>
                    <a:pt x="5193" y="26260"/>
                    <a:pt x="3186" y="25243"/>
                  </a:cubicBezTo>
                  <a:cubicBezTo>
                    <a:pt x="3105" y="23236"/>
                    <a:pt x="2062" y="21443"/>
                    <a:pt x="402" y="20399"/>
                  </a:cubicBezTo>
                  <a:cubicBezTo>
                    <a:pt x="2088" y="19328"/>
                    <a:pt x="3186" y="17454"/>
                    <a:pt x="3186" y="15608"/>
                  </a:cubicBezTo>
                  <a:cubicBezTo>
                    <a:pt x="3186" y="15608"/>
                    <a:pt x="3186" y="15581"/>
                    <a:pt x="3186" y="15554"/>
                  </a:cubicBezTo>
                  <a:cubicBezTo>
                    <a:pt x="5193" y="14537"/>
                    <a:pt x="6424" y="12503"/>
                    <a:pt x="6424" y="10255"/>
                  </a:cubicBezTo>
                  <a:cubicBezTo>
                    <a:pt x="6424" y="8033"/>
                    <a:pt x="5193" y="5999"/>
                    <a:pt x="3186" y="4982"/>
                  </a:cubicBezTo>
                  <a:lnTo>
                    <a:pt x="3186" y="4955"/>
                  </a:lnTo>
                  <a:cubicBezTo>
                    <a:pt x="3186" y="3028"/>
                    <a:pt x="2008" y="1074"/>
                    <a:pt x="215" y="30"/>
                  </a:cubicBezTo>
                  <a:cubicBezTo>
                    <a:pt x="194" y="10"/>
                    <a:pt x="170" y="1"/>
                    <a:pt x="1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 name="Google Shape;732;p161"/>
            <p:cNvSpPr/>
            <p:nvPr/>
          </p:nvSpPr>
          <p:spPr>
            <a:xfrm>
              <a:off x="839675" y="818875"/>
              <a:ext cx="159950" cy="2032875"/>
            </a:xfrm>
            <a:custGeom>
              <a:rect b="b" l="l" r="r" t="t"/>
              <a:pathLst>
                <a:path extrusionOk="0" h="81315" w="6398">
                  <a:moveTo>
                    <a:pt x="122" y="1"/>
                  </a:moveTo>
                  <a:cubicBezTo>
                    <a:pt x="83" y="1"/>
                    <a:pt x="44" y="20"/>
                    <a:pt x="27" y="70"/>
                  </a:cubicBezTo>
                  <a:cubicBezTo>
                    <a:pt x="0" y="70"/>
                    <a:pt x="0" y="97"/>
                    <a:pt x="0" y="124"/>
                  </a:cubicBezTo>
                  <a:cubicBezTo>
                    <a:pt x="0" y="178"/>
                    <a:pt x="27" y="204"/>
                    <a:pt x="54" y="231"/>
                  </a:cubicBezTo>
                  <a:cubicBezTo>
                    <a:pt x="1794" y="1248"/>
                    <a:pt x="2971" y="3175"/>
                    <a:pt x="2918" y="5022"/>
                  </a:cubicBezTo>
                  <a:cubicBezTo>
                    <a:pt x="2918" y="5076"/>
                    <a:pt x="2945" y="5129"/>
                    <a:pt x="2998" y="5156"/>
                  </a:cubicBezTo>
                  <a:cubicBezTo>
                    <a:pt x="4925" y="6119"/>
                    <a:pt x="6156" y="8073"/>
                    <a:pt x="6156" y="10268"/>
                  </a:cubicBezTo>
                  <a:cubicBezTo>
                    <a:pt x="6156" y="12436"/>
                    <a:pt x="4925" y="14390"/>
                    <a:pt x="2998" y="15354"/>
                  </a:cubicBezTo>
                  <a:cubicBezTo>
                    <a:pt x="2945" y="15380"/>
                    <a:pt x="2918" y="15434"/>
                    <a:pt x="2918" y="15487"/>
                  </a:cubicBezTo>
                  <a:cubicBezTo>
                    <a:pt x="2971" y="17334"/>
                    <a:pt x="1847" y="19235"/>
                    <a:pt x="81" y="20278"/>
                  </a:cubicBezTo>
                  <a:cubicBezTo>
                    <a:pt x="54" y="20278"/>
                    <a:pt x="27" y="20305"/>
                    <a:pt x="0" y="20359"/>
                  </a:cubicBezTo>
                  <a:cubicBezTo>
                    <a:pt x="0" y="20412"/>
                    <a:pt x="27" y="20466"/>
                    <a:pt x="54" y="20493"/>
                  </a:cubicBezTo>
                  <a:cubicBezTo>
                    <a:pt x="1794" y="21510"/>
                    <a:pt x="2864" y="23303"/>
                    <a:pt x="2918" y="25310"/>
                  </a:cubicBezTo>
                  <a:cubicBezTo>
                    <a:pt x="2918" y="25364"/>
                    <a:pt x="2945" y="25391"/>
                    <a:pt x="2998" y="25417"/>
                  </a:cubicBezTo>
                  <a:cubicBezTo>
                    <a:pt x="4925" y="26381"/>
                    <a:pt x="6156" y="28362"/>
                    <a:pt x="6156" y="30530"/>
                  </a:cubicBezTo>
                  <a:cubicBezTo>
                    <a:pt x="6156" y="32698"/>
                    <a:pt x="4925" y="34652"/>
                    <a:pt x="2998" y="35642"/>
                  </a:cubicBezTo>
                  <a:cubicBezTo>
                    <a:pt x="2945" y="35642"/>
                    <a:pt x="2918" y="35695"/>
                    <a:pt x="2918" y="35749"/>
                  </a:cubicBezTo>
                  <a:cubicBezTo>
                    <a:pt x="3078" y="37837"/>
                    <a:pt x="1606" y="39630"/>
                    <a:pt x="81" y="40540"/>
                  </a:cubicBezTo>
                  <a:cubicBezTo>
                    <a:pt x="54" y="40540"/>
                    <a:pt x="27" y="40594"/>
                    <a:pt x="0" y="40620"/>
                  </a:cubicBezTo>
                  <a:cubicBezTo>
                    <a:pt x="0" y="40674"/>
                    <a:pt x="27" y="40727"/>
                    <a:pt x="54" y="40754"/>
                  </a:cubicBezTo>
                  <a:cubicBezTo>
                    <a:pt x="1794" y="41771"/>
                    <a:pt x="2918" y="43645"/>
                    <a:pt x="2918" y="45545"/>
                  </a:cubicBezTo>
                  <a:cubicBezTo>
                    <a:pt x="2918" y="45545"/>
                    <a:pt x="2918" y="45545"/>
                    <a:pt x="2918" y="45572"/>
                  </a:cubicBezTo>
                  <a:cubicBezTo>
                    <a:pt x="2918" y="45626"/>
                    <a:pt x="2945" y="45652"/>
                    <a:pt x="2998" y="45679"/>
                  </a:cubicBezTo>
                  <a:cubicBezTo>
                    <a:pt x="4925" y="46669"/>
                    <a:pt x="6156" y="48623"/>
                    <a:pt x="6156" y="50791"/>
                  </a:cubicBezTo>
                  <a:cubicBezTo>
                    <a:pt x="6156" y="52959"/>
                    <a:pt x="4925" y="54913"/>
                    <a:pt x="2998" y="55904"/>
                  </a:cubicBezTo>
                  <a:cubicBezTo>
                    <a:pt x="2945" y="55930"/>
                    <a:pt x="2918" y="55957"/>
                    <a:pt x="2918" y="56011"/>
                  </a:cubicBezTo>
                  <a:cubicBezTo>
                    <a:pt x="2864" y="57991"/>
                    <a:pt x="1820" y="59785"/>
                    <a:pt x="81" y="60802"/>
                  </a:cubicBezTo>
                  <a:cubicBezTo>
                    <a:pt x="54" y="60828"/>
                    <a:pt x="27" y="60855"/>
                    <a:pt x="0" y="60882"/>
                  </a:cubicBezTo>
                  <a:cubicBezTo>
                    <a:pt x="0" y="60935"/>
                    <a:pt x="27" y="60989"/>
                    <a:pt x="54" y="61016"/>
                  </a:cubicBezTo>
                  <a:cubicBezTo>
                    <a:pt x="1794" y="62033"/>
                    <a:pt x="2864" y="63826"/>
                    <a:pt x="2918" y="65834"/>
                  </a:cubicBezTo>
                  <a:cubicBezTo>
                    <a:pt x="2918" y="65887"/>
                    <a:pt x="2945" y="65914"/>
                    <a:pt x="2998" y="65941"/>
                  </a:cubicBezTo>
                  <a:cubicBezTo>
                    <a:pt x="4925" y="66931"/>
                    <a:pt x="6156" y="68885"/>
                    <a:pt x="6156" y="71053"/>
                  </a:cubicBezTo>
                  <a:cubicBezTo>
                    <a:pt x="6156" y="73221"/>
                    <a:pt x="4925" y="75175"/>
                    <a:pt x="2998" y="76165"/>
                  </a:cubicBezTo>
                  <a:cubicBezTo>
                    <a:pt x="2945" y="76192"/>
                    <a:pt x="2918" y="76219"/>
                    <a:pt x="2918" y="76272"/>
                  </a:cubicBezTo>
                  <a:cubicBezTo>
                    <a:pt x="2864" y="78280"/>
                    <a:pt x="1794" y="80073"/>
                    <a:pt x="81" y="81090"/>
                  </a:cubicBezTo>
                  <a:cubicBezTo>
                    <a:pt x="0" y="81117"/>
                    <a:pt x="0" y="81197"/>
                    <a:pt x="27" y="81251"/>
                  </a:cubicBezTo>
                  <a:cubicBezTo>
                    <a:pt x="47" y="81290"/>
                    <a:pt x="95" y="81315"/>
                    <a:pt x="140" y="81315"/>
                  </a:cubicBezTo>
                  <a:cubicBezTo>
                    <a:pt x="157" y="81315"/>
                    <a:pt x="173" y="81311"/>
                    <a:pt x="188" y="81304"/>
                  </a:cubicBezTo>
                  <a:cubicBezTo>
                    <a:pt x="1981" y="80260"/>
                    <a:pt x="3105" y="78413"/>
                    <a:pt x="3159" y="76352"/>
                  </a:cubicBezTo>
                  <a:cubicBezTo>
                    <a:pt x="5166" y="75309"/>
                    <a:pt x="6397" y="73301"/>
                    <a:pt x="6397" y="71053"/>
                  </a:cubicBezTo>
                  <a:cubicBezTo>
                    <a:pt x="6397" y="68805"/>
                    <a:pt x="5166" y="66797"/>
                    <a:pt x="3159" y="65753"/>
                  </a:cubicBezTo>
                  <a:cubicBezTo>
                    <a:pt x="3105" y="63773"/>
                    <a:pt x="2061" y="61979"/>
                    <a:pt x="375" y="60909"/>
                  </a:cubicBezTo>
                  <a:cubicBezTo>
                    <a:pt x="2061" y="59865"/>
                    <a:pt x="3105" y="58072"/>
                    <a:pt x="3159" y="56091"/>
                  </a:cubicBezTo>
                  <a:cubicBezTo>
                    <a:pt x="5166" y="55047"/>
                    <a:pt x="6397" y="53040"/>
                    <a:pt x="6397" y="50791"/>
                  </a:cubicBezTo>
                  <a:cubicBezTo>
                    <a:pt x="6397" y="48543"/>
                    <a:pt x="5166" y="46536"/>
                    <a:pt x="3159" y="45492"/>
                  </a:cubicBezTo>
                  <a:cubicBezTo>
                    <a:pt x="3159" y="43591"/>
                    <a:pt x="2061" y="41718"/>
                    <a:pt x="375" y="40647"/>
                  </a:cubicBezTo>
                  <a:cubicBezTo>
                    <a:pt x="1901" y="39710"/>
                    <a:pt x="3292" y="37890"/>
                    <a:pt x="3185" y="35829"/>
                  </a:cubicBezTo>
                  <a:cubicBezTo>
                    <a:pt x="5166" y="34785"/>
                    <a:pt x="6397" y="32751"/>
                    <a:pt x="6397" y="30530"/>
                  </a:cubicBezTo>
                  <a:cubicBezTo>
                    <a:pt x="6397" y="28281"/>
                    <a:pt x="5166" y="26247"/>
                    <a:pt x="3159" y="25230"/>
                  </a:cubicBezTo>
                  <a:cubicBezTo>
                    <a:pt x="3078" y="23223"/>
                    <a:pt x="2035" y="21429"/>
                    <a:pt x="375" y="20386"/>
                  </a:cubicBezTo>
                  <a:cubicBezTo>
                    <a:pt x="2061" y="19315"/>
                    <a:pt x="3159" y="17441"/>
                    <a:pt x="3159" y="15595"/>
                  </a:cubicBezTo>
                  <a:cubicBezTo>
                    <a:pt x="3159" y="15595"/>
                    <a:pt x="3159" y="15568"/>
                    <a:pt x="3159" y="15541"/>
                  </a:cubicBezTo>
                  <a:cubicBezTo>
                    <a:pt x="5166" y="14524"/>
                    <a:pt x="6397" y="12490"/>
                    <a:pt x="6397" y="10268"/>
                  </a:cubicBezTo>
                  <a:cubicBezTo>
                    <a:pt x="6397" y="8020"/>
                    <a:pt x="5166" y="5986"/>
                    <a:pt x="3159" y="4969"/>
                  </a:cubicBezTo>
                  <a:lnTo>
                    <a:pt x="3159" y="4942"/>
                  </a:lnTo>
                  <a:cubicBezTo>
                    <a:pt x="3159" y="3041"/>
                    <a:pt x="1981" y="1061"/>
                    <a:pt x="188" y="17"/>
                  </a:cubicBezTo>
                  <a:cubicBezTo>
                    <a:pt x="168" y="7"/>
                    <a:pt x="145" y="1"/>
                    <a:pt x="1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 name="Google Shape;733;p161"/>
            <p:cNvSpPr/>
            <p:nvPr/>
          </p:nvSpPr>
          <p:spPr>
            <a:xfrm>
              <a:off x="685775" y="566950"/>
              <a:ext cx="159950" cy="2033000"/>
            </a:xfrm>
            <a:custGeom>
              <a:rect b="b" l="l" r="r" t="t"/>
              <a:pathLst>
                <a:path extrusionOk="0" h="81320" w="6398">
                  <a:moveTo>
                    <a:pt x="119" y="1"/>
                  </a:moveTo>
                  <a:cubicBezTo>
                    <a:pt x="81" y="1"/>
                    <a:pt x="44" y="24"/>
                    <a:pt x="27" y="57"/>
                  </a:cubicBezTo>
                  <a:cubicBezTo>
                    <a:pt x="27"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98" y="17347"/>
                    <a:pt x="1847" y="19248"/>
                    <a:pt x="81" y="20292"/>
                  </a:cubicBezTo>
                  <a:cubicBezTo>
                    <a:pt x="54" y="20292"/>
                    <a:pt x="27" y="20318"/>
                    <a:pt x="27"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27"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91" y="58004"/>
                    <a:pt x="1820" y="59798"/>
                    <a:pt x="81" y="60815"/>
                  </a:cubicBezTo>
                  <a:cubicBezTo>
                    <a:pt x="54" y="60815"/>
                    <a:pt x="27" y="60868"/>
                    <a:pt x="27" y="60895"/>
                  </a:cubicBezTo>
                  <a:cubicBezTo>
                    <a:pt x="0" y="60949"/>
                    <a:pt x="27" y="61002"/>
                    <a:pt x="81" y="61029"/>
                  </a:cubicBezTo>
                  <a:cubicBezTo>
                    <a:pt x="1820" y="62046"/>
                    <a:pt x="2891"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91" y="78293"/>
                    <a:pt x="1820" y="80086"/>
                    <a:pt x="81" y="81076"/>
                  </a:cubicBezTo>
                  <a:cubicBezTo>
                    <a:pt x="27" y="81130"/>
                    <a:pt x="0" y="81183"/>
                    <a:pt x="27" y="81264"/>
                  </a:cubicBezTo>
                  <a:cubicBezTo>
                    <a:pt x="60" y="81297"/>
                    <a:pt x="93" y="81320"/>
                    <a:pt x="133" y="81320"/>
                  </a:cubicBezTo>
                  <a:cubicBezTo>
                    <a:pt x="157" y="81320"/>
                    <a:pt x="184" y="81311"/>
                    <a:pt x="214" y="81290"/>
                  </a:cubicBezTo>
                  <a:cubicBezTo>
                    <a:pt x="2008"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88" y="41731"/>
                    <a:pt x="375" y="40660"/>
                  </a:cubicBezTo>
                  <a:cubicBezTo>
                    <a:pt x="1901" y="39723"/>
                    <a:pt x="3292" y="37903"/>
                    <a:pt x="3185" y="35816"/>
                  </a:cubicBezTo>
                  <a:cubicBezTo>
                    <a:pt x="5166" y="34799"/>
                    <a:pt x="6397" y="32764"/>
                    <a:pt x="6397" y="30543"/>
                  </a:cubicBezTo>
                  <a:cubicBezTo>
                    <a:pt x="6397" y="28295"/>
                    <a:pt x="5166" y="26260"/>
                    <a:pt x="3185" y="25243"/>
                  </a:cubicBezTo>
                  <a:cubicBezTo>
                    <a:pt x="3078" y="23236"/>
                    <a:pt x="2061" y="21443"/>
                    <a:pt x="375" y="20399"/>
                  </a:cubicBezTo>
                  <a:cubicBezTo>
                    <a:pt x="2088" y="19328"/>
                    <a:pt x="3185" y="1740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 name="Google Shape;734;p161"/>
            <p:cNvSpPr/>
            <p:nvPr/>
          </p:nvSpPr>
          <p:spPr>
            <a:xfrm>
              <a:off x="531875" y="818875"/>
              <a:ext cx="160600" cy="2032875"/>
            </a:xfrm>
            <a:custGeom>
              <a:rect b="b" l="l" r="r" t="t"/>
              <a:pathLst>
                <a:path extrusionOk="0" h="81315" w="6424">
                  <a:moveTo>
                    <a:pt x="147" y="1"/>
                  </a:moveTo>
                  <a:cubicBezTo>
                    <a:pt x="106" y="1"/>
                    <a:pt x="61" y="20"/>
                    <a:pt x="27" y="70"/>
                  </a:cubicBezTo>
                  <a:cubicBezTo>
                    <a:pt x="27" y="70"/>
                    <a:pt x="27" y="97"/>
                    <a:pt x="27" y="124"/>
                  </a:cubicBezTo>
                  <a:cubicBezTo>
                    <a:pt x="27" y="178"/>
                    <a:pt x="54"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61"/>
                    <a:pt x="2944" y="15487"/>
                  </a:cubicBezTo>
                  <a:cubicBezTo>
                    <a:pt x="2998" y="17334"/>
                    <a:pt x="1847" y="19235"/>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71" y="35642"/>
                    <a:pt x="2944"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45"/>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54" y="81251"/>
                  </a:cubicBezTo>
                  <a:cubicBezTo>
                    <a:pt x="73" y="81290"/>
                    <a:pt x="122" y="81315"/>
                    <a:pt x="167" y="81315"/>
                  </a:cubicBezTo>
                  <a:cubicBezTo>
                    <a:pt x="184" y="81315"/>
                    <a:pt x="200" y="81311"/>
                    <a:pt x="214" y="81304"/>
                  </a:cubicBezTo>
                  <a:cubicBezTo>
                    <a:pt x="2008" y="80260"/>
                    <a:pt x="3105" y="78413"/>
                    <a:pt x="3185" y="76352"/>
                  </a:cubicBezTo>
                  <a:cubicBezTo>
                    <a:pt x="5193" y="75309"/>
                    <a:pt x="6424" y="73301"/>
                    <a:pt x="6424" y="71053"/>
                  </a:cubicBezTo>
                  <a:cubicBezTo>
                    <a:pt x="6424" y="68805"/>
                    <a:pt x="5193" y="66797"/>
                    <a:pt x="3185" y="65753"/>
                  </a:cubicBezTo>
                  <a:cubicBezTo>
                    <a:pt x="3105" y="63773"/>
                    <a:pt x="2088" y="61979"/>
                    <a:pt x="402" y="60909"/>
                  </a:cubicBezTo>
                  <a:cubicBezTo>
                    <a:pt x="2088" y="59865"/>
                    <a:pt x="3105" y="58072"/>
                    <a:pt x="3185" y="56091"/>
                  </a:cubicBezTo>
                  <a:cubicBezTo>
                    <a:pt x="5193" y="55047"/>
                    <a:pt x="6424" y="53040"/>
                    <a:pt x="6424" y="50791"/>
                  </a:cubicBezTo>
                  <a:cubicBezTo>
                    <a:pt x="6424" y="48543"/>
                    <a:pt x="5193" y="46536"/>
                    <a:pt x="3185" y="45492"/>
                  </a:cubicBezTo>
                  <a:cubicBezTo>
                    <a:pt x="3185" y="43591"/>
                    <a:pt x="2088" y="41718"/>
                    <a:pt x="402" y="40647"/>
                  </a:cubicBezTo>
                  <a:cubicBezTo>
                    <a:pt x="1900" y="39710"/>
                    <a:pt x="3319" y="37890"/>
                    <a:pt x="3185" y="35829"/>
                  </a:cubicBezTo>
                  <a:cubicBezTo>
                    <a:pt x="5193" y="34785"/>
                    <a:pt x="6424" y="32751"/>
                    <a:pt x="6424" y="30530"/>
                  </a:cubicBezTo>
                  <a:cubicBezTo>
                    <a:pt x="6424" y="28281"/>
                    <a:pt x="5193" y="26247"/>
                    <a:pt x="3185" y="25230"/>
                  </a:cubicBezTo>
                  <a:cubicBezTo>
                    <a:pt x="3105" y="23223"/>
                    <a:pt x="2061" y="21429"/>
                    <a:pt x="402"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lnTo>
                    <a:pt x="3185" y="4942"/>
                  </a:lnTo>
                  <a:cubicBezTo>
                    <a:pt x="3185" y="3041"/>
                    <a:pt x="2008" y="1061"/>
                    <a:pt x="214" y="17"/>
                  </a:cubicBezTo>
                  <a:cubicBezTo>
                    <a:pt x="195" y="7"/>
                    <a:pt x="171" y="1"/>
                    <a:pt x="1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 name="Google Shape;735;p161"/>
            <p:cNvSpPr/>
            <p:nvPr/>
          </p:nvSpPr>
          <p:spPr>
            <a:xfrm>
              <a:off x="378625" y="566950"/>
              <a:ext cx="159950" cy="2033000"/>
            </a:xfrm>
            <a:custGeom>
              <a:rect b="b" l="l" r="r" t="t"/>
              <a:pathLst>
                <a:path extrusionOk="0" h="81320" w="6398">
                  <a:moveTo>
                    <a:pt x="120" y="1"/>
                  </a:moveTo>
                  <a:cubicBezTo>
                    <a:pt x="81" y="1"/>
                    <a:pt x="44" y="24"/>
                    <a:pt x="28" y="57"/>
                  </a:cubicBezTo>
                  <a:cubicBezTo>
                    <a:pt x="1" y="84"/>
                    <a:pt x="1" y="110"/>
                    <a:pt x="1" y="137"/>
                  </a:cubicBezTo>
                  <a:cubicBezTo>
                    <a:pt x="1" y="164"/>
                    <a:pt x="28" y="217"/>
                    <a:pt x="54" y="244"/>
                  </a:cubicBezTo>
                  <a:cubicBezTo>
                    <a:pt x="1821" y="1261"/>
                    <a:pt x="2972" y="3188"/>
                    <a:pt x="2918" y="5035"/>
                  </a:cubicBezTo>
                  <a:cubicBezTo>
                    <a:pt x="2918" y="5116"/>
                    <a:pt x="2945" y="5142"/>
                    <a:pt x="2999" y="5169"/>
                  </a:cubicBezTo>
                  <a:cubicBezTo>
                    <a:pt x="4952" y="6133"/>
                    <a:pt x="6157" y="8086"/>
                    <a:pt x="6157" y="10255"/>
                  </a:cubicBezTo>
                  <a:cubicBezTo>
                    <a:pt x="6157" y="12449"/>
                    <a:pt x="4952" y="14403"/>
                    <a:pt x="2999" y="15367"/>
                  </a:cubicBezTo>
                  <a:cubicBezTo>
                    <a:pt x="2945" y="15394"/>
                    <a:pt x="2918" y="15447"/>
                    <a:pt x="2918" y="15501"/>
                  </a:cubicBezTo>
                  <a:cubicBezTo>
                    <a:pt x="2972" y="17347"/>
                    <a:pt x="1848" y="19248"/>
                    <a:pt x="81" y="20292"/>
                  </a:cubicBezTo>
                  <a:cubicBezTo>
                    <a:pt x="54" y="20292"/>
                    <a:pt x="28" y="20318"/>
                    <a:pt x="1" y="20372"/>
                  </a:cubicBezTo>
                  <a:cubicBezTo>
                    <a:pt x="1" y="20425"/>
                    <a:pt x="28" y="20479"/>
                    <a:pt x="54" y="20506"/>
                  </a:cubicBezTo>
                  <a:cubicBezTo>
                    <a:pt x="1794" y="21496"/>
                    <a:pt x="2865" y="23316"/>
                    <a:pt x="2918" y="25324"/>
                  </a:cubicBezTo>
                  <a:cubicBezTo>
                    <a:pt x="2918" y="25350"/>
                    <a:pt x="2945" y="25404"/>
                    <a:pt x="2999" y="25431"/>
                  </a:cubicBezTo>
                  <a:cubicBezTo>
                    <a:pt x="4952" y="26394"/>
                    <a:pt x="6157" y="28348"/>
                    <a:pt x="6157" y="30543"/>
                  </a:cubicBezTo>
                  <a:cubicBezTo>
                    <a:pt x="6157" y="32711"/>
                    <a:pt x="4952" y="34665"/>
                    <a:pt x="2999" y="35628"/>
                  </a:cubicBezTo>
                  <a:cubicBezTo>
                    <a:pt x="2945" y="35655"/>
                    <a:pt x="2918" y="35709"/>
                    <a:pt x="2918" y="35762"/>
                  </a:cubicBezTo>
                  <a:cubicBezTo>
                    <a:pt x="3079" y="37823"/>
                    <a:pt x="1607" y="39643"/>
                    <a:pt x="81" y="40553"/>
                  </a:cubicBezTo>
                  <a:cubicBezTo>
                    <a:pt x="54" y="40553"/>
                    <a:pt x="28" y="40580"/>
                    <a:pt x="1" y="40633"/>
                  </a:cubicBezTo>
                  <a:cubicBezTo>
                    <a:pt x="1" y="40687"/>
                    <a:pt x="28" y="40741"/>
                    <a:pt x="54" y="40767"/>
                  </a:cubicBezTo>
                  <a:cubicBezTo>
                    <a:pt x="1794" y="41784"/>
                    <a:pt x="2918" y="43658"/>
                    <a:pt x="2918" y="45532"/>
                  </a:cubicBezTo>
                  <a:cubicBezTo>
                    <a:pt x="2918" y="45558"/>
                    <a:pt x="2918" y="45558"/>
                    <a:pt x="2918" y="45585"/>
                  </a:cubicBezTo>
                  <a:cubicBezTo>
                    <a:pt x="2918" y="45612"/>
                    <a:pt x="2945" y="45665"/>
                    <a:pt x="2999" y="45692"/>
                  </a:cubicBezTo>
                  <a:cubicBezTo>
                    <a:pt x="4952" y="46656"/>
                    <a:pt x="6157" y="48636"/>
                    <a:pt x="6157" y="50804"/>
                  </a:cubicBezTo>
                  <a:cubicBezTo>
                    <a:pt x="6157" y="52972"/>
                    <a:pt x="4952" y="54926"/>
                    <a:pt x="2999" y="55917"/>
                  </a:cubicBezTo>
                  <a:cubicBezTo>
                    <a:pt x="2945" y="55917"/>
                    <a:pt x="2918" y="55970"/>
                    <a:pt x="2918" y="56024"/>
                  </a:cubicBezTo>
                  <a:cubicBezTo>
                    <a:pt x="2865" y="58004"/>
                    <a:pt x="1821" y="59798"/>
                    <a:pt x="81" y="60815"/>
                  </a:cubicBezTo>
                  <a:cubicBezTo>
                    <a:pt x="54" y="60815"/>
                    <a:pt x="28" y="60868"/>
                    <a:pt x="1" y="60895"/>
                  </a:cubicBezTo>
                  <a:cubicBezTo>
                    <a:pt x="1" y="60949"/>
                    <a:pt x="28" y="61002"/>
                    <a:pt x="54" y="61029"/>
                  </a:cubicBezTo>
                  <a:cubicBezTo>
                    <a:pt x="1794" y="62046"/>
                    <a:pt x="2865" y="63839"/>
                    <a:pt x="2918" y="65847"/>
                  </a:cubicBezTo>
                  <a:cubicBezTo>
                    <a:pt x="2918" y="65900"/>
                    <a:pt x="2945" y="65927"/>
                    <a:pt x="2999" y="65954"/>
                  </a:cubicBezTo>
                  <a:cubicBezTo>
                    <a:pt x="4952" y="66944"/>
                    <a:pt x="6157" y="68898"/>
                    <a:pt x="6157" y="71066"/>
                  </a:cubicBezTo>
                  <a:cubicBezTo>
                    <a:pt x="6157" y="73234"/>
                    <a:pt x="4952" y="75188"/>
                    <a:pt x="2999" y="76178"/>
                  </a:cubicBezTo>
                  <a:cubicBezTo>
                    <a:pt x="2945" y="76178"/>
                    <a:pt x="2918" y="76232"/>
                    <a:pt x="2918" y="76285"/>
                  </a:cubicBezTo>
                  <a:cubicBezTo>
                    <a:pt x="2865" y="78293"/>
                    <a:pt x="1821" y="80086"/>
                    <a:pt x="81" y="81076"/>
                  </a:cubicBezTo>
                  <a:cubicBezTo>
                    <a:pt x="1" y="81130"/>
                    <a:pt x="1" y="81183"/>
                    <a:pt x="28" y="81264"/>
                  </a:cubicBezTo>
                  <a:cubicBezTo>
                    <a:pt x="44" y="81297"/>
                    <a:pt x="81" y="81320"/>
                    <a:pt x="120" y="81320"/>
                  </a:cubicBezTo>
                  <a:cubicBezTo>
                    <a:pt x="143" y="81320"/>
                    <a:pt x="168" y="81311"/>
                    <a:pt x="188" y="81290"/>
                  </a:cubicBezTo>
                  <a:cubicBezTo>
                    <a:pt x="1981" y="80273"/>
                    <a:pt x="3106" y="78427"/>
                    <a:pt x="3159" y="76366"/>
                  </a:cubicBezTo>
                  <a:cubicBezTo>
                    <a:pt x="5167" y="75322"/>
                    <a:pt x="6398" y="73314"/>
                    <a:pt x="6398" y="71066"/>
                  </a:cubicBezTo>
                  <a:cubicBezTo>
                    <a:pt x="6398" y="68818"/>
                    <a:pt x="5167" y="66784"/>
                    <a:pt x="3159" y="65766"/>
                  </a:cubicBezTo>
                  <a:cubicBezTo>
                    <a:pt x="3106" y="63786"/>
                    <a:pt x="2062" y="61992"/>
                    <a:pt x="376" y="60922"/>
                  </a:cubicBezTo>
                  <a:cubicBezTo>
                    <a:pt x="2062" y="59878"/>
                    <a:pt x="3106" y="58085"/>
                    <a:pt x="3159" y="56104"/>
                  </a:cubicBezTo>
                  <a:cubicBezTo>
                    <a:pt x="5167" y="55060"/>
                    <a:pt x="6398" y="53053"/>
                    <a:pt x="6398" y="50804"/>
                  </a:cubicBezTo>
                  <a:cubicBezTo>
                    <a:pt x="6398" y="48556"/>
                    <a:pt x="5167" y="46522"/>
                    <a:pt x="3159" y="45505"/>
                  </a:cubicBezTo>
                  <a:cubicBezTo>
                    <a:pt x="3159" y="43604"/>
                    <a:pt x="2062" y="41731"/>
                    <a:pt x="376" y="40660"/>
                  </a:cubicBezTo>
                  <a:cubicBezTo>
                    <a:pt x="1901" y="39723"/>
                    <a:pt x="3293" y="37903"/>
                    <a:pt x="3186" y="35816"/>
                  </a:cubicBezTo>
                  <a:cubicBezTo>
                    <a:pt x="5167" y="34799"/>
                    <a:pt x="6398" y="32764"/>
                    <a:pt x="6398" y="30543"/>
                  </a:cubicBezTo>
                  <a:cubicBezTo>
                    <a:pt x="6398" y="28295"/>
                    <a:pt x="5167" y="26260"/>
                    <a:pt x="3159" y="25243"/>
                  </a:cubicBezTo>
                  <a:cubicBezTo>
                    <a:pt x="3079" y="23236"/>
                    <a:pt x="2035" y="21443"/>
                    <a:pt x="376" y="20399"/>
                  </a:cubicBezTo>
                  <a:cubicBezTo>
                    <a:pt x="2089" y="19328"/>
                    <a:pt x="3186" y="17401"/>
                    <a:pt x="3186" y="15554"/>
                  </a:cubicBezTo>
                  <a:cubicBezTo>
                    <a:pt x="5167" y="14537"/>
                    <a:pt x="6398" y="12503"/>
                    <a:pt x="6398" y="10255"/>
                  </a:cubicBezTo>
                  <a:cubicBezTo>
                    <a:pt x="6398" y="8033"/>
                    <a:pt x="5167" y="5999"/>
                    <a:pt x="3186" y="4982"/>
                  </a:cubicBezTo>
                  <a:lnTo>
                    <a:pt x="3186" y="4955"/>
                  </a:lnTo>
                  <a:cubicBezTo>
                    <a:pt x="3186" y="3028"/>
                    <a:pt x="1981" y="1074"/>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 name="Google Shape;736;p161"/>
            <p:cNvSpPr/>
            <p:nvPr/>
          </p:nvSpPr>
          <p:spPr>
            <a:xfrm>
              <a:off x="224725" y="818875"/>
              <a:ext cx="159950" cy="2032875"/>
            </a:xfrm>
            <a:custGeom>
              <a:rect b="b" l="l" r="r" t="t"/>
              <a:pathLst>
                <a:path extrusionOk="0" h="81315" w="6398">
                  <a:moveTo>
                    <a:pt x="129" y="1"/>
                  </a:moveTo>
                  <a:cubicBezTo>
                    <a:pt x="83" y="1"/>
                    <a:pt x="44" y="20"/>
                    <a:pt x="27" y="70"/>
                  </a:cubicBezTo>
                  <a:cubicBezTo>
                    <a:pt x="27" y="70"/>
                    <a:pt x="1" y="97"/>
                    <a:pt x="1" y="124"/>
                  </a:cubicBezTo>
                  <a:cubicBezTo>
                    <a:pt x="1" y="178"/>
                    <a:pt x="27" y="204"/>
                    <a:pt x="81" y="231"/>
                  </a:cubicBezTo>
                  <a:cubicBezTo>
                    <a:pt x="1821" y="1248"/>
                    <a:pt x="2972" y="3175"/>
                    <a:pt x="2918" y="5022"/>
                  </a:cubicBezTo>
                  <a:cubicBezTo>
                    <a:pt x="2945" y="5076"/>
                    <a:pt x="2945" y="5129"/>
                    <a:pt x="2998" y="5156"/>
                  </a:cubicBezTo>
                  <a:cubicBezTo>
                    <a:pt x="4952" y="6119"/>
                    <a:pt x="6157" y="8073"/>
                    <a:pt x="6157" y="10268"/>
                  </a:cubicBezTo>
                  <a:cubicBezTo>
                    <a:pt x="6157" y="12436"/>
                    <a:pt x="4952" y="14390"/>
                    <a:pt x="2998" y="15354"/>
                  </a:cubicBezTo>
                  <a:cubicBezTo>
                    <a:pt x="2945" y="15380"/>
                    <a:pt x="2918" y="15461"/>
                    <a:pt x="2918" y="15487"/>
                  </a:cubicBezTo>
                  <a:cubicBezTo>
                    <a:pt x="2998" y="17334"/>
                    <a:pt x="1848" y="19235"/>
                    <a:pt x="108" y="20278"/>
                  </a:cubicBezTo>
                  <a:cubicBezTo>
                    <a:pt x="54" y="20278"/>
                    <a:pt x="27" y="20305"/>
                    <a:pt x="27" y="20359"/>
                  </a:cubicBezTo>
                  <a:cubicBezTo>
                    <a:pt x="1" y="20412"/>
                    <a:pt x="27" y="20466"/>
                    <a:pt x="81" y="20493"/>
                  </a:cubicBezTo>
                  <a:cubicBezTo>
                    <a:pt x="1794" y="21510"/>
                    <a:pt x="2865" y="23303"/>
                    <a:pt x="2918" y="25310"/>
                  </a:cubicBezTo>
                  <a:cubicBezTo>
                    <a:pt x="2945" y="25364"/>
                    <a:pt x="2972"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106" y="37837"/>
                    <a:pt x="1633" y="39630"/>
                    <a:pt x="108" y="40540"/>
                  </a:cubicBezTo>
                  <a:cubicBezTo>
                    <a:pt x="54" y="40540"/>
                    <a:pt x="27" y="40594"/>
                    <a:pt x="27" y="40620"/>
                  </a:cubicBezTo>
                  <a:cubicBezTo>
                    <a:pt x="1" y="40674"/>
                    <a:pt x="27"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108" y="60802"/>
                  </a:cubicBezTo>
                  <a:cubicBezTo>
                    <a:pt x="54" y="60828"/>
                    <a:pt x="27" y="60855"/>
                    <a:pt x="27" y="60882"/>
                  </a:cubicBezTo>
                  <a:cubicBezTo>
                    <a:pt x="1" y="60935"/>
                    <a:pt x="27"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7" y="81117"/>
                    <a:pt x="1" y="81197"/>
                    <a:pt x="27" y="81251"/>
                  </a:cubicBezTo>
                  <a:cubicBezTo>
                    <a:pt x="67" y="81290"/>
                    <a:pt x="106" y="81315"/>
                    <a:pt x="156" y="81315"/>
                  </a:cubicBezTo>
                  <a:cubicBezTo>
                    <a:pt x="174" y="81315"/>
                    <a:pt x="193" y="81311"/>
                    <a:pt x="215" y="81304"/>
                  </a:cubicBezTo>
                  <a:cubicBezTo>
                    <a:pt x="2008" y="80260"/>
                    <a:pt x="3106" y="78413"/>
                    <a:pt x="3186" y="76352"/>
                  </a:cubicBezTo>
                  <a:cubicBezTo>
                    <a:pt x="5166" y="75309"/>
                    <a:pt x="6398" y="73301"/>
                    <a:pt x="6398" y="71053"/>
                  </a:cubicBezTo>
                  <a:cubicBezTo>
                    <a:pt x="6398" y="68805"/>
                    <a:pt x="5166" y="66797"/>
                    <a:pt x="3186" y="65753"/>
                  </a:cubicBezTo>
                  <a:cubicBezTo>
                    <a:pt x="3106" y="63773"/>
                    <a:pt x="2062" y="61979"/>
                    <a:pt x="375" y="60909"/>
                  </a:cubicBezTo>
                  <a:cubicBezTo>
                    <a:pt x="2062" y="59865"/>
                    <a:pt x="3106" y="58072"/>
                    <a:pt x="3186" y="56091"/>
                  </a:cubicBezTo>
                  <a:cubicBezTo>
                    <a:pt x="5166" y="55047"/>
                    <a:pt x="6398" y="53040"/>
                    <a:pt x="6398" y="50791"/>
                  </a:cubicBezTo>
                  <a:cubicBezTo>
                    <a:pt x="6398" y="48543"/>
                    <a:pt x="5166" y="46536"/>
                    <a:pt x="3186" y="45492"/>
                  </a:cubicBezTo>
                  <a:cubicBezTo>
                    <a:pt x="3159" y="43591"/>
                    <a:pt x="2088" y="41718"/>
                    <a:pt x="375" y="40647"/>
                  </a:cubicBezTo>
                  <a:cubicBezTo>
                    <a:pt x="1901" y="39710"/>
                    <a:pt x="3320" y="37890"/>
                    <a:pt x="3186" y="35829"/>
                  </a:cubicBezTo>
                  <a:cubicBezTo>
                    <a:pt x="5166" y="34785"/>
                    <a:pt x="6398" y="32751"/>
                    <a:pt x="6398" y="30530"/>
                  </a:cubicBezTo>
                  <a:cubicBezTo>
                    <a:pt x="6398" y="28281"/>
                    <a:pt x="5166" y="26247"/>
                    <a:pt x="3186" y="25230"/>
                  </a:cubicBezTo>
                  <a:cubicBezTo>
                    <a:pt x="3079" y="23223"/>
                    <a:pt x="2062" y="21429"/>
                    <a:pt x="375" y="20386"/>
                  </a:cubicBezTo>
                  <a:cubicBezTo>
                    <a:pt x="2088" y="19315"/>
                    <a:pt x="3186" y="17441"/>
                    <a:pt x="3186" y="15595"/>
                  </a:cubicBezTo>
                  <a:cubicBezTo>
                    <a:pt x="3186" y="15595"/>
                    <a:pt x="3186" y="15568"/>
                    <a:pt x="3186" y="15541"/>
                  </a:cubicBezTo>
                  <a:cubicBezTo>
                    <a:pt x="5166" y="14524"/>
                    <a:pt x="6398" y="12490"/>
                    <a:pt x="6398" y="10268"/>
                  </a:cubicBezTo>
                  <a:cubicBezTo>
                    <a:pt x="6398" y="8020"/>
                    <a:pt x="5166" y="5986"/>
                    <a:pt x="3186" y="4969"/>
                  </a:cubicBezTo>
                  <a:lnTo>
                    <a:pt x="3186" y="4942"/>
                  </a:lnTo>
                  <a:cubicBezTo>
                    <a:pt x="3186" y="3041"/>
                    <a:pt x="1981" y="1061"/>
                    <a:pt x="215" y="17"/>
                  </a:cubicBezTo>
                  <a:cubicBezTo>
                    <a:pt x="185" y="7"/>
                    <a:pt x="156" y="1"/>
                    <a:pt x="1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 name="Google Shape;737;p161"/>
            <p:cNvSpPr/>
            <p:nvPr/>
          </p:nvSpPr>
          <p:spPr>
            <a:xfrm>
              <a:off x="1914975" y="2593575"/>
              <a:ext cx="160625" cy="2032875"/>
            </a:xfrm>
            <a:custGeom>
              <a:rect b="b" l="l" r="r" t="t"/>
              <a:pathLst>
                <a:path extrusionOk="0" h="81315" w="6425">
                  <a:moveTo>
                    <a:pt x="151" y="1"/>
                  </a:moveTo>
                  <a:cubicBezTo>
                    <a:pt x="95" y="1"/>
                    <a:pt x="47" y="26"/>
                    <a:pt x="27" y="65"/>
                  </a:cubicBezTo>
                  <a:cubicBezTo>
                    <a:pt x="27" y="92"/>
                    <a:pt x="27" y="118"/>
                    <a:pt x="27" y="118"/>
                  </a:cubicBezTo>
                  <a:cubicBezTo>
                    <a:pt x="27" y="172"/>
                    <a:pt x="27"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45" y="15402"/>
                    <a:pt x="2945" y="15428"/>
                    <a:pt x="2945" y="15482"/>
                  </a:cubicBezTo>
                  <a:cubicBezTo>
                    <a:pt x="2998" y="17355"/>
                    <a:pt x="1848"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45" y="35663"/>
                    <a:pt x="2918" y="35717"/>
                    <a:pt x="2945" y="35770"/>
                  </a:cubicBezTo>
                  <a:cubicBezTo>
                    <a:pt x="3106"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45"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6" y="78408"/>
                    <a:pt x="3186" y="76347"/>
                  </a:cubicBezTo>
                  <a:cubicBezTo>
                    <a:pt x="5166" y="75330"/>
                    <a:pt x="6424" y="73296"/>
                    <a:pt x="6424" y="71047"/>
                  </a:cubicBezTo>
                  <a:cubicBezTo>
                    <a:pt x="6424" y="68826"/>
                    <a:pt x="5166" y="66792"/>
                    <a:pt x="3186" y="65748"/>
                  </a:cubicBezTo>
                  <a:cubicBezTo>
                    <a:pt x="3106" y="63767"/>
                    <a:pt x="2062" y="61974"/>
                    <a:pt x="375" y="60930"/>
                  </a:cubicBezTo>
                  <a:cubicBezTo>
                    <a:pt x="2062" y="59859"/>
                    <a:pt x="3106" y="58093"/>
                    <a:pt x="3186" y="56085"/>
                  </a:cubicBezTo>
                  <a:cubicBezTo>
                    <a:pt x="5166" y="55068"/>
                    <a:pt x="6424" y="53034"/>
                    <a:pt x="6424" y="50786"/>
                  </a:cubicBezTo>
                  <a:cubicBezTo>
                    <a:pt x="6424" y="48537"/>
                    <a:pt x="5166" y="46530"/>
                    <a:pt x="3186" y="45486"/>
                  </a:cubicBezTo>
                  <a:cubicBezTo>
                    <a:pt x="3159" y="43586"/>
                    <a:pt x="2088" y="41739"/>
                    <a:pt x="375" y="40668"/>
                  </a:cubicBezTo>
                  <a:cubicBezTo>
                    <a:pt x="1901" y="39705"/>
                    <a:pt x="3320" y="37885"/>
                    <a:pt x="3186" y="35824"/>
                  </a:cubicBezTo>
                  <a:cubicBezTo>
                    <a:pt x="5193" y="34780"/>
                    <a:pt x="6424" y="32772"/>
                    <a:pt x="6424" y="30524"/>
                  </a:cubicBezTo>
                  <a:cubicBezTo>
                    <a:pt x="6424" y="28276"/>
                    <a:pt x="5166" y="26268"/>
                    <a:pt x="3186" y="25225"/>
                  </a:cubicBezTo>
                  <a:cubicBezTo>
                    <a:pt x="3106" y="23244"/>
                    <a:pt x="2062" y="21451"/>
                    <a:pt x="375" y="20407"/>
                  </a:cubicBezTo>
                  <a:cubicBezTo>
                    <a:pt x="2088" y="19336"/>
                    <a:pt x="3186" y="17436"/>
                    <a:pt x="3186" y="15616"/>
                  </a:cubicBezTo>
                  <a:cubicBezTo>
                    <a:pt x="3186" y="15589"/>
                    <a:pt x="3186" y="15562"/>
                    <a:pt x="3186" y="15562"/>
                  </a:cubicBezTo>
                  <a:cubicBezTo>
                    <a:pt x="5166" y="14518"/>
                    <a:pt x="6424" y="12511"/>
                    <a:pt x="6424" y="10263"/>
                  </a:cubicBezTo>
                  <a:cubicBezTo>
                    <a:pt x="6424" y="8014"/>
                    <a:pt x="5166" y="6007"/>
                    <a:pt x="3186" y="4963"/>
                  </a:cubicBezTo>
                  <a:cubicBezTo>
                    <a:pt x="3186" y="3036"/>
                    <a:pt x="2008" y="1055"/>
                    <a:pt x="215" y="11"/>
                  </a:cubicBezTo>
                  <a:cubicBezTo>
                    <a:pt x="193" y="4"/>
                    <a:pt x="172" y="1"/>
                    <a:pt x="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 name="Google Shape;738;p161"/>
            <p:cNvSpPr/>
            <p:nvPr/>
          </p:nvSpPr>
          <p:spPr>
            <a:xfrm>
              <a:off x="1761075" y="2845375"/>
              <a:ext cx="160625" cy="2032675"/>
            </a:xfrm>
            <a:custGeom>
              <a:rect b="b" l="l" r="r" t="t"/>
              <a:pathLst>
                <a:path extrusionOk="0" h="81307" w="6425">
                  <a:moveTo>
                    <a:pt x="146" y="1"/>
                  </a:moveTo>
                  <a:cubicBezTo>
                    <a:pt x="108" y="1"/>
                    <a:pt x="71" y="24"/>
                    <a:pt x="54" y="57"/>
                  </a:cubicBezTo>
                  <a:cubicBezTo>
                    <a:pt x="27" y="84"/>
                    <a:pt x="27" y="110"/>
                    <a:pt x="27" y="137"/>
                  </a:cubicBezTo>
                  <a:cubicBezTo>
                    <a:pt x="27" y="164"/>
                    <a:pt x="54" y="217"/>
                    <a:pt x="81" y="244"/>
                  </a:cubicBezTo>
                  <a:cubicBezTo>
                    <a:pt x="1821" y="1234"/>
                    <a:pt x="2972" y="3162"/>
                    <a:pt x="2945" y="5035"/>
                  </a:cubicBezTo>
                  <a:cubicBezTo>
                    <a:pt x="2945" y="5089"/>
                    <a:pt x="2972" y="5142"/>
                    <a:pt x="2998" y="5142"/>
                  </a:cubicBezTo>
                  <a:cubicBezTo>
                    <a:pt x="4952" y="6133"/>
                    <a:pt x="6183" y="8086"/>
                    <a:pt x="6183" y="10254"/>
                  </a:cubicBezTo>
                  <a:cubicBezTo>
                    <a:pt x="6183" y="12422"/>
                    <a:pt x="4952" y="14376"/>
                    <a:pt x="2998" y="15367"/>
                  </a:cubicBezTo>
                  <a:cubicBezTo>
                    <a:pt x="2972" y="15393"/>
                    <a:pt x="2945" y="15447"/>
                    <a:pt x="2945" y="15474"/>
                  </a:cubicBezTo>
                  <a:cubicBezTo>
                    <a:pt x="2998" y="17321"/>
                    <a:pt x="1847" y="19248"/>
                    <a:pt x="108" y="20265"/>
                  </a:cubicBezTo>
                  <a:cubicBezTo>
                    <a:pt x="81" y="20292"/>
                    <a:pt x="27" y="20318"/>
                    <a:pt x="27" y="20345"/>
                  </a:cubicBezTo>
                  <a:cubicBezTo>
                    <a:pt x="27" y="20425"/>
                    <a:pt x="27" y="20479"/>
                    <a:pt x="81" y="20506"/>
                  </a:cubicBezTo>
                  <a:cubicBezTo>
                    <a:pt x="1821" y="21496"/>
                    <a:pt x="2891" y="23289"/>
                    <a:pt x="2945" y="25297"/>
                  </a:cubicBezTo>
                  <a:cubicBezTo>
                    <a:pt x="2945" y="25350"/>
                    <a:pt x="2972" y="25404"/>
                    <a:pt x="2998" y="25404"/>
                  </a:cubicBezTo>
                  <a:cubicBezTo>
                    <a:pt x="4952" y="26394"/>
                    <a:pt x="6183" y="28348"/>
                    <a:pt x="6183" y="30516"/>
                  </a:cubicBezTo>
                  <a:cubicBezTo>
                    <a:pt x="6183" y="32684"/>
                    <a:pt x="4952" y="34665"/>
                    <a:pt x="2998" y="35628"/>
                  </a:cubicBezTo>
                  <a:cubicBezTo>
                    <a:pt x="2972" y="35655"/>
                    <a:pt x="2945" y="35709"/>
                    <a:pt x="2945" y="35762"/>
                  </a:cubicBezTo>
                  <a:cubicBezTo>
                    <a:pt x="3105" y="37823"/>
                    <a:pt x="1633" y="39643"/>
                    <a:pt x="108" y="40526"/>
                  </a:cubicBezTo>
                  <a:cubicBezTo>
                    <a:pt x="81" y="40553"/>
                    <a:pt x="27" y="40580"/>
                    <a:pt x="27" y="40633"/>
                  </a:cubicBezTo>
                  <a:cubicBezTo>
                    <a:pt x="27" y="40687"/>
                    <a:pt x="27" y="40741"/>
                    <a:pt x="81" y="40767"/>
                  </a:cubicBezTo>
                  <a:cubicBezTo>
                    <a:pt x="1821" y="41784"/>
                    <a:pt x="2945" y="43631"/>
                    <a:pt x="2945" y="45532"/>
                  </a:cubicBezTo>
                  <a:lnTo>
                    <a:pt x="2945" y="45558"/>
                  </a:lnTo>
                  <a:cubicBezTo>
                    <a:pt x="2945" y="45612"/>
                    <a:pt x="2972" y="45665"/>
                    <a:pt x="2998" y="45692"/>
                  </a:cubicBezTo>
                  <a:cubicBezTo>
                    <a:pt x="4952" y="46656"/>
                    <a:pt x="6183" y="48610"/>
                    <a:pt x="6183" y="50778"/>
                  </a:cubicBezTo>
                  <a:cubicBezTo>
                    <a:pt x="6183" y="52972"/>
                    <a:pt x="4952" y="54926"/>
                    <a:pt x="2998" y="55890"/>
                  </a:cubicBezTo>
                  <a:cubicBezTo>
                    <a:pt x="2972" y="55917"/>
                    <a:pt x="2945" y="55970"/>
                    <a:pt x="2945" y="55997"/>
                  </a:cubicBezTo>
                  <a:cubicBezTo>
                    <a:pt x="2891" y="58004"/>
                    <a:pt x="1847" y="59798"/>
                    <a:pt x="108" y="60815"/>
                  </a:cubicBezTo>
                  <a:cubicBezTo>
                    <a:pt x="81" y="60815"/>
                    <a:pt x="27" y="60841"/>
                    <a:pt x="27" y="60895"/>
                  </a:cubicBezTo>
                  <a:cubicBezTo>
                    <a:pt x="27" y="60949"/>
                    <a:pt x="27" y="61002"/>
                    <a:pt x="81" y="61029"/>
                  </a:cubicBezTo>
                  <a:cubicBezTo>
                    <a:pt x="1821" y="62046"/>
                    <a:pt x="2891" y="63839"/>
                    <a:pt x="2945" y="65847"/>
                  </a:cubicBezTo>
                  <a:cubicBezTo>
                    <a:pt x="2945" y="65873"/>
                    <a:pt x="2972" y="65927"/>
                    <a:pt x="2998" y="65954"/>
                  </a:cubicBezTo>
                  <a:cubicBezTo>
                    <a:pt x="4952" y="66917"/>
                    <a:pt x="6183" y="68871"/>
                    <a:pt x="6183" y="71066"/>
                  </a:cubicBezTo>
                  <a:cubicBezTo>
                    <a:pt x="6183" y="73234"/>
                    <a:pt x="4952" y="75188"/>
                    <a:pt x="2998" y="76151"/>
                  </a:cubicBezTo>
                  <a:cubicBezTo>
                    <a:pt x="2972" y="76178"/>
                    <a:pt x="2945" y="76232"/>
                    <a:pt x="2945" y="76285"/>
                  </a:cubicBezTo>
                  <a:cubicBezTo>
                    <a:pt x="2891" y="78266"/>
                    <a:pt x="1821" y="80059"/>
                    <a:pt x="81" y="81076"/>
                  </a:cubicBezTo>
                  <a:cubicBezTo>
                    <a:pt x="27" y="81103"/>
                    <a:pt x="1" y="81183"/>
                    <a:pt x="54" y="81237"/>
                  </a:cubicBezTo>
                  <a:cubicBezTo>
                    <a:pt x="71" y="81288"/>
                    <a:pt x="110" y="81306"/>
                    <a:pt x="149" y="81306"/>
                  </a:cubicBezTo>
                  <a:cubicBezTo>
                    <a:pt x="172" y="81306"/>
                    <a:pt x="195" y="81300"/>
                    <a:pt x="215" y="81290"/>
                  </a:cubicBezTo>
                  <a:cubicBezTo>
                    <a:pt x="2008" y="80247"/>
                    <a:pt x="3105" y="78400"/>
                    <a:pt x="3186" y="76366"/>
                  </a:cubicBezTo>
                  <a:cubicBezTo>
                    <a:pt x="5193" y="75322"/>
                    <a:pt x="6424" y="73288"/>
                    <a:pt x="6424" y="71066"/>
                  </a:cubicBezTo>
                  <a:cubicBezTo>
                    <a:pt x="6424" y="68818"/>
                    <a:pt x="5193" y="66783"/>
                    <a:pt x="3186" y="65766"/>
                  </a:cubicBezTo>
                  <a:cubicBezTo>
                    <a:pt x="3132" y="63759"/>
                    <a:pt x="2088" y="61992"/>
                    <a:pt x="402" y="60922"/>
                  </a:cubicBezTo>
                  <a:cubicBezTo>
                    <a:pt x="2088" y="59878"/>
                    <a:pt x="3132" y="58085"/>
                    <a:pt x="3186" y="56077"/>
                  </a:cubicBezTo>
                  <a:cubicBezTo>
                    <a:pt x="5193" y="55060"/>
                    <a:pt x="6424" y="53026"/>
                    <a:pt x="6424" y="50778"/>
                  </a:cubicBezTo>
                  <a:cubicBezTo>
                    <a:pt x="6424" y="48556"/>
                    <a:pt x="5193" y="46522"/>
                    <a:pt x="3186" y="45505"/>
                  </a:cubicBezTo>
                  <a:cubicBezTo>
                    <a:pt x="3186" y="43604"/>
                    <a:pt x="2088" y="41731"/>
                    <a:pt x="402" y="40660"/>
                  </a:cubicBezTo>
                  <a:cubicBezTo>
                    <a:pt x="1901" y="39697"/>
                    <a:pt x="3320" y="37877"/>
                    <a:pt x="3186" y="35816"/>
                  </a:cubicBezTo>
                  <a:cubicBezTo>
                    <a:pt x="5193" y="34799"/>
                    <a:pt x="6424" y="32764"/>
                    <a:pt x="6424" y="30516"/>
                  </a:cubicBezTo>
                  <a:cubicBezTo>
                    <a:pt x="6424" y="28268"/>
                    <a:pt x="5193" y="26260"/>
                    <a:pt x="3186" y="25216"/>
                  </a:cubicBezTo>
                  <a:cubicBezTo>
                    <a:pt x="3105" y="23236"/>
                    <a:pt x="2062" y="21442"/>
                    <a:pt x="402" y="20399"/>
                  </a:cubicBezTo>
                  <a:cubicBezTo>
                    <a:pt x="2115" y="19328"/>
                    <a:pt x="3212" y="17401"/>
                    <a:pt x="3186" y="15554"/>
                  </a:cubicBezTo>
                  <a:cubicBezTo>
                    <a:pt x="5193" y="14510"/>
                    <a:pt x="6424" y="12503"/>
                    <a:pt x="6424" y="10254"/>
                  </a:cubicBezTo>
                  <a:cubicBezTo>
                    <a:pt x="6424" y="8006"/>
                    <a:pt x="5193" y="5999"/>
                    <a:pt x="3186" y="4955"/>
                  </a:cubicBezTo>
                  <a:cubicBezTo>
                    <a:pt x="3186" y="3028"/>
                    <a:pt x="2008" y="1047"/>
                    <a:pt x="215" y="30"/>
                  </a:cubicBezTo>
                  <a:cubicBezTo>
                    <a:pt x="194" y="10"/>
                    <a:pt x="170"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 name="Google Shape;739;p161"/>
            <p:cNvSpPr/>
            <p:nvPr/>
          </p:nvSpPr>
          <p:spPr>
            <a:xfrm>
              <a:off x="1607850" y="2593575"/>
              <a:ext cx="159950" cy="2032875"/>
            </a:xfrm>
            <a:custGeom>
              <a:rect b="b" l="l" r="r" t="t"/>
              <a:pathLst>
                <a:path extrusionOk="0" h="81315" w="6398">
                  <a:moveTo>
                    <a:pt x="140" y="1"/>
                  </a:moveTo>
                  <a:cubicBezTo>
                    <a:pt x="95" y="1"/>
                    <a:pt x="47" y="26"/>
                    <a:pt x="27" y="65"/>
                  </a:cubicBezTo>
                  <a:cubicBezTo>
                    <a:pt x="0"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71" y="17329"/>
                    <a:pt x="1847" y="19256"/>
                    <a:pt x="81" y="20273"/>
                  </a:cubicBezTo>
                  <a:cubicBezTo>
                    <a:pt x="54" y="20300"/>
                    <a:pt x="27" y="20326"/>
                    <a:pt x="0"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0" y="40615"/>
                  </a:cubicBezTo>
                  <a:cubicBezTo>
                    <a:pt x="0" y="40668"/>
                    <a:pt x="27" y="40749"/>
                    <a:pt x="81" y="40775"/>
                  </a:cubicBezTo>
                  <a:cubicBezTo>
                    <a:pt x="1820" y="41766"/>
                    <a:pt x="2918" y="43639"/>
                    <a:pt x="2918" y="45540"/>
                  </a:cubicBezTo>
                  <a:cubicBezTo>
                    <a:pt x="2918" y="45540"/>
                    <a:pt x="2918" y="45566"/>
                    <a:pt x="2918" y="45566"/>
                  </a:cubicBez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64" y="58012"/>
                    <a:pt x="1820" y="59806"/>
                    <a:pt x="81" y="60796"/>
                  </a:cubicBezTo>
                  <a:cubicBezTo>
                    <a:pt x="54" y="60823"/>
                    <a:pt x="27" y="60850"/>
                    <a:pt x="0" y="60903"/>
                  </a:cubicBezTo>
                  <a:cubicBezTo>
                    <a:pt x="0" y="60957"/>
                    <a:pt x="27" y="61010"/>
                    <a:pt x="81" y="61037"/>
                  </a:cubicBezTo>
                  <a:cubicBezTo>
                    <a:pt x="1820" y="62054"/>
                    <a:pt x="2864"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64" y="78274"/>
                    <a:pt x="1820" y="80067"/>
                    <a:pt x="81" y="81084"/>
                  </a:cubicBezTo>
                  <a:cubicBezTo>
                    <a:pt x="27" y="81111"/>
                    <a:pt x="0" y="81191"/>
                    <a:pt x="27" y="81245"/>
                  </a:cubicBezTo>
                  <a:cubicBezTo>
                    <a:pt x="44" y="81296"/>
                    <a:pt x="82" y="81315"/>
                    <a:pt x="122" y="81315"/>
                  </a:cubicBezTo>
                  <a:cubicBezTo>
                    <a:pt x="145" y="81315"/>
                    <a:pt x="168" y="81308"/>
                    <a:pt x="188" y="81299"/>
                  </a:cubicBezTo>
                  <a:cubicBezTo>
                    <a:pt x="1981"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61"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61" y="19336"/>
                    <a:pt x="3185" y="17436"/>
                    <a:pt x="3185" y="15616"/>
                  </a:cubicBezTo>
                  <a:cubicBezTo>
                    <a:pt x="3185" y="15589"/>
                    <a:pt x="3185" y="15562"/>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 name="Google Shape;740;p161"/>
            <p:cNvSpPr/>
            <p:nvPr/>
          </p:nvSpPr>
          <p:spPr>
            <a:xfrm>
              <a:off x="1453950" y="2845375"/>
              <a:ext cx="160600" cy="2032675"/>
            </a:xfrm>
            <a:custGeom>
              <a:rect b="b" l="l" r="r" t="t"/>
              <a:pathLst>
                <a:path extrusionOk="0" h="81307" w="6424">
                  <a:moveTo>
                    <a:pt x="133" y="1"/>
                  </a:moveTo>
                  <a:cubicBezTo>
                    <a:pt x="93" y="1"/>
                    <a:pt x="60" y="24"/>
                    <a:pt x="27" y="57"/>
                  </a:cubicBezTo>
                  <a:cubicBezTo>
                    <a:pt x="27" y="84"/>
                    <a:pt x="27" y="110"/>
                    <a:pt x="27" y="137"/>
                  </a:cubicBezTo>
                  <a:cubicBezTo>
                    <a:pt x="27" y="164"/>
                    <a:pt x="27" y="217"/>
                    <a:pt x="80" y="244"/>
                  </a:cubicBezTo>
                  <a:cubicBezTo>
                    <a:pt x="1820" y="1234"/>
                    <a:pt x="2971" y="3188"/>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20"/>
                    <a:pt x="2944" y="15474"/>
                  </a:cubicBezTo>
                  <a:cubicBezTo>
                    <a:pt x="2998" y="17347"/>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44" y="35655"/>
                    <a:pt x="2918"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cubicBezTo>
                    <a:pt x="2944" y="45558"/>
                    <a:pt x="2944" y="45558"/>
                    <a:pt x="2944" y="45558"/>
                  </a:cubicBez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27" y="81237"/>
                  </a:cubicBezTo>
                  <a:cubicBezTo>
                    <a:pt x="61" y="81288"/>
                    <a:pt x="106" y="81306"/>
                    <a:pt x="147" y="81306"/>
                  </a:cubicBezTo>
                  <a:cubicBezTo>
                    <a:pt x="172" y="81306"/>
                    <a:pt x="195" y="81300"/>
                    <a:pt x="214" y="81290"/>
                  </a:cubicBezTo>
                  <a:cubicBezTo>
                    <a:pt x="2008" y="80247"/>
                    <a:pt x="3105" y="78400"/>
                    <a:pt x="3185" y="76366"/>
                  </a:cubicBezTo>
                  <a:cubicBezTo>
                    <a:pt x="5166" y="75322"/>
                    <a:pt x="6424" y="73288"/>
                    <a:pt x="6424" y="71066"/>
                  </a:cubicBezTo>
                  <a:cubicBezTo>
                    <a:pt x="6424" y="68818"/>
                    <a:pt x="5166" y="66783"/>
                    <a:pt x="3185" y="65766"/>
                  </a:cubicBezTo>
                  <a:cubicBezTo>
                    <a:pt x="3105" y="63759"/>
                    <a:pt x="2061" y="61992"/>
                    <a:pt x="375" y="60922"/>
                  </a:cubicBezTo>
                  <a:cubicBezTo>
                    <a:pt x="2061" y="59878"/>
                    <a:pt x="3105" y="58085"/>
                    <a:pt x="3185" y="56077"/>
                  </a:cubicBezTo>
                  <a:cubicBezTo>
                    <a:pt x="5166" y="55060"/>
                    <a:pt x="6424" y="53026"/>
                    <a:pt x="6424" y="50778"/>
                  </a:cubicBezTo>
                  <a:cubicBezTo>
                    <a:pt x="6424" y="48556"/>
                    <a:pt x="5193" y="46522"/>
                    <a:pt x="3185" y="45505"/>
                  </a:cubicBezTo>
                  <a:cubicBezTo>
                    <a:pt x="3159" y="43604"/>
                    <a:pt x="2088" y="41731"/>
                    <a:pt x="375" y="40660"/>
                  </a:cubicBezTo>
                  <a:cubicBezTo>
                    <a:pt x="1901" y="39697"/>
                    <a:pt x="3319" y="37877"/>
                    <a:pt x="3185" y="35816"/>
                  </a:cubicBezTo>
                  <a:cubicBezTo>
                    <a:pt x="5193" y="34799"/>
                    <a:pt x="6424" y="32764"/>
                    <a:pt x="6424" y="30516"/>
                  </a:cubicBezTo>
                  <a:cubicBezTo>
                    <a:pt x="6424" y="28268"/>
                    <a:pt x="5166" y="26260"/>
                    <a:pt x="3185" y="25216"/>
                  </a:cubicBezTo>
                  <a:cubicBezTo>
                    <a:pt x="3105" y="23236"/>
                    <a:pt x="2061" y="21442"/>
                    <a:pt x="375"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84" y="10"/>
                    <a:pt x="157" y="1"/>
                    <a:pt x="1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 name="Google Shape;741;p161"/>
            <p:cNvSpPr/>
            <p:nvPr/>
          </p:nvSpPr>
          <p:spPr>
            <a:xfrm>
              <a:off x="1300050" y="2593575"/>
              <a:ext cx="160600" cy="2032875"/>
            </a:xfrm>
            <a:custGeom>
              <a:rect b="b" l="l" r="r" t="t"/>
              <a:pathLst>
                <a:path extrusionOk="0" h="81315" w="6424">
                  <a:moveTo>
                    <a:pt x="167" y="1"/>
                  </a:moveTo>
                  <a:cubicBezTo>
                    <a:pt x="121" y="1"/>
                    <a:pt x="73" y="26"/>
                    <a:pt x="54" y="65"/>
                  </a:cubicBezTo>
                  <a:cubicBezTo>
                    <a:pt x="27" y="92"/>
                    <a:pt x="27" y="118"/>
                    <a:pt x="27" y="118"/>
                  </a:cubicBezTo>
                  <a:cubicBezTo>
                    <a:pt x="27" y="172"/>
                    <a:pt x="54" y="225"/>
                    <a:pt x="80" y="225"/>
                  </a:cubicBezTo>
                  <a:cubicBezTo>
                    <a:pt x="1820" y="1243"/>
                    <a:pt x="2971" y="3170"/>
                    <a:pt x="2944" y="5043"/>
                  </a:cubicBezTo>
                  <a:cubicBezTo>
                    <a:pt x="2944" y="5070"/>
                    <a:pt x="2971" y="5124"/>
                    <a:pt x="3025" y="5150"/>
                  </a:cubicBezTo>
                  <a:cubicBezTo>
                    <a:pt x="4952" y="6141"/>
                    <a:pt x="6183" y="8095"/>
                    <a:pt x="6183" y="10263"/>
                  </a:cubicBezTo>
                  <a:cubicBezTo>
                    <a:pt x="6183" y="12431"/>
                    <a:pt x="4952" y="14384"/>
                    <a:pt x="3025" y="15375"/>
                  </a:cubicBezTo>
                  <a:cubicBezTo>
                    <a:pt x="2971" y="15402"/>
                    <a:pt x="2944" y="15428"/>
                    <a:pt x="2944" y="15482"/>
                  </a:cubicBezTo>
                  <a:cubicBezTo>
                    <a:pt x="2998" y="17355"/>
                    <a:pt x="1847" y="19256"/>
                    <a:pt x="107" y="20273"/>
                  </a:cubicBezTo>
                  <a:cubicBezTo>
                    <a:pt x="80" y="20300"/>
                    <a:pt x="54" y="20326"/>
                    <a:pt x="27" y="20353"/>
                  </a:cubicBezTo>
                  <a:cubicBezTo>
                    <a:pt x="27" y="20407"/>
                    <a:pt x="27" y="20460"/>
                    <a:pt x="80" y="20514"/>
                  </a:cubicBezTo>
                  <a:cubicBezTo>
                    <a:pt x="1820" y="21504"/>
                    <a:pt x="2891" y="23297"/>
                    <a:pt x="2944" y="25305"/>
                  </a:cubicBezTo>
                  <a:cubicBezTo>
                    <a:pt x="2944" y="25358"/>
                    <a:pt x="2971" y="25385"/>
                    <a:pt x="3025" y="25412"/>
                  </a:cubicBezTo>
                  <a:cubicBezTo>
                    <a:pt x="4952" y="26402"/>
                    <a:pt x="6183" y="28356"/>
                    <a:pt x="6183" y="30524"/>
                  </a:cubicBezTo>
                  <a:cubicBezTo>
                    <a:pt x="6183" y="32692"/>
                    <a:pt x="4952" y="34646"/>
                    <a:pt x="3025" y="35636"/>
                  </a:cubicBezTo>
                  <a:cubicBezTo>
                    <a:pt x="2971" y="35663"/>
                    <a:pt x="2944" y="35717"/>
                    <a:pt x="2944" y="35770"/>
                  </a:cubicBezTo>
                  <a:cubicBezTo>
                    <a:pt x="3105" y="37831"/>
                    <a:pt x="1633" y="39651"/>
                    <a:pt x="107" y="40535"/>
                  </a:cubicBezTo>
                  <a:cubicBezTo>
                    <a:pt x="80" y="40561"/>
                    <a:pt x="54" y="40588"/>
                    <a:pt x="27" y="40615"/>
                  </a:cubicBezTo>
                  <a:cubicBezTo>
                    <a:pt x="27" y="40668"/>
                    <a:pt x="27" y="40749"/>
                    <a:pt x="80" y="40775"/>
                  </a:cubicBezTo>
                  <a:cubicBezTo>
                    <a:pt x="1820" y="41766"/>
                    <a:pt x="2944" y="43639"/>
                    <a:pt x="2944" y="45540"/>
                  </a:cubicBezTo>
                  <a:cubicBezTo>
                    <a:pt x="2944" y="45540"/>
                    <a:pt x="2944" y="45566"/>
                    <a:pt x="2944" y="45566"/>
                  </a:cubicBezTo>
                  <a:cubicBezTo>
                    <a:pt x="2944" y="45620"/>
                    <a:pt x="2971" y="45674"/>
                    <a:pt x="3025" y="45674"/>
                  </a:cubicBezTo>
                  <a:cubicBezTo>
                    <a:pt x="4952" y="46664"/>
                    <a:pt x="6183" y="48618"/>
                    <a:pt x="6183" y="50786"/>
                  </a:cubicBezTo>
                  <a:cubicBezTo>
                    <a:pt x="6183" y="52954"/>
                    <a:pt x="4952" y="54934"/>
                    <a:pt x="3025" y="55898"/>
                  </a:cubicBezTo>
                  <a:cubicBezTo>
                    <a:pt x="2971" y="55925"/>
                    <a:pt x="2944" y="55952"/>
                    <a:pt x="2944" y="56005"/>
                  </a:cubicBezTo>
                  <a:cubicBezTo>
                    <a:pt x="2891" y="58012"/>
                    <a:pt x="1847" y="59806"/>
                    <a:pt x="107" y="60796"/>
                  </a:cubicBezTo>
                  <a:cubicBezTo>
                    <a:pt x="80" y="60823"/>
                    <a:pt x="54" y="60850"/>
                    <a:pt x="27" y="60903"/>
                  </a:cubicBezTo>
                  <a:cubicBezTo>
                    <a:pt x="27" y="60957"/>
                    <a:pt x="27" y="61010"/>
                    <a:pt x="80" y="61037"/>
                  </a:cubicBezTo>
                  <a:cubicBezTo>
                    <a:pt x="1820" y="62054"/>
                    <a:pt x="2891" y="63847"/>
                    <a:pt x="2944" y="65828"/>
                  </a:cubicBezTo>
                  <a:cubicBezTo>
                    <a:pt x="2944" y="65882"/>
                    <a:pt x="2971" y="65935"/>
                    <a:pt x="3025" y="65962"/>
                  </a:cubicBezTo>
                  <a:cubicBezTo>
                    <a:pt x="4952" y="66925"/>
                    <a:pt x="6183" y="68879"/>
                    <a:pt x="6183" y="71047"/>
                  </a:cubicBezTo>
                  <a:cubicBezTo>
                    <a:pt x="6183" y="73242"/>
                    <a:pt x="4952" y="75196"/>
                    <a:pt x="3025" y="76160"/>
                  </a:cubicBezTo>
                  <a:cubicBezTo>
                    <a:pt x="2971" y="76186"/>
                    <a:pt x="2944" y="76240"/>
                    <a:pt x="2944" y="76267"/>
                  </a:cubicBezTo>
                  <a:cubicBezTo>
                    <a:pt x="2891" y="78274"/>
                    <a:pt x="1820" y="80067"/>
                    <a:pt x="80" y="81084"/>
                  </a:cubicBezTo>
                  <a:cubicBezTo>
                    <a:pt x="27" y="81111"/>
                    <a:pt x="0" y="81191"/>
                    <a:pt x="54" y="81245"/>
                  </a:cubicBezTo>
                  <a:cubicBezTo>
                    <a:pt x="71" y="81296"/>
                    <a:pt x="109" y="81315"/>
                    <a:pt x="149" y="81315"/>
                  </a:cubicBezTo>
                  <a:cubicBezTo>
                    <a:pt x="171" y="81315"/>
                    <a:pt x="195" y="81308"/>
                    <a:pt x="214" y="81299"/>
                  </a:cubicBezTo>
                  <a:cubicBezTo>
                    <a:pt x="2007" y="80255"/>
                    <a:pt x="3105" y="78408"/>
                    <a:pt x="3185" y="76347"/>
                  </a:cubicBezTo>
                  <a:cubicBezTo>
                    <a:pt x="5193" y="75330"/>
                    <a:pt x="6424" y="73296"/>
                    <a:pt x="6424" y="71047"/>
                  </a:cubicBezTo>
                  <a:cubicBezTo>
                    <a:pt x="6424" y="68826"/>
                    <a:pt x="5193" y="66792"/>
                    <a:pt x="3185" y="65748"/>
                  </a:cubicBezTo>
                  <a:cubicBezTo>
                    <a:pt x="3132" y="63767"/>
                    <a:pt x="2088" y="61974"/>
                    <a:pt x="402" y="60930"/>
                  </a:cubicBezTo>
                  <a:cubicBezTo>
                    <a:pt x="2088" y="59859"/>
                    <a:pt x="3132" y="58093"/>
                    <a:pt x="3185" y="56085"/>
                  </a:cubicBezTo>
                  <a:cubicBezTo>
                    <a:pt x="5193" y="55068"/>
                    <a:pt x="6424" y="53034"/>
                    <a:pt x="6424" y="50786"/>
                  </a:cubicBezTo>
                  <a:cubicBezTo>
                    <a:pt x="6424" y="48537"/>
                    <a:pt x="5193" y="46530"/>
                    <a:pt x="3185" y="45486"/>
                  </a:cubicBezTo>
                  <a:cubicBezTo>
                    <a:pt x="3185" y="43586"/>
                    <a:pt x="2088" y="41739"/>
                    <a:pt x="402" y="40668"/>
                  </a:cubicBezTo>
                  <a:cubicBezTo>
                    <a:pt x="1927" y="39705"/>
                    <a:pt x="3319" y="37885"/>
                    <a:pt x="3212" y="35824"/>
                  </a:cubicBezTo>
                  <a:cubicBezTo>
                    <a:pt x="5193" y="34780"/>
                    <a:pt x="6424" y="32772"/>
                    <a:pt x="6424" y="30524"/>
                  </a:cubicBezTo>
                  <a:cubicBezTo>
                    <a:pt x="6424" y="28276"/>
                    <a:pt x="5193" y="26268"/>
                    <a:pt x="3185" y="25225"/>
                  </a:cubicBezTo>
                  <a:cubicBezTo>
                    <a:pt x="3105" y="23244"/>
                    <a:pt x="2061" y="21451"/>
                    <a:pt x="402" y="20407"/>
                  </a:cubicBezTo>
                  <a:cubicBezTo>
                    <a:pt x="2088" y="19336"/>
                    <a:pt x="3185" y="17436"/>
                    <a:pt x="3185" y="15616"/>
                  </a:cubicBezTo>
                  <a:cubicBezTo>
                    <a:pt x="3185" y="15589"/>
                    <a:pt x="3185" y="15562"/>
                    <a:pt x="3185" y="15562"/>
                  </a:cubicBezTo>
                  <a:cubicBezTo>
                    <a:pt x="5193" y="14518"/>
                    <a:pt x="6424" y="12511"/>
                    <a:pt x="6424" y="10263"/>
                  </a:cubicBezTo>
                  <a:cubicBezTo>
                    <a:pt x="6424" y="8014"/>
                    <a:pt x="5193" y="6007"/>
                    <a:pt x="3185" y="4963"/>
                  </a:cubicBezTo>
                  <a:cubicBezTo>
                    <a:pt x="3185" y="3036"/>
                    <a:pt x="2007" y="1055"/>
                    <a:pt x="214"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 name="Google Shape;742;p161"/>
            <p:cNvSpPr/>
            <p:nvPr/>
          </p:nvSpPr>
          <p:spPr>
            <a:xfrm>
              <a:off x="1146800" y="2845375"/>
              <a:ext cx="159950" cy="2032675"/>
            </a:xfrm>
            <a:custGeom>
              <a:rect b="b" l="l" r="r" t="t"/>
              <a:pathLst>
                <a:path extrusionOk="0" h="81307" w="6398">
                  <a:moveTo>
                    <a:pt x="120" y="1"/>
                  </a:moveTo>
                  <a:cubicBezTo>
                    <a:pt x="81" y="1"/>
                    <a:pt x="44" y="24"/>
                    <a:pt x="28" y="57"/>
                  </a:cubicBezTo>
                  <a:cubicBezTo>
                    <a:pt x="28" y="84"/>
                    <a:pt x="1" y="110"/>
                    <a:pt x="1" y="137"/>
                  </a:cubicBezTo>
                  <a:cubicBezTo>
                    <a:pt x="1" y="164"/>
                    <a:pt x="28" y="217"/>
                    <a:pt x="81" y="244"/>
                  </a:cubicBezTo>
                  <a:cubicBezTo>
                    <a:pt x="1821" y="1234"/>
                    <a:pt x="2972" y="3162"/>
                    <a:pt x="2918" y="5035"/>
                  </a:cubicBezTo>
                  <a:cubicBezTo>
                    <a:pt x="2918" y="5089"/>
                    <a:pt x="2945" y="5142"/>
                    <a:pt x="2998" y="5142"/>
                  </a:cubicBezTo>
                  <a:cubicBezTo>
                    <a:pt x="4952" y="6133"/>
                    <a:pt x="6157" y="8086"/>
                    <a:pt x="6157" y="10254"/>
                  </a:cubicBezTo>
                  <a:cubicBezTo>
                    <a:pt x="6157" y="12422"/>
                    <a:pt x="4952" y="14376"/>
                    <a:pt x="2998" y="15367"/>
                  </a:cubicBezTo>
                  <a:cubicBezTo>
                    <a:pt x="2945" y="15393"/>
                    <a:pt x="2918" y="15420"/>
                    <a:pt x="2918" y="15474"/>
                  </a:cubicBezTo>
                  <a:cubicBezTo>
                    <a:pt x="2972" y="17321"/>
                    <a:pt x="1848" y="19248"/>
                    <a:pt x="81" y="20265"/>
                  </a:cubicBezTo>
                  <a:cubicBezTo>
                    <a:pt x="54" y="20292"/>
                    <a:pt x="28" y="20318"/>
                    <a:pt x="1" y="20345"/>
                  </a:cubicBezTo>
                  <a:cubicBezTo>
                    <a:pt x="1" y="20425"/>
                    <a:pt x="28" y="20479"/>
                    <a:pt x="81" y="20506"/>
                  </a:cubicBezTo>
                  <a:cubicBezTo>
                    <a:pt x="1794" y="21496"/>
                    <a:pt x="2865" y="23289"/>
                    <a:pt x="2918" y="25297"/>
                  </a:cubicBezTo>
                  <a:cubicBezTo>
                    <a:pt x="2918" y="25350"/>
                    <a:pt x="2945"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079" y="37823"/>
                    <a:pt x="1633" y="39643"/>
                    <a:pt x="81" y="40526"/>
                  </a:cubicBezTo>
                  <a:cubicBezTo>
                    <a:pt x="54" y="40553"/>
                    <a:pt x="28" y="40580"/>
                    <a:pt x="1" y="40633"/>
                  </a:cubicBezTo>
                  <a:cubicBezTo>
                    <a:pt x="1" y="40687"/>
                    <a:pt x="28" y="40741"/>
                    <a:pt x="81" y="40767"/>
                  </a:cubicBezTo>
                  <a:cubicBezTo>
                    <a:pt x="1821" y="41784"/>
                    <a:pt x="2918" y="43631"/>
                    <a:pt x="2918" y="45532"/>
                  </a:cubicBezTo>
                  <a:cubicBezTo>
                    <a:pt x="2918" y="45532"/>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81" y="60815"/>
                  </a:cubicBezTo>
                  <a:cubicBezTo>
                    <a:pt x="54" y="60815"/>
                    <a:pt x="28" y="60841"/>
                    <a:pt x="1" y="60895"/>
                  </a:cubicBezTo>
                  <a:cubicBezTo>
                    <a:pt x="1" y="60949"/>
                    <a:pt x="28"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8" y="81103"/>
                    <a:pt x="1" y="81183"/>
                    <a:pt x="28" y="81237"/>
                  </a:cubicBezTo>
                  <a:cubicBezTo>
                    <a:pt x="44" y="81288"/>
                    <a:pt x="83" y="81306"/>
                    <a:pt x="129" y="81306"/>
                  </a:cubicBezTo>
                  <a:cubicBezTo>
                    <a:pt x="156" y="81306"/>
                    <a:pt x="185" y="81300"/>
                    <a:pt x="215" y="81290"/>
                  </a:cubicBezTo>
                  <a:cubicBezTo>
                    <a:pt x="1981" y="80247"/>
                    <a:pt x="3106" y="78400"/>
                    <a:pt x="3186" y="76366"/>
                  </a:cubicBezTo>
                  <a:cubicBezTo>
                    <a:pt x="5167" y="75322"/>
                    <a:pt x="6398" y="73288"/>
                    <a:pt x="6398" y="71066"/>
                  </a:cubicBezTo>
                  <a:cubicBezTo>
                    <a:pt x="6398" y="68818"/>
                    <a:pt x="5167" y="66783"/>
                    <a:pt x="3186" y="65766"/>
                  </a:cubicBezTo>
                  <a:cubicBezTo>
                    <a:pt x="3106" y="63759"/>
                    <a:pt x="2062" y="61992"/>
                    <a:pt x="375" y="60922"/>
                  </a:cubicBezTo>
                  <a:cubicBezTo>
                    <a:pt x="2062" y="59878"/>
                    <a:pt x="3106" y="58085"/>
                    <a:pt x="3186" y="56077"/>
                  </a:cubicBezTo>
                  <a:cubicBezTo>
                    <a:pt x="5167" y="55060"/>
                    <a:pt x="6398" y="53026"/>
                    <a:pt x="6398" y="50778"/>
                  </a:cubicBezTo>
                  <a:cubicBezTo>
                    <a:pt x="6398" y="48556"/>
                    <a:pt x="5167" y="46522"/>
                    <a:pt x="3186" y="45505"/>
                  </a:cubicBezTo>
                  <a:cubicBezTo>
                    <a:pt x="3159" y="43604"/>
                    <a:pt x="2088" y="41731"/>
                    <a:pt x="375" y="40660"/>
                  </a:cubicBezTo>
                  <a:cubicBezTo>
                    <a:pt x="1901" y="39697"/>
                    <a:pt x="3293" y="37877"/>
                    <a:pt x="3186" y="35816"/>
                  </a:cubicBezTo>
                  <a:cubicBezTo>
                    <a:pt x="5167" y="34799"/>
                    <a:pt x="6398" y="32764"/>
                    <a:pt x="6398" y="30516"/>
                  </a:cubicBezTo>
                  <a:cubicBezTo>
                    <a:pt x="6398" y="28268"/>
                    <a:pt x="5167" y="26260"/>
                    <a:pt x="3186" y="25216"/>
                  </a:cubicBezTo>
                  <a:cubicBezTo>
                    <a:pt x="3079" y="23236"/>
                    <a:pt x="2062" y="21442"/>
                    <a:pt x="375" y="20399"/>
                  </a:cubicBezTo>
                  <a:cubicBezTo>
                    <a:pt x="2088" y="19328"/>
                    <a:pt x="3186" y="17401"/>
                    <a:pt x="3186" y="15554"/>
                  </a:cubicBezTo>
                  <a:cubicBezTo>
                    <a:pt x="5167" y="14510"/>
                    <a:pt x="6398" y="12503"/>
                    <a:pt x="6398" y="10254"/>
                  </a:cubicBezTo>
                  <a:cubicBezTo>
                    <a:pt x="6398" y="8006"/>
                    <a:pt x="5167" y="5999"/>
                    <a:pt x="3186" y="4955"/>
                  </a:cubicBezTo>
                  <a:cubicBezTo>
                    <a:pt x="3186" y="3028"/>
                    <a:pt x="1981" y="1047"/>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 name="Google Shape;743;p161"/>
            <p:cNvSpPr/>
            <p:nvPr/>
          </p:nvSpPr>
          <p:spPr>
            <a:xfrm>
              <a:off x="992900" y="2593575"/>
              <a:ext cx="160625" cy="2032875"/>
            </a:xfrm>
            <a:custGeom>
              <a:rect b="b" l="l" r="r" t="t"/>
              <a:pathLst>
                <a:path extrusionOk="0" h="81315" w="6425">
                  <a:moveTo>
                    <a:pt x="167" y="1"/>
                  </a:moveTo>
                  <a:cubicBezTo>
                    <a:pt x="120" y="1"/>
                    <a:pt x="67" y="26"/>
                    <a:pt x="27" y="65"/>
                  </a:cubicBezTo>
                  <a:cubicBezTo>
                    <a:pt x="27" y="92"/>
                    <a:pt x="27" y="118"/>
                    <a:pt x="27" y="118"/>
                  </a:cubicBezTo>
                  <a:cubicBezTo>
                    <a:pt x="27" y="172"/>
                    <a:pt x="54"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72" y="15402"/>
                    <a:pt x="2945" y="15428"/>
                    <a:pt x="2945" y="15482"/>
                  </a:cubicBezTo>
                  <a:cubicBezTo>
                    <a:pt x="2998" y="17329"/>
                    <a:pt x="1847"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72" y="35663"/>
                    <a:pt x="2945" y="35717"/>
                    <a:pt x="2945" y="35770"/>
                  </a:cubicBezTo>
                  <a:cubicBezTo>
                    <a:pt x="3105"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18"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5" y="78408"/>
                    <a:pt x="3186" y="76347"/>
                  </a:cubicBezTo>
                  <a:cubicBezTo>
                    <a:pt x="5193" y="75330"/>
                    <a:pt x="6424" y="73296"/>
                    <a:pt x="6424" y="71047"/>
                  </a:cubicBezTo>
                  <a:cubicBezTo>
                    <a:pt x="6424" y="68826"/>
                    <a:pt x="5193" y="66792"/>
                    <a:pt x="3186" y="65748"/>
                  </a:cubicBezTo>
                  <a:cubicBezTo>
                    <a:pt x="3105" y="63767"/>
                    <a:pt x="2088" y="61974"/>
                    <a:pt x="402" y="60930"/>
                  </a:cubicBezTo>
                  <a:cubicBezTo>
                    <a:pt x="2088" y="59859"/>
                    <a:pt x="3105" y="58093"/>
                    <a:pt x="3186" y="56085"/>
                  </a:cubicBezTo>
                  <a:cubicBezTo>
                    <a:pt x="5193" y="55068"/>
                    <a:pt x="6424" y="53034"/>
                    <a:pt x="6424" y="50786"/>
                  </a:cubicBezTo>
                  <a:cubicBezTo>
                    <a:pt x="6424" y="48537"/>
                    <a:pt x="5193" y="46530"/>
                    <a:pt x="3186" y="45486"/>
                  </a:cubicBezTo>
                  <a:cubicBezTo>
                    <a:pt x="3159" y="43586"/>
                    <a:pt x="2088" y="41739"/>
                    <a:pt x="402" y="40668"/>
                  </a:cubicBezTo>
                  <a:cubicBezTo>
                    <a:pt x="1901" y="39705"/>
                    <a:pt x="3320" y="37885"/>
                    <a:pt x="3186" y="35824"/>
                  </a:cubicBezTo>
                  <a:cubicBezTo>
                    <a:pt x="5193" y="34780"/>
                    <a:pt x="6424" y="32772"/>
                    <a:pt x="6424" y="30524"/>
                  </a:cubicBezTo>
                  <a:cubicBezTo>
                    <a:pt x="6424" y="28276"/>
                    <a:pt x="5193" y="26268"/>
                    <a:pt x="3186" y="25225"/>
                  </a:cubicBezTo>
                  <a:cubicBezTo>
                    <a:pt x="3105" y="23244"/>
                    <a:pt x="2062" y="21451"/>
                    <a:pt x="402" y="20407"/>
                  </a:cubicBezTo>
                  <a:cubicBezTo>
                    <a:pt x="2088" y="19336"/>
                    <a:pt x="3186" y="17436"/>
                    <a:pt x="3186" y="15616"/>
                  </a:cubicBezTo>
                  <a:cubicBezTo>
                    <a:pt x="3186" y="15589"/>
                    <a:pt x="3186" y="15562"/>
                    <a:pt x="3186" y="15562"/>
                  </a:cubicBezTo>
                  <a:cubicBezTo>
                    <a:pt x="5193" y="14518"/>
                    <a:pt x="6424" y="12511"/>
                    <a:pt x="6424" y="10263"/>
                  </a:cubicBezTo>
                  <a:cubicBezTo>
                    <a:pt x="6424" y="8014"/>
                    <a:pt x="5193" y="6007"/>
                    <a:pt x="3186" y="4963"/>
                  </a:cubicBezTo>
                  <a:cubicBezTo>
                    <a:pt x="3186" y="3036"/>
                    <a:pt x="2008" y="1055"/>
                    <a:pt x="215"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 name="Google Shape;744;p161"/>
            <p:cNvSpPr/>
            <p:nvPr/>
          </p:nvSpPr>
          <p:spPr>
            <a:xfrm>
              <a:off x="839675" y="2845375"/>
              <a:ext cx="159950" cy="2032675"/>
            </a:xfrm>
            <a:custGeom>
              <a:rect b="b" l="l" r="r" t="t"/>
              <a:pathLst>
                <a:path extrusionOk="0" h="81307" w="6398">
                  <a:moveTo>
                    <a:pt x="119" y="1"/>
                  </a:moveTo>
                  <a:cubicBezTo>
                    <a:pt x="81" y="1"/>
                    <a:pt x="44" y="24"/>
                    <a:pt x="27" y="57"/>
                  </a:cubicBezTo>
                  <a:cubicBezTo>
                    <a:pt x="0" y="84"/>
                    <a:pt x="0" y="110"/>
                    <a:pt x="0" y="137"/>
                  </a:cubicBezTo>
                  <a:cubicBezTo>
                    <a:pt x="0" y="164"/>
                    <a:pt x="27" y="217"/>
                    <a:pt x="54" y="244"/>
                  </a:cubicBezTo>
                  <a:cubicBezTo>
                    <a:pt x="1794" y="1234"/>
                    <a:pt x="2971" y="3162"/>
                    <a:pt x="2918" y="5035"/>
                  </a:cubicBezTo>
                  <a:cubicBezTo>
                    <a:pt x="2918" y="5089"/>
                    <a:pt x="2945" y="5142"/>
                    <a:pt x="2998" y="5142"/>
                  </a:cubicBezTo>
                  <a:cubicBezTo>
                    <a:pt x="4925" y="6133"/>
                    <a:pt x="6156" y="8086"/>
                    <a:pt x="6156" y="10254"/>
                  </a:cubicBezTo>
                  <a:cubicBezTo>
                    <a:pt x="6156" y="12422"/>
                    <a:pt x="4925" y="14376"/>
                    <a:pt x="2998" y="15367"/>
                  </a:cubicBezTo>
                  <a:cubicBezTo>
                    <a:pt x="2945" y="15393"/>
                    <a:pt x="2918" y="15420"/>
                    <a:pt x="2918" y="15474"/>
                  </a:cubicBezTo>
                  <a:cubicBezTo>
                    <a:pt x="2971" y="17321"/>
                    <a:pt x="1847" y="19248"/>
                    <a:pt x="81" y="20265"/>
                  </a:cubicBezTo>
                  <a:cubicBezTo>
                    <a:pt x="54" y="20292"/>
                    <a:pt x="27" y="20318"/>
                    <a:pt x="0" y="20345"/>
                  </a:cubicBezTo>
                  <a:cubicBezTo>
                    <a:pt x="0" y="20425"/>
                    <a:pt x="27" y="20479"/>
                    <a:pt x="54" y="20506"/>
                  </a:cubicBezTo>
                  <a:cubicBezTo>
                    <a:pt x="1794" y="21496"/>
                    <a:pt x="2864" y="23289"/>
                    <a:pt x="2918" y="25297"/>
                  </a:cubicBezTo>
                  <a:cubicBezTo>
                    <a:pt x="2918" y="25350"/>
                    <a:pt x="2945" y="25404"/>
                    <a:pt x="2998" y="25404"/>
                  </a:cubicBezTo>
                  <a:cubicBezTo>
                    <a:pt x="4925" y="26394"/>
                    <a:pt x="6156" y="28348"/>
                    <a:pt x="6156" y="30516"/>
                  </a:cubicBezTo>
                  <a:cubicBezTo>
                    <a:pt x="6156" y="32684"/>
                    <a:pt x="4925" y="34665"/>
                    <a:pt x="2998" y="35628"/>
                  </a:cubicBezTo>
                  <a:cubicBezTo>
                    <a:pt x="2945" y="35655"/>
                    <a:pt x="2918" y="35709"/>
                    <a:pt x="2918" y="35762"/>
                  </a:cubicBezTo>
                  <a:cubicBezTo>
                    <a:pt x="3078" y="37823"/>
                    <a:pt x="1606" y="39643"/>
                    <a:pt x="81" y="40526"/>
                  </a:cubicBezTo>
                  <a:cubicBezTo>
                    <a:pt x="54" y="40553"/>
                    <a:pt x="27" y="40580"/>
                    <a:pt x="0" y="40633"/>
                  </a:cubicBezTo>
                  <a:cubicBezTo>
                    <a:pt x="0" y="40687"/>
                    <a:pt x="27" y="40741"/>
                    <a:pt x="54" y="40767"/>
                  </a:cubicBezTo>
                  <a:cubicBezTo>
                    <a:pt x="1794" y="41784"/>
                    <a:pt x="2918" y="43631"/>
                    <a:pt x="2918" y="45532"/>
                  </a:cubicBezTo>
                  <a:cubicBezTo>
                    <a:pt x="2918" y="45558"/>
                    <a:pt x="2918" y="45558"/>
                    <a:pt x="2918" y="45558"/>
                  </a:cubicBezTo>
                  <a:cubicBezTo>
                    <a:pt x="2918" y="45612"/>
                    <a:pt x="2945" y="45665"/>
                    <a:pt x="2998" y="45692"/>
                  </a:cubicBezTo>
                  <a:cubicBezTo>
                    <a:pt x="4925" y="46656"/>
                    <a:pt x="6156" y="48610"/>
                    <a:pt x="6156" y="50778"/>
                  </a:cubicBezTo>
                  <a:cubicBezTo>
                    <a:pt x="6156" y="52972"/>
                    <a:pt x="4925" y="54926"/>
                    <a:pt x="2998" y="55890"/>
                  </a:cubicBezTo>
                  <a:cubicBezTo>
                    <a:pt x="2945" y="55917"/>
                    <a:pt x="2918" y="55970"/>
                    <a:pt x="2918" y="55997"/>
                  </a:cubicBezTo>
                  <a:cubicBezTo>
                    <a:pt x="2864" y="58004"/>
                    <a:pt x="1820" y="59798"/>
                    <a:pt x="81" y="60815"/>
                  </a:cubicBezTo>
                  <a:cubicBezTo>
                    <a:pt x="54" y="60815"/>
                    <a:pt x="27" y="60841"/>
                    <a:pt x="0" y="60895"/>
                  </a:cubicBezTo>
                  <a:cubicBezTo>
                    <a:pt x="0" y="60949"/>
                    <a:pt x="27" y="61002"/>
                    <a:pt x="54" y="61029"/>
                  </a:cubicBezTo>
                  <a:cubicBezTo>
                    <a:pt x="1794" y="62046"/>
                    <a:pt x="2864" y="63839"/>
                    <a:pt x="2918" y="65847"/>
                  </a:cubicBezTo>
                  <a:cubicBezTo>
                    <a:pt x="2918" y="65873"/>
                    <a:pt x="2945" y="65927"/>
                    <a:pt x="2998" y="65954"/>
                  </a:cubicBezTo>
                  <a:cubicBezTo>
                    <a:pt x="4925" y="66917"/>
                    <a:pt x="6156" y="68871"/>
                    <a:pt x="6156" y="71066"/>
                  </a:cubicBezTo>
                  <a:cubicBezTo>
                    <a:pt x="6156" y="73234"/>
                    <a:pt x="4925" y="75188"/>
                    <a:pt x="2998" y="76151"/>
                  </a:cubicBezTo>
                  <a:cubicBezTo>
                    <a:pt x="2945" y="76178"/>
                    <a:pt x="2918" y="76232"/>
                    <a:pt x="2918" y="76285"/>
                  </a:cubicBezTo>
                  <a:cubicBezTo>
                    <a:pt x="2864" y="78266"/>
                    <a:pt x="1794" y="80059"/>
                    <a:pt x="81" y="81076"/>
                  </a:cubicBezTo>
                  <a:cubicBezTo>
                    <a:pt x="0" y="81103"/>
                    <a:pt x="0" y="81183"/>
                    <a:pt x="27" y="81237"/>
                  </a:cubicBezTo>
                  <a:cubicBezTo>
                    <a:pt x="44" y="81288"/>
                    <a:pt x="83" y="81306"/>
                    <a:pt x="122" y="81306"/>
                  </a:cubicBezTo>
                  <a:cubicBezTo>
                    <a:pt x="145" y="81306"/>
                    <a:pt x="168" y="81300"/>
                    <a:pt x="188" y="81290"/>
                  </a:cubicBezTo>
                  <a:cubicBezTo>
                    <a:pt x="1981" y="80247"/>
                    <a:pt x="3105" y="78400"/>
                    <a:pt x="3159" y="76366"/>
                  </a:cubicBezTo>
                  <a:cubicBezTo>
                    <a:pt x="5166" y="75322"/>
                    <a:pt x="6397" y="73288"/>
                    <a:pt x="6397" y="71066"/>
                  </a:cubicBezTo>
                  <a:cubicBezTo>
                    <a:pt x="6397" y="68818"/>
                    <a:pt x="5166" y="66783"/>
                    <a:pt x="3159" y="65766"/>
                  </a:cubicBezTo>
                  <a:cubicBezTo>
                    <a:pt x="3105" y="63759"/>
                    <a:pt x="2061" y="61992"/>
                    <a:pt x="375" y="60922"/>
                  </a:cubicBezTo>
                  <a:cubicBezTo>
                    <a:pt x="2061" y="59878"/>
                    <a:pt x="3105" y="58085"/>
                    <a:pt x="3159" y="56077"/>
                  </a:cubicBezTo>
                  <a:cubicBezTo>
                    <a:pt x="5166" y="55060"/>
                    <a:pt x="6397" y="53026"/>
                    <a:pt x="6397" y="50778"/>
                  </a:cubicBezTo>
                  <a:cubicBezTo>
                    <a:pt x="6397" y="48556"/>
                    <a:pt x="5166" y="46522"/>
                    <a:pt x="3159" y="45505"/>
                  </a:cubicBezTo>
                  <a:cubicBezTo>
                    <a:pt x="3159" y="43604"/>
                    <a:pt x="2061" y="41731"/>
                    <a:pt x="375" y="40660"/>
                  </a:cubicBezTo>
                  <a:cubicBezTo>
                    <a:pt x="1901" y="39697"/>
                    <a:pt x="3292" y="37877"/>
                    <a:pt x="3185" y="35816"/>
                  </a:cubicBezTo>
                  <a:cubicBezTo>
                    <a:pt x="5166" y="34799"/>
                    <a:pt x="6397" y="32764"/>
                    <a:pt x="6397" y="30516"/>
                  </a:cubicBezTo>
                  <a:cubicBezTo>
                    <a:pt x="6397" y="28268"/>
                    <a:pt x="5166" y="26260"/>
                    <a:pt x="3159" y="25216"/>
                  </a:cubicBezTo>
                  <a:cubicBezTo>
                    <a:pt x="3078" y="23236"/>
                    <a:pt x="2035" y="21442"/>
                    <a:pt x="375" y="20399"/>
                  </a:cubicBezTo>
                  <a:cubicBezTo>
                    <a:pt x="2061" y="19328"/>
                    <a:pt x="3159" y="17454"/>
                    <a:pt x="3159" y="15608"/>
                  </a:cubicBezTo>
                  <a:cubicBezTo>
                    <a:pt x="3159" y="15581"/>
                    <a:pt x="3159" y="15581"/>
                    <a:pt x="3159" y="15554"/>
                  </a:cubicBezTo>
                  <a:cubicBezTo>
                    <a:pt x="5166" y="14510"/>
                    <a:pt x="6397" y="12503"/>
                    <a:pt x="6397" y="10254"/>
                  </a:cubicBezTo>
                  <a:cubicBezTo>
                    <a:pt x="6397" y="8006"/>
                    <a:pt x="5166" y="5999"/>
                    <a:pt x="3159" y="4955"/>
                  </a:cubicBezTo>
                  <a:cubicBezTo>
                    <a:pt x="3159" y="3028"/>
                    <a:pt x="1981" y="1047"/>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 name="Google Shape;745;p161"/>
            <p:cNvSpPr/>
            <p:nvPr/>
          </p:nvSpPr>
          <p:spPr>
            <a:xfrm>
              <a:off x="685775" y="2593575"/>
              <a:ext cx="159950" cy="2032875"/>
            </a:xfrm>
            <a:custGeom>
              <a:rect b="b" l="l" r="r" t="t"/>
              <a:pathLst>
                <a:path extrusionOk="0" h="81315" w="6398">
                  <a:moveTo>
                    <a:pt x="140" y="1"/>
                  </a:moveTo>
                  <a:cubicBezTo>
                    <a:pt x="95" y="1"/>
                    <a:pt x="47" y="26"/>
                    <a:pt x="27" y="65"/>
                  </a:cubicBezTo>
                  <a:cubicBezTo>
                    <a:pt x="27"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98" y="17329"/>
                    <a:pt x="1847" y="19256"/>
                    <a:pt x="81" y="20273"/>
                  </a:cubicBezTo>
                  <a:cubicBezTo>
                    <a:pt x="54" y="20300"/>
                    <a:pt x="27" y="20326"/>
                    <a:pt x="27"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27" y="40615"/>
                  </a:cubicBezTo>
                  <a:cubicBezTo>
                    <a:pt x="0" y="40668"/>
                    <a:pt x="27" y="40749"/>
                    <a:pt x="81" y="40775"/>
                  </a:cubicBezTo>
                  <a:cubicBezTo>
                    <a:pt x="1820" y="41766"/>
                    <a:pt x="2918" y="43639"/>
                    <a:pt x="2918" y="45540"/>
                  </a:cubicBezTo>
                  <a:lnTo>
                    <a:pt x="2918" y="45566"/>
                  </a:ln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91" y="58012"/>
                    <a:pt x="1820" y="59806"/>
                    <a:pt x="81" y="60796"/>
                  </a:cubicBezTo>
                  <a:cubicBezTo>
                    <a:pt x="54" y="60823"/>
                    <a:pt x="27" y="60850"/>
                    <a:pt x="27" y="60903"/>
                  </a:cubicBezTo>
                  <a:cubicBezTo>
                    <a:pt x="0" y="60957"/>
                    <a:pt x="27" y="61010"/>
                    <a:pt x="81" y="61037"/>
                  </a:cubicBezTo>
                  <a:cubicBezTo>
                    <a:pt x="1820" y="62054"/>
                    <a:pt x="2891"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91" y="78274"/>
                    <a:pt x="1820" y="80067"/>
                    <a:pt x="81" y="81084"/>
                  </a:cubicBezTo>
                  <a:cubicBezTo>
                    <a:pt x="27" y="81111"/>
                    <a:pt x="0" y="81191"/>
                    <a:pt x="27" y="81245"/>
                  </a:cubicBezTo>
                  <a:cubicBezTo>
                    <a:pt x="61" y="81296"/>
                    <a:pt x="95" y="81315"/>
                    <a:pt x="136" y="81315"/>
                  </a:cubicBezTo>
                  <a:cubicBezTo>
                    <a:pt x="159" y="81315"/>
                    <a:pt x="185" y="81308"/>
                    <a:pt x="214" y="81299"/>
                  </a:cubicBezTo>
                  <a:cubicBezTo>
                    <a:pt x="2008"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88"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88" y="19336"/>
                    <a:pt x="3185" y="17436"/>
                    <a:pt x="3185" y="15616"/>
                  </a:cubicBezTo>
                  <a:cubicBezTo>
                    <a:pt x="3185" y="15589"/>
                    <a:pt x="3185" y="15589"/>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 name="Google Shape;746;p161"/>
            <p:cNvSpPr/>
            <p:nvPr/>
          </p:nvSpPr>
          <p:spPr>
            <a:xfrm>
              <a:off x="531875" y="2845375"/>
              <a:ext cx="160600" cy="2032675"/>
            </a:xfrm>
            <a:custGeom>
              <a:rect b="b" l="l" r="r" t="t"/>
              <a:pathLst>
                <a:path extrusionOk="0" h="81307" w="6424">
                  <a:moveTo>
                    <a:pt x="144" y="1"/>
                  </a:moveTo>
                  <a:cubicBezTo>
                    <a:pt x="103" y="1"/>
                    <a:pt x="60" y="24"/>
                    <a:pt x="27" y="57"/>
                  </a:cubicBezTo>
                  <a:cubicBezTo>
                    <a:pt x="27" y="84"/>
                    <a:pt x="27" y="110"/>
                    <a:pt x="27" y="137"/>
                  </a:cubicBezTo>
                  <a:cubicBezTo>
                    <a:pt x="27" y="164"/>
                    <a:pt x="54" y="217"/>
                    <a:pt x="80" y="244"/>
                  </a:cubicBezTo>
                  <a:cubicBezTo>
                    <a:pt x="1820" y="1234"/>
                    <a:pt x="2971" y="3162"/>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47"/>
                    <a:pt x="2944" y="15474"/>
                  </a:cubicBezTo>
                  <a:cubicBezTo>
                    <a:pt x="2998" y="17321"/>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71" y="35655"/>
                    <a:pt x="2944"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lnTo>
                    <a:pt x="2944" y="45558"/>
                  </a:ln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54" y="81237"/>
                  </a:cubicBezTo>
                  <a:cubicBezTo>
                    <a:pt x="71" y="81288"/>
                    <a:pt x="109" y="81306"/>
                    <a:pt x="149" y="81306"/>
                  </a:cubicBezTo>
                  <a:cubicBezTo>
                    <a:pt x="171" y="81306"/>
                    <a:pt x="195" y="81300"/>
                    <a:pt x="214" y="81290"/>
                  </a:cubicBezTo>
                  <a:cubicBezTo>
                    <a:pt x="2008" y="80247"/>
                    <a:pt x="3105" y="78400"/>
                    <a:pt x="3185" y="76366"/>
                  </a:cubicBezTo>
                  <a:cubicBezTo>
                    <a:pt x="5193" y="75322"/>
                    <a:pt x="6424" y="73288"/>
                    <a:pt x="6424" y="71066"/>
                  </a:cubicBezTo>
                  <a:cubicBezTo>
                    <a:pt x="6424" y="68818"/>
                    <a:pt x="5193" y="66783"/>
                    <a:pt x="3185" y="65766"/>
                  </a:cubicBezTo>
                  <a:cubicBezTo>
                    <a:pt x="3105" y="63759"/>
                    <a:pt x="2088" y="61992"/>
                    <a:pt x="402" y="60922"/>
                  </a:cubicBezTo>
                  <a:cubicBezTo>
                    <a:pt x="2088" y="59878"/>
                    <a:pt x="3105" y="58085"/>
                    <a:pt x="3185" y="56077"/>
                  </a:cubicBezTo>
                  <a:cubicBezTo>
                    <a:pt x="5193" y="55060"/>
                    <a:pt x="6424" y="53026"/>
                    <a:pt x="6424" y="50778"/>
                  </a:cubicBezTo>
                  <a:cubicBezTo>
                    <a:pt x="6424" y="48556"/>
                    <a:pt x="5193" y="46522"/>
                    <a:pt x="3185" y="45505"/>
                  </a:cubicBezTo>
                  <a:cubicBezTo>
                    <a:pt x="3185" y="43604"/>
                    <a:pt x="2088" y="41731"/>
                    <a:pt x="402" y="40660"/>
                  </a:cubicBezTo>
                  <a:cubicBezTo>
                    <a:pt x="1900" y="39697"/>
                    <a:pt x="3319" y="37877"/>
                    <a:pt x="3185" y="35816"/>
                  </a:cubicBezTo>
                  <a:cubicBezTo>
                    <a:pt x="5193" y="34799"/>
                    <a:pt x="6424" y="32764"/>
                    <a:pt x="6424" y="30516"/>
                  </a:cubicBezTo>
                  <a:cubicBezTo>
                    <a:pt x="6424" y="28268"/>
                    <a:pt x="5193" y="26260"/>
                    <a:pt x="3185" y="25216"/>
                  </a:cubicBezTo>
                  <a:cubicBezTo>
                    <a:pt x="3105" y="23236"/>
                    <a:pt x="2061" y="21442"/>
                    <a:pt x="402"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94" y="10"/>
                    <a:pt x="169"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 name="Google Shape;747;p161"/>
            <p:cNvSpPr/>
            <p:nvPr/>
          </p:nvSpPr>
          <p:spPr>
            <a:xfrm>
              <a:off x="378625" y="2593575"/>
              <a:ext cx="159950" cy="2032875"/>
            </a:xfrm>
            <a:custGeom>
              <a:rect b="b" l="l" r="r" t="t"/>
              <a:pathLst>
                <a:path extrusionOk="0" h="81315" w="6398">
                  <a:moveTo>
                    <a:pt x="141" y="1"/>
                  </a:moveTo>
                  <a:cubicBezTo>
                    <a:pt x="95" y="1"/>
                    <a:pt x="47" y="26"/>
                    <a:pt x="28" y="65"/>
                  </a:cubicBezTo>
                  <a:cubicBezTo>
                    <a:pt x="1" y="92"/>
                    <a:pt x="1" y="118"/>
                    <a:pt x="1" y="118"/>
                  </a:cubicBezTo>
                  <a:cubicBezTo>
                    <a:pt x="1" y="172"/>
                    <a:pt x="28" y="225"/>
                    <a:pt x="54" y="225"/>
                  </a:cubicBezTo>
                  <a:cubicBezTo>
                    <a:pt x="1794" y="1243"/>
                    <a:pt x="2918" y="3116"/>
                    <a:pt x="2918" y="4963"/>
                  </a:cubicBezTo>
                  <a:cubicBezTo>
                    <a:pt x="2918" y="4990"/>
                    <a:pt x="2918" y="5017"/>
                    <a:pt x="2918" y="5043"/>
                  </a:cubicBezTo>
                  <a:cubicBezTo>
                    <a:pt x="2918" y="5070"/>
                    <a:pt x="2945" y="5124"/>
                    <a:pt x="2999" y="5150"/>
                  </a:cubicBezTo>
                  <a:cubicBezTo>
                    <a:pt x="4952" y="6141"/>
                    <a:pt x="6157" y="8095"/>
                    <a:pt x="6157" y="10263"/>
                  </a:cubicBezTo>
                  <a:cubicBezTo>
                    <a:pt x="6157" y="12431"/>
                    <a:pt x="4952" y="14384"/>
                    <a:pt x="2999" y="15375"/>
                  </a:cubicBezTo>
                  <a:cubicBezTo>
                    <a:pt x="2945" y="15402"/>
                    <a:pt x="2918" y="15428"/>
                    <a:pt x="2918" y="15482"/>
                  </a:cubicBezTo>
                  <a:cubicBezTo>
                    <a:pt x="2972" y="17329"/>
                    <a:pt x="1848" y="19256"/>
                    <a:pt x="81" y="20273"/>
                  </a:cubicBezTo>
                  <a:cubicBezTo>
                    <a:pt x="54" y="20300"/>
                    <a:pt x="28" y="20326"/>
                    <a:pt x="1" y="20353"/>
                  </a:cubicBezTo>
                  <a:cubicBezTo>
                    <a:pt x="1" y="20407"/>
                    <a:pt x="28" y="20487"/>
                    <a:pt x="54" y="20514"/>
                  </a:cubicBezTo>
                  <a:cubicBezTo>
                    <a:pt x="1794" y="21504"/>
                    <a:pt x="2865" y="23297"/>
                    <a:pt x="2918" y="25305"/>
                  </a:cubicBezTo>
                  <a:cubicBezTo>
                    <a:pt x="2918" y="25358"/>
                    <a:pt x="2945" y="25412"/>
                    <a:pt x="2999" y="25412"/>
                  </a:cubicBezTo>
                  <a:cubicBezTo>
                    <a:pt x="4952" y="26402"/>
                    <a:pt x="6157" y="28356"/>
                    <a:pt x="6157" y="30524"/>
                  </a:cubicBezTo>
                  <a:cubicBezTo>
                    <a:pt x="6157" y="32692"/>
                    <a:pt x="4952" y="34646"/>
                    <a:pt x="2999" y="35636"/>
                  </a:cubicBezTo>
                  <a:cubicBezTo>
                    <a:pt x="2945" y="35663"/>
                    <a:pt x="2918" y="35717"/>
                    <a:pt x="2918" y="35770"/>
                  </a:cubicBezTo>
                  <a:cubicBezTo>
                    <a:pt x="3079" y="37831"/>
                    <a:pt x="1607" y="39651"/>
                    <a:pt x="81" y="40535"/>
                  </a:cubicBezTo>
                  <a:cubicBezTo>
                    <a:pt x="54" y="40561"/>
                    <a:pt x="28" y="40588"/>
                    <a:pt x="1" y="40615"/>
                  </a:cubicBezTo>
                  <a:cubicBezTo>
                    <a:pt x="1" y="40668"/>
                    <a:pt x="28" y="40749"/>
                    <a:pt x="54" y="40775"/>
                  </a:cubicBezTo>
                  <a:cubicBezTo>
                    <a:pt x="1794" y="41766"/>
                    <a:pt x="2918" y="43639"/>
                    <a:pt x="2918" y="45540"/>
                  </a:cubicBezTo>
                  <a:cubicBezTo>
                    <a:pt x="2918" y="45540"/>
                    <a:pt x="2918" y="45566"/>
                    <a:pt x="2918" y="45566"/>
                  </a:cubicBezTo>
                  <a:cubicBezTo>
                    <a:pt x="2918" y="45620"/>
                    <a:pt x="2945" y="45674"/>
                    <a:pt x="2999" y="45674"/>
                  </a:cubicBezTo>
                  <a:cubicBezTo>
                    <a:pt x="4952" y="46664"/>
                    <a:pt x="6157" y="48618"/>
                    <a:pt x="6157" y="50786"/>
                  </a:cubicBezTo>
                  <a:cubicBezTo>
                    <a:pt x="6157" y="52954"/>
                    <a:pt x="4952" y="54934"/>
                    <a:pt x="2999" y="55898"/>
                  </a:cubicBezTo>
                  <a:cubicBezTo>
                    <a:pt x="2945" y="55925"/>
                    <a:pt x="2918" y="55952"/>
                    <a:pt x="2918" y="56005"/>
                  </a:cubicBezTo>
                  <a:cubicBezTo>
                    <a:pt x="2865" y="58012"/>
                    <a:pt x="1821" y="59806"/>
                    <a:pt x="81" y="60796"/>
                  </a:cubicBezTo>
                  <a:cubicBezTo>
                    <a:pt x="54" y="60823"/>
                    <a:pt x="28" y="60850"/>
                    <a:pt x="1" y="60903"/>
                  </a:cubicBezTo>
                  <a:cubicBezTo>
                    <a:pt x="1" y="60957"/>
                    <a:pt x="28" y="61010"/>
                    <a:pt x="54" y="61037"/>
                  </a:cubicBezTo>
                  <a:cubicBezTo>
                    <a:pt x="1794" y="62054"/>
                    <a:pt x="2865" y="63847"/>
                    <a:pt x="2918" y="65828"/>
                  </a:cubicBezTo>
                  <a:cubicBezTo>
                    <a:pt x="2918" y="65882"/>
                    <a:pt x="2945" y="65935"/>
                    <a:pt x="2999" y="65962"/>
                  </a:cubicBezTo>
                  <a:cubicBezTo>
                    <a:pt x="4952" y="66925"/>
                    <a:pt x="6157" y="68879"/>
                    <a:pt x="6157" y="71047"/>
                  </a:cubicBezTo>
                  <a:cubicBezTo>
                    <a:pt x="6157" y="73242"/>
                    <a:pt x="4952" y="75196"/>
                    <a:pt x="2999" y="76160"/>
                  </a:cubicBezTo>
                  <a:cubicBezTo>
                    <a:pt x="2945" y="76186"/>
                    <a:pt x="2918" y="76240"/>
                    <a:pt x="2918" y="76267"/>
                  </a:cubicBezTo>
                  <a:cubicBezTo>
                    <a:pt x="2865" y="78274"/>
                    <a:pt x="1821" y="80067"/>
                    <a:pt x="81" y="81084"/>
                  </a:cubicBezTo>
                  <a:cubicBezTo>
                    <a:pt x="1" y="81111"/>
                    <a:pt x="1" y="81191"/>
                    <a:pt x="28" y="81245"/>
                  </a:cubicBezTo>
                  <a:cubicBezTo>
                    <a:pt x="45" y="81296"/>
                    <a:pt x="83" y="81315"/>
                    <a:pt x="123" y="81315"/>
                  </a:cubicBezTo>
                  <a:cubicBezTo>
                    <a:pt x="145" y="81315"/>
                    <a:pt x="169" y="81308"/>
                    <a:pt x="188" y="81299"/>
                  </a:cubicBezTo>
                  <a:cubicBezTo>
                    <a:pt x="1981" y="80255"/>
                    <a:pt x="3106" y="78408"/>
                    <a:pt x="3159" y="76347"/>
                  </a:cubicBezTo>
                  <a:cubicBezTo>
                    <a:pt x="5167" y="75330"/>
                    <a:pt x="6398" y="73296"/>
                    <a:pt x="6398" y="71047"/>
                  </a:cubicBezTo>
                  <a:cubicBezTo>
                    <a:pt x="6398" y="68826"/>
                    <a:pt x="5167" y="66792"/>
                    <a:pt x="3159" y="65748"/>
                  </a:cubicBezTo>
                  <a:cubicBezTo>
                    <a:pt x="3106" y="63767"/>
                    <a:pt x="2062" y="61974"/>
                    <a:pt x="376" y="60930"/>
                  </a:cubicBezTo>
                  <a:cubicBezTo>
                    <a:pt x="2062" y="59859"/>
                    <a:pt x="3106" y="58093"/>
                    <a:pt x="3159" y="56085"/>
                  </a:cubicBezTo>
                  <a:cubicBezTo>
                    <a:pt x="5167" y="55068"/>
                    <a:pt x="6398" y="53034"/>
                    <a:pt x="6398" y="50786"/>
                  </a:cubicBezTo>
                  <a:cubicBezTo>
                    <a:pt x="6398" y="48537"/>
                    <a:pt x="5167" y="46530"/>
                    <a:pt x="3159" y="45486"/>
                  </a:cubicBezTo>
                  <a:cubicBezTo>
                    <a:pt x="3159" y="43586"/>
                    <a:pt x="2062" y="41739"/>
                    <a:pt x="376" y="40668"/>
                  </a:cubicBezTo>
                  <a:cubicBezTo>
                    <a:pt x="1901" y="39705"/>
                    <a:pt x="3293" y="37885"/>
                    <a:pt x="3186" y="35824"/>
                  </a:cubicBezTo>
                  <a:cubicBezTo>
                    <a:pt x="5167" y="34780"/>
                    <a:pt x="6398" y="32772"/>
                    <a:pt x="6398" y="30524"/>
                  </a:cubicBezTo>
                  <a:cubicBezTo>
                    <a:pt x="6398" y="28276"/>
                    <a:pt x="5167" y="26268"/>
                    <a:pt x="3159" y="25225"/>
                  </a:cubicBezTo>
                  <a:cubicBezTo>
                    <a:pt x="3079" y="23244"/>
                    <a:pt x="2035" y="21451"/>
                    <a:pt x="376" y="20407"/>
                  </a:cubicBezTo>
                  <a:cubicBezTo>
                    <a:pt x="2062" y="19336"/>
                    <a:pt x="3186" y="17436"/>
                    <a:pt x="3186" y="15616"/>
                  </a:cubicBezTo>
                  <a:cubicBezTo>
                    <a:pt x="3186" y="15589"/>
                    <a:pt x="3186" y="15589"/>
                    <a:pt x="3186" y="15562"/>
                  </a:cubicBezTo>
                  <a:cubicBezTo>
                    <a:pt x="5167" y="14518"/>
                    <a:pt x="6398" y="12511"/>
                    <a:pt x="6398" y="10263"/>
                  </a:cubicBezTo>
                  <a:cubicBezTo>
                    <a:pt x="6398" y="8014"/>
                    <a:pt x="5167" y="6007"/>
                    <a:pt x="3186" y="4963"/>
                  </a:cubicBezTo>
                  <a:cubicBezTo>
                    <a:pt x="3186" y="3036"/>
                    <a:pt x="1981" y="1055"/>
                    <a:pt x="188" y="11"/>
                  </a:cubicBezTo>
                  <a:cubicBezTo>
                    <a:pt x="174" y="4"/>
                    <a:pt x="158" y="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 name="Google Shape;748;p161"/>
            <p:cNvSpPr/>
            <p:nvPr/>
          </p:nvSpPr>
          <p:spPr>
            <a:xfrm>
              <a:off x="224725" y="2845375"/>
              <a:ext cx="159950" cy="2032675"/>
            </a:xfrm>
            <a:custGeom>
              <a:rect b="b" l="l" r="r" t="t"/>
              <a:pathLst>
                <a:path extrusionOk="0" h="81307" w="6398">
                  <a:moveTo>
                    <a:pt x="126" y="1"/>
                  </a:moveTo>
                  <a:cubicBezTo>
                    <a:pt x="81" y="1"/>
                    <a:pt x="44" y="24"/>
                    <a:pt x="27" y="57"/>
                  </a:cubicBezTo>
                  <a:cubicBezTo>
                    <a:pt x="27" y="84"/>
                    <a:pt x="1" y="110"/>
                    <a:pt x="1" y="137"/>
                  </a:cubicBezTo>
                  <a:cubicBezTo>
                    <a:pt x="1" y="164"/>
                    <a:pt x="27" y="217"/>
                    <a:pt x="81" y="244"/>
                  </a:cubicBezTo>
                  <a:cubicBezTo>
                    <a:pt x="1821" y="1234"/>
                    <a:pt x="2972" y="3162"/>
                    <a:pt x="2918" y="5035"/>
                  </a:cubicBezTo>
                  <a:cubicBezTo>
                    <a:pt x="2945" y="5089"/>
                    <a:pt x="2945" y="5142"/>
                    <a:pt x="2998" y="5142"/>
                  </a:cubicBezTo>
                  <a:cubicBezTo>
                    <a:pt x="4952" y="6133"/>
                    <a:pt x="6157" y="8086"/>
                    <a:pt x="6157" y="10254"/>
                  </a:cubicBezTo>
                  <a:cubicBezTo>
                    <a:pt x="6157" y="12422"/>
                    <a:pt x="4952" y="14376"/>
                    <a:pt x="2998" y="15367"/>
                  </a:cubicBezTo>
                  <a:cubicBezTo>
                    <a:pt x="2945" y="15393"/>
                    <a:pt x="2918" y="15447"/>
                    <a:pt x="2918" y="15474"/>
                  </a:cubicBezTo>
                  <a:cubicBezTo>
                    <a:pt x="2972" y="17321"/>
                    <a:pt x="1848" y="19248"/>
                    <a:pt x="108" y="20265"/>
                  </a:cubicBezTo>
                  <a:cubicBezTo>
                    <a:pt x="54" y="20292"/>
                    <a:pt x="27" y="20318"/>
                    <a:pt x="27" y="20345"/>
                  </a:cubicBezTo>
                  <a:cubicBezTo>
                    <a:pt x="1" y="20425"/>
                    <a:pt x="27" y="20479"/>
                    <a:pt x="81" y="20506"/>
                  </a:cubicBezTo>
                  <a:cubicBezTo>
                    <a:pt x="1794" y="21496"/>
                    <a:pt x="2865" y="23289"/>
                    <a:pt x="2918" y="25297"/>
                  </a:cubicBezTo>
                  <a:cubicBezTo>
                    <a:pt x="2945" y="25350"/>
                    <a:pt x="2972"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106" y="37823"/>
                    <a:pt x="1633" y="39643"/>
                    <a:pt x="108" y="40526"/>
                  </a:cubicBezTo>
                  <a:cubicBezTo>
                    <a:pt x="54" y="40553"/>
                    <a:pt x="27" y="40580"/>
                    <a:pt x="27" y="40633"/>
                  </a:cubicBezTo>
                  <a:cubicBezTo>
                    <a:pt x="1" y="40687"/>
                    <a:pt x="27" y="40741"/>
                    <a:pt x="81" y="40767"/>
                  </a:cubicBezTo>
                  <a:cubicBezTo>
                    <a:pt x="1821" y="41784"/>
                    <a:pt x="2918" y="43631"/>
                    <a:pt x="2918" y="45532"/>
                  </a:cubicBezTo>
                  <a:cubicBezTo>
                    <a:pt x="2918" y="45558"/>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108" y="60815"/>
                  </a:cubicBezTo>
                  <a:cubicBezTo>
                    <a:pt x="54" y="60815"/>
                    <a:pt x="27" y="60841"/>
                    <a:pt x="27" y="60895"/>
                  </a:cubicBezTo>
                  <a:cubicBezTo>
                    <a:pt x="1" y="60949"/>
                    <a:pt x="27"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7" y="81103"/>
                    <a:pt x="1" y="81183"/>
                    <a:pt x="27" y="81237"/>
                  </a:cubicBezTo>
                  <a:cubicBezTo>
                    <a:pt x="61" y="81288"/>
                    <a:pt x="95" y="81306"/>
                    <a:pt x="136" y="81306"/>
                  </a:cubicBezTo>
                  <a:cubicBezTo>
                    <a:pt x="160" y="81306"/>
                    <a:pt x="185" y="81300"/>
                    <a:pt x="215" y="81290"/>
                  </a:cubicBezTo>
                  <a:cubicBezTo>
                    <a:pt x="2008" y="80247"/>
                    <a:pt x="3106" y="78400"/>
                    <a:pt x="3186" y="76366"/>
                  </a:cubicBezTo>
                  <a:cubicBezTo>
                    <a:pt x="5166" y="75322"/>
                    <a:pt x="6398" y="73288"/>
                    <a:pt x="6398" y="71066"/>
                  </a:cubicBezTo>
                  <a:cubicBezTo>
                    <a:pt x="6398" y="68818"/>
                    <a:pt x="5166" y="66783"/>
                    <a:pt x="3186" y="65766"/>
                  </a:cubicBezTo>
                  <a:cubicBezTo>
                    <a:pt x="3106" y="63759"/>
                    <a:pt x="2062" y="61992"/>
                    <a:pt x="375" y="60922"/>
                  </a:cubicBezTo>
                  <a:cubicBezTo>
                    <a:pt x="2062" y="59878"/>
                    <a:pt x="3106" y="58085"/>
                    <a:pt x="3186" y="56077"/>
                  </a:cubicBezTo>
                  <a:cubicBezTo>
                    <a:pt x="5166" y="55060"/>
                    <a:pt x="6398" y="53026"/>
                    <a:pt x="6398" y="50778"/>
                  </a:cubicBezTo>
                  <a:cubicBezTo>
                    <a:pt x="6398" y="48556"/>
                    <a:pt x="5166" y="46522"/>
                    <a:pt x="3186" y="45505"/>
                  </a:cubicBezTo>
                  <a:cubicBezTo>
                    <a:pt x="3159" y="43604"/>
                    <a:pt x="2088" y="41731"/>
                    <a:pt x="375" y="40660"/>
                  </a:cubicBezTo>
                  <a:cubicBezTo>
                    <a:pt x="1901" y="39697"/>
                    <a:pt x="3293" y="37877"/>
                    <a:pt x="3186" y="35816"/>
                  </a:cubicBezTo>
                  <a:cubicBezTo>
                    <a:pt x="5166" y="34799"/>
                    <a:pt x="6398" y="32764"/>
                    <a:pt x="6398" y="30516"/>
                  </a:cubicBezTo>
                  <a:cubicBezTo>
                    <a:pt x="6398" y="28268"/>
                    <a:pt x="5166" y="26260"/>
                    <a:pt x="3186" y="25216"/>
                  </a:cubicBezTo>
                  <a:cubicBezTo>
                    <a:pt x="3079" y="23236"/>
                    <a:pt x="2062" y="21442"/>
                    <a:pt x="375" y="20399"/>
                  </a:cubicBezTo>
                  <a:cubicBezTo>
                    <a:pt x="2088" y="19328"/>
                    <a:pt x="3186" y="17454"/>
                    <a:pt x="3186" y="15608"/>
                  </a:cubicBezTo>
                  <a:cubicBezTo>
                    <a:pt x="3186" y="15581"/>
                    <a:pt x="3186" y="15581"/>
                    <a:pt x="3186" y="15554"/>
                  </a:cubicBezTo>
                  <a:cubicBezTo>
                    <a:pt x="5166" y="14510"/>
                    <a:pt x="6398" y="12503"/>
                    <a:pt x="6398" y="10254"/>
                  </a:cubicBezTo>
                  <a:cubicBezTo>
                    <a:pt x="6398" y="8006"/>
                    <a:pt x="5166" y="5999"/>
                    <a:pt x="3186" y="4955"/>
                  </a:cubicBezTo>
                  <a:cubicBezTo>
                    <a:pt x="3186" y="3028"/>
                    <a:pt x="1981" y="1047"/>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49" name="Google Shape;749;p161"/>
          <p:cNvSpPr/>
          <p:nvPr/>
        </p:nvSpPr>
        <p:spPr>
          <a:xfrm>
            <a:off x="2025295" y="640223"/>
            <a:ext cx="1915200" cy="19152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50" name="Google Shape;750;p161"/>
          <p:cNvGrpSpPr/>
          <p:nvPr/>
        </p:nvGrpSpPr>
        <p:grpSpPr>
          <a:xfrm>
            <a:off x="2794804" y="1419152"/>
            <a:ext cx="1830972" cy="1822411"/>
            <a:chOff x="2414491" y="671177"/>
            <a:chExt cx="1830972" cy="1822411"/>
          </a:xfrm>
        </p:grpSpPr>
        <p:sp>
          <p:nvSpPr>
            <p:cNvPr id="751" name="Google Shape;751;p161"/>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 name="Google Shape;752;p161"/>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 name="Google Shape;753;p161"/>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 name="Google Shape;754;p161"/>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 name="Google Shape;755;p161"/>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 name="Google Shape;756;p161"/>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 name="Google Shape;757;p161"/>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 name="Google Shape;758;p161"/>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 name="Google Shape;759;p161"/>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 name="Google Shape;760;p161"/>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 name="Google Shape;761;p161"/>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 name="Google Shape;762;p161"/>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 name="Google Shape;763;p161"/>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 name="Google Shape;764;p161"/>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 name="Google Shape;765;p161"/>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 name="Google Shape;766;p161"/>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 name="Google Shape;767;p161"/>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 name="Google Shape;768;p161"/>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 name="Google Shape;769;p161"/>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 name="Google Shape;770;p161"/>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 name="Google Shape;771;p161"/>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 name="Google Shape;772;p161"/>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 name="Google Shape;773;p161"/>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 name="Google Shape;774;p161"/>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 name="Google Shape;775;p161"/>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 name="Google Shape;776;p161"/>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 name="Google Shape;777;p161"/>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 name="Google Shape;778;p161"/>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 name="Google Shape;779;p161"/>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 name="Google Shape;780;p161"/>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 name="Google Shape;781;p161"/>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 name="Google Shape;782;p161"/>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 name="Google Shape;783;p161"/>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 name="Google Shape;784;p161"/>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8">
  <p:cSld name="CUSTOM_56_1">
    <p:spTree>
      <p:nvGrpSpPr>
        <p:cNvPr id="785" name="Shape 785"/>
        <p:cNvGrpSpPr/>
        <p:nvPr/>
      </p:nvGrpSpPr>
      <p:grpSpPr>
        <a:xfrm>
          <a:off x="0" y="0"/>
          <a:ext cx="0" cy="0"/>
          <a:chOff x="0" y="0"/>
          <a:chExt cx="0" cy="0"/>
        </a:xfrm>
      </p:grpSpPr>
      <p:sp>
        <p:nvSpPr>
          <p:cNvPr id="786" name="Google Shape;786;p162"/>
          <p:cNvSpPr/>
          <p:nvPr/>
        </p:nvSpPr>
        <p:spPr>
          <a:xfrm>
            <a:off x="4641450" y="534225"/>
            <a:ext cx="3513000" cy="40317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1"/>
              </a:solidFill>
              <a:latin typeface="Arial"/>
              <a:ea typeface="Arial"/>
              <a:cs typeface="Arial"/>
              <a:sym typeface="Arial"/>
            </a:endParaRPr>
          </a:p>
        </p:txBody>
      </p:sp>
      <p:sp>
        <p:nvSpPr>
          <p:cNvPr id="787" name="Google Shape;787;p162"/>
          <p:cNvSpPr/>
          <p:nvPr/>
        </p:nvSpPr>
        <p:spPr>
          <a:xfrm rot="10800000">
            <a:off x="-1183925" y="-623592"/>
            <a:ext cx="4913539" cy="3022943"/>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 name="Google Shape;788;p162"/>
          <p:cNvSpPr/>
          <p:nvPr/>
        </p:nvSpPr>
        <p:spPr>
          <a:xfrm>
            <a:off x="1860975" y="1631350"/>
            <a:ext cx="1758151" cy="2296225"/>
          </a:xfrm>
          <a:custGeom>
            <a:rect b="b" l="l" r="r" t="t"/>
            <a:pathLst>
              <a:path extrusionOk="0" h="22564" w="17277">
                <a:moveTo>
                  <a:pt x="9074" y="0"/>
                </a:moveTo>
                <a:cubicBezTo>
                  <a:pt x="8555" y="0"/>
                  <a:pt x="8010" y="60"/>
                  <a:pt x="7441" y="188"/>
                </a:cubicBezTo>
                <a:cubicBezTo>
                  <a:pt x="2543" y="1285"/>
                  <a:pt x="1" y="6692"/>
                  <a:pt x="54" y="12607"/>
                </a:cubicBezTo>
                <a:cubicBezTo>
                  <a:pt x="134" y="18683"/>
                  <a:pt x="3989" y="22189"/>
                  <a:pt x="8592" y="22564"/>
                </a:cubicBezTo>
                <a:cubicBezTo>
                  <a:pt x="14641" y="22082"/>
                  <a:pt x="16354" y="18388"/>
                  <a:pt x="16836" y="12312"/>
                </a:cubicBezTo>
                <a:cubicBezTo>
                  <a:pt x="17276" y="6737"/>
                  <a:pt x="14567" y="0"/>
                  <a:pt x="907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 name="Google Shape;789;p162"/>
          <p:cNvSpPr/>
          <p:nvPr/>
        </p:nvSpPr>
        <p:spPr>
          <a:xfrm flipH="1" rot="-1848056">
            <a:off x="3421950" y="2383786"/>
            <a:ext cx="1938888" cy="3305698"/>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 name="Google Shape;790;p162"/>
          <p:cNvSpPr/>
          <p:nvPr/>
        </p:nvSpPr>
        <p:spPr>
          <a:xfrm rot="10800000">
            <a:off x="-892221" y="2755207"/>
            <a:ext cx="3210883" cy="3197570"/>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9">
  <p:cSld name="CUSTOM_57">
    <p:spTree>
      <p:nvGrpSpPr>
        <p:cNvPr id="791" name="Shape 791"/>
        <p:cNvGrpSpPr/>
        <p:nvPr/>
      </p:nvGrpSpPr>
      <p:grpSpPr>
        <a:xfrm>
          <a:off x="0" y="0"/>
          <a:ext cx="0" cy="0"/>
          <a:chOff x="0" y="0"/>
          <a:chExt cx="0" cy="0"/>
        </a:xfrm>
      </p:grpSpPr>
      <p:sp>
        <p:nvSpPr>
          <p:cNvPr id="792" name="Google Shape;792;p163"/>
          <p:cNvSpPr/>
          <p:nvPr/>
        </p:nvSpPr>
        <p:spPr>
          <a:xfrm flipH="1">
            <a:off x="1008588" y="534225"/>
            <a:ext cx="3513000" cy="40317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1"/>
              </a:solidFill>
              <a:latin typeface="Arial"/>
              <a:ea typeface="Arial"/>
              <a:cs typeface="Arial"/>
              <a:sym typeface="Arial"/>
            </a:endParaRPr>
          </a:p>
        </p:txBody>
      </p:sp>
      <p:sp>
        <p:nvSpPr>
          <p:cNvPr id="793" name="Google Shape;793;p163"/>
          <p:cNvSpPr/>
          <p:nvPr/>
        </p:nvSpPr>
        <p:spPr>
          <a:xfrm flipH="1" rot="-5400000">
            <a:off x="5336828" y="1091734"/>
            <a:ext cx="4906632" cy="3196913"/>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 name="Google Shape;794;p163"/>
          <p:cNvSpPr/>
          <p:nvPr/>
        </p:nvSpPr>
        <p:spPr>
          <a:xfrm flipH="1">
            <a:off x="3423660" y="3435644"/>
            <a:ext cx="1419128" cy="1251787"/>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5" name="Google Shape;795;p163"/>
          <p:cNvGrpSpPr/>
          <p:nvPr/>
        </p:nvGrpSpPr>
        <p:grpSpPr>
          <a:xfrm flipH="1">
            <a:off x="4535411" y="548656"/>
            <a:ext cx="2270935" cy="2260335"/>
            <a:chOff x="6762468" y="1386456"/>
            <a:chExt cx="2270935" cy="2260335"/>
          </a:xfrm>
        </p:grpSpPr>
        <p:sp>
          <p:nvSpPr>
            <p:cNvPr id="796" name="Google Shape;796;p163"/>
            <p:cNvSpPr/>
            <p:nvPr/>
          </p:nvSpPr>
          <p:spPr>
            <a:xfrm>
              <a:off x="6762468" y="1386456"/>
              <a:ext cx="2270935" cy="2260292"/>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 name="Google Shape;797;p163"/>
            <p:cNvSpPr/>
            <p:nvPr/>
          </p:nvSpPr>
          <p:spPr>
            <a:xfrm>
              <a:off x="7236329" y="1587480"/>
              <a:ext cx="12035" cy="9350"/>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 name="Google Shape;798;p163"/>
            <p:cNvSpPr/>
            <p:nvPr/>
          </p:nvSpPr>
          <p:spPr>
            <a:xfrm>
              <a:off x="7364144" y="1394464"/>
              <a:ext cx="356781" cy="300882"/>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 name="Google Shape;799;p163"/>
            <p:cNvSpPr/>
            <p:nvPr/>
          </p:nvSpPr>
          <p:spPr>
            <a:xfrm>
              <a:off x="7836713" y="1386456"/>
              <a:ext cx="358124" cy="308889"/>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 name="Google Shape;800;p163"/>
            <p:cNvSpPr/>
            <p:nvPr/>
          </p:nvSpPr>
          <p:spPr>
            <a:xfrm>
              <a:off x="8310574" y="1516908"/>
              <a:ext cx="135819" cy="79920"/>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 name="Google Shape;801;p163"/>
            <p:cNvSpPr/>
            <p:nvPr/>
          </p:nvSpPr>
          <p:spPr>
            <a:xfrm>
              <a:off x="8484940" y="1543565"/>
              <a:ext cx="8057" cy="151784"/>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 name="Google Shape;802;p163"/>
            <p:cNvSpPr/>
            <p:nvPr/>
          </p:nvSpPr>
          <p:spPr>
            <a:xfrm>
              <a:off x="6838311" y="2099984"/>
              <a:ext cx="2735" cy="537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 name="Google Shape;803;p163"/>
            <p:cNvSpPr/>
            <p:nvPr/>
          </p:nvSpPr>
          <p:spPr>
            <a:xfrm>
              <a:off x="7012727" y="1801781"/>
              <a:ext cx="2686" cy="273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 name="Google Shape;804;p163"/>
            <p:cNvSpPr/>
            <p:nvPr/>
          </p:nvSpPr>
          <p:spPr>
            <a:xfrm>
              <a:off x="6912862" y="1942876"/>
              <a:ext cx="102548" cy="63956"/>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 name="Google Shape;805;p163"/>
            <p:cNvSpPr/>
            <p:nvPr/>
          </p:nvSpPr>
          <p:spPr>
            <a:xfrm>
              <a:off x="7131192" y="1696645"/>
              <a:ext cx="356781" cy="408702"/>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 name="Google Shape;806;p163"/>
            <p:cNvSpPr/>
            <p:nvPr/>
          </p:nvSpPr>
          <p:spPr>
            <a:xfrm>
              <a:off x="7603761" y="1696645"/>
              <a:ext cx="358124" cy="40735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 name="Google Shape;807;p163"/>
            <p:cNvSpPr/>
            <p:nvPr/>
          </p:nvSpPr>
          <p:spPr>
            <a:xfrm>
              <a:off x="8077622" y="1696645"/>
              <a:ext cx="356781" cy="40735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 name="Google Shape;808;p163"/>
            <p:cNvSpPr/>
            <p:nvPr/>
          </p:nvSpPr>
          <p:spPr>
            <a:xfrm>
              <a:off x="8550190" y="1736581"/>
              <a:ext cx="356781" cy="367424"/>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 name="Google Shape;809;p163"/>
            <p:cNvSpPr/>
            <p:nvPr/>
          </p:nvSpPr>
          <p:spPr>
            <a:xfrm>
              <a:off x="6891576" y="2115948"/>
              <a:ext cx="356781" cy="40735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 name="Google Shape;810;p163"/>
            <p:cNvSpPr/>
            <p:nvPr/>
          </p:nvSpPr>
          <p:spPr>
            <a:xfrm>
              <a:off x="7364144" y="2115948"/>
              <a:ext cx="356781" cy="40735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 name="Google Shape;811;p163"/>
            <p:cNvSpPr/>
            <p:nvPr/>
          </p:nvSpPr>
          <p:spPr>
            <a:xfrm>
              <a:off x="7836713" y="2115948"/>
              <a:ext cx="358124" cy="40735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 name="Google Shape;812;p163"/>
            <p:cNvSpPr/>
            <p:nvPr/>
          </p:nvSpPr>
          <p:spPr>
            <a:xfrm>
              <a:off x="8310574" y="2114606"/>
              <a:ext cx="356781" cy="408702"/>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 name="Google Shape;813;p163"/>
            <p:cNvSpPr/>
            <p:nvPr/>
          </p:nvSpPr>
          <p:spPr>
            <a:xfrm>
              <a:off x="8783142" y="2114606"/>
              <a:ext cx="239661" cy="408702"/>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 name="Google Shape;814;p163"/>
            <p:cNvSpPr/>
            <p:nvPr/>
          </p:nvSpPr>
          <p:spPr>
            <a:xfrm>
              <a:off x="6773111" y="2511280"/>
              <a:ext cx="242297" cy="40735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 name="Google Shape;815;p163"/>
            <p:cNvSpPr/>
            <p:nvPr/>
          </p:nvSpPr>
          <p:spPr>
            <a:xfrm>
              <a:off x="7131192" y="2511280"/>
              <a:ext cx="356781" cy="40735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 name="Google Shape;816;p163"/>
            <p:cNvSpPr/>
            <p:nvPr/>
          </p:nvSpPr>
          <p:spPr>
            <a:xfrm>
              <a:off x="7603761" y="2511280"/>
              <a:ext cx="358124" cy="40735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 name="Google Shape;817;p163"/>
            <p:cNvSpPr/>
            <p:nvPr/>
          </p:nvSpPr>
          <p:spPr>
            <a:xfrm>
              <a:off x="8077622" y="2511280"/>
              <a:ext cx="356781" cy="40735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 name="Google Shape;818;p163"/>
            <p:cNvSpPr/>
            <p:nvPr/>
          </p:nvSpPr>
          <p:spPr>
            <a:xfrm>
              <a:off x="8550190" y="2511280"/>
              <a:ext cx="356781" cy="40735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 name="Google Shape;819;p163"/>
            <p:cNvSpPr/>
            <p:nvPr/>
          </p:nvSpPr>
          <p:spPr>
            <a:xfrm>
              <a:off x="6891576" y="2934613"/>
              <a:ext cx="356781" cy="363445"/>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 name="Google Shape;820;p163"/>
            <p:cNvSpPr/>
            <p:nvPr/>
          </p:nvSpPr>
          <p:spPr>
            <a:xfrm>
              <a:off x="7364144" y="2934613"/>
              <a:ext cx="356781" cy="40735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 name="Google Shape;821;p163"/>
            <p:cNvSpPr/>
            <p:nvPr/>
          </p:nvSpPr>
          <p:spPr>
            <a:xfrm>
              <a:off x="7836713" y="2934613"/>
              <a:ext cx="358124" cy="40735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 name="Google Shape;822;p163"/>
            <p:cNvSpPr/>
            <p:nvPr/>
          </p:nvSpPr>
          <p:spPr>
            <a:xfrm>
              <a:off x="8310574" y="2934613"/>
              <a:ext cx="356781" cy="40735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 name="Google Shape;823;p163"/>
            <p:cNvSpPr/>
            <p:nvPr/>
          </p:nvSpPr>
          <p:spPr>
            <a:xfrm>
              <a:off x="8783142" y="3033085"/>
              <a:ext cx="97227" cy="6127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 name="Google Shape;824;p163"/>
            <p:cNvSpPr/>
            <p:nvPr/>
          </p:nvSpPr>
          <p:spPr>
            <a:xfrm>
              <a:off x="7345494" y="3428467"/>
              <a:ext cx="142484" cy="85242"/>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 name="Google Shape;825;p163"/>
            <p:cNvSpPr/>
            <p:nvPr/>
          </p:nvSpPr>
          <p:spPr>
            <a:xfrm>
              <a:off x="7305558" y="3329945"/>
              <a:ext cx="8057" cy="161133"/>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 name="Google Shape;826;p163"/>
            <p:cNvSpPr/>
            <p:nvPr/>
          </p:nvSpPr>
          <p:spPr>
            <a:xfrm>
              <a:off x="7603761" y="3329945"/>
              <a:ext cx="358124" cy="316846"/>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 name="Google Shape;827;p163"/>
            <p:cNvSpPr/>
            <p:nvPr/>
          </p:nvSpPr>
          <p:spPr>
            <a:xfrm>
              <a:off x="8077622" y="3329945"/>
              <a:ext cx="356781" cy="307546"/>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 name="Google Shape;828;p163"/>
            <p:cNvSpPr/>
            <p:nvPr/>
          </p:nvSpPr>
          <p:spPr>
            <a:xfrm>
              <a:off x="8550190" y="3428467"/>
              <a:ext cx="16014" cy="12035"/>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0">
  <p:cSld name="CUSTOM_58">
    <p:spTree>
      <p:nvGrpSpPr>
        <p:cNvPr id="829" name="Shape 829"/>
        <p:cNvGrpSpPr/>
        <p:nvPr/>
      </p:nvGrpSpPr>
      <p:grpSpPr>
        <a:xfrm>
          <a:off x="0" y="0"/>
          <a:ext cx="0" cy="0"/>
          <a:chOff x="0" y="0"/>
          <a:chExt cx="0" cy="0"/>
        </a:xfrm>
      </p:grpSpPr>
      <p:sp>
        <p:nvSpPr>
          <p:cNvPr id="830" name="Google Shape;830;p164"/>
          <p:cNvSpPr/>
          <p:nvPr/>
        </p:nvSpPr>
        <p:spPr>
          <a:xfrm flipH="1">
            <a:off x="1008588" y="534225"/>
            <a:ext cx="3513000" cy="40317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1"/>
              </a:solidFill>
              <a:latin typeface="Arial"/>
              <a:ea typeface="Arial"/>
              <a:cs typeface="Arial"/>
              <a:sym typeface="Arial"/>
            </a:endParaRPr>
          </a:p>
        </p:txBody>
      </p:sp>
      <p:sp>
        <p:nvSpPr>
          <p:cNvPr id="831" name="Google Shape;831;p164"/>
          <p:cNvSpPr/>
          <p:nvPr/>
        </p:nvSpPr>
        <p:spPr>
          <a:xfrm flipH="1" rot="-2266405">
            <a:off x="6427723" y="2503263"/>
            <a:ext cx="1938828" cy="3305595"/>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 name="Google Shape;832;p164"/>
          <p:cNvSpPr/>
          <p:nvPr/>
        </p:nvSpPr>
        <p:spPr>
          <a:xfrm>
            <a:off x="5666513" y="-1056875"/>
            <a:ext cx="3967449" cy="3950999"/>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 name="Google Shape;833;p164"/>
          <p:cNvSpPr/>
          <p:nvPr/>
        </p:nvSpPr>
        <p:spPr>
          <a:xfrm flipH="1">
            <a:off x="4993460" y="976475"/>
            <a:ext cx="1871779" cy="1796023"/>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1">
  <p:cSld name="CUSTOM_59">
    <p:spTree>
      <p:nvGrpSpPr>
        <p:cNvPr id="834" name="Shape 834"/>
        <p:cNvGrpSpPr/>
        <p:nvPr/>
      </p:nvGrpSpPr>
      <p:grpSpPr>
        <a:xfrm>
          <a:off x="0" y="0"/>
          <a:ext cx="0" cy="0"/>
          <a:chOff x="0" y="0"/>
          <a:chExt cx="0" cy="0"/>
        </a:xfrm>
      </p:grpSpPr>
      <p:sp>
        <p:nvSpPr>
          <p:cNvPr id="835" name="Google Shape;835;p165"/>
          <p:cNvSpPr/>
          <p:nvPr/>
        </p:nvSpPr>
        <p:spPr>
          <a:xfrm flipH="1">
            <a:off x="1017188" y="539150"/>
            <a:ext cx="3513000" cy="4031700"/>
          </a:xfrm>
          <a:prstGeom prst="rect">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1"/>
              </a:solidFill>
              <a:latin typeface="Arial"/>
              <a:ea typeface="Arial"/>
              <a:cs typeface="Arial"/>
              <a:sym typeface="Arial"/>
            </a:endParaRPr>
          </a:p>
        </p:txBody>
      </p:sp>
      <p:grpSp>
        <p:nvGrpSpPr>
          <p:cNvPr id="836" name="Google Shape;836;p165"/>
          <p:cNvGrpSpPr/>
          <p:nvPr/>
        </p:nvGrpSpPr>
        <p:grpSpPr>
          <a:xfrm flipH="1" rot="5400000">
            <a:off x="5410792" y="1327438"/>
            <a:ext cx="2277317" cy="5304377"/>
            <a:chOff x="224725" y="566950"/>
            <a:chExt cx="1850875" cy="4311100"/>
          </a:xfrm>
        </p:grpSpPr>
        <p:sp>
          <p:nvSpPr>
            <p:cNvPr id="837" name="Google Shape;837;p165"/>
            <p:cNvSpPr/>
            <p:nvPr/>
          </p:nvSpPr>
          <p:spPr>
            <a:xfrm>
              <a:off x="1914975" y="566950"/>
              <a:ext cx="160625" cy="2033000"/>
            </a:xfrm>
            <a:custGeom>
              <a:rect b="b" l="l" r="r" t="t"/>
              <a:pathLst>
                <a:path extrusionOk="0" h="81320" w="6425">
                  <a:moveTo>
                    <a:pt x="126" y="1"/>
                  </a:moveTo>
                  <a:cubicBezTo>
                    <a:pt x="81" y="1"/>
                    <a:pt x="44" y="24"/>
                    <a:pt x="27" y="57"/>
                  </a:cubicBezTo>
                  <a:cubicBezTo>
                    <a:pt x="27" y="84"/>
                    <a:pt x="27" y="110"/>
                    <a:pt x="27" y="137"/>
                  </a:cubicBezTo>
                  <a:cubicBezTo>
                    <a:pt x="27" y="164"/>
                    <a:pt x="27"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45" y="15394"/>
                    <a:pt x="2945" y="15447"/>
                    <a:pt x="2945" y="15501"/>
                  </a:cubicBezTo>
                  <a:cubicBezTo>
                    <a:pt x="2998" y="17321"/>
                    <a:pt x="1848" y="19248"/>
                    <a:pt x="108" y="20292"/>
                  </a:cubicBezTo>
                  <a:cubicBezTo>
                    <a:pt x="54" y="20292"/>
                    <a:pt x="27" y="20318"/>
                    <a:pt x="27" y="20372"/>
                  </a:cubicBezTo>
                  <a:cubicBezTo>
                    <a:pt x="1" y="20425"/>
                    <a:pt x="27" y="20479"/>
                    <a:pt x="81" y="20506"/>
                  </a:cubicBezTo>
                  <a:cubicBezTo>
                    <a:pt x="1794" y="21496"/>
                    <a:pt x="2865" y="23316"/>
                    <a:pt x="2945" y="25324"/>
                  </a:cubicBezTo>
                  <a:cubicBezTo>
                    <a:pt x="2945" y="25350"/>
                    <a:pt x="2972" y="25404"/>
                    <a:pt x="2998" y="25431"/>
                  </a:cubicBezTo>
                  <a:cubicBezTo>
                    <a:pt x="4952" y="26394"/>
                    <a:pt x="6157" y="28348"/>
                    <a:pt x="6157" y="30543"/>
                  </a:cubicBezTo>
                  <a:cubicBezTo>
                    <a:pt x="6157" y="32711"/>
                    <a:pt x="4952" y="34665"/>
                    <a:pt x="2998" y="35628"/>
                  </a:cubicBezTo>
                  <a:cubicBezTo>
                    <a:pt x="2945" y="35655"/>
                    <a:pt x="2918" y="35709"/>
                    <a:pt x="2945" y="35762"/>
                  </a:cubicBezTo>
                  <a:cubicBezTo>
                    <a:pt x="3106"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1" y="81297"/>
                    <a:pt x="104" y="81320"/>
                    <a:pt x="145" y="81320"/>
                  </a:cubicBezTo>
                  <a:cubicBezTo>
                    <a:pt x="170" y="81320"/>
                    <a:pt x="194" y="81311"/>
                    <a:pt x="215" y="81290"/>
                  </a:cubicBezTo>
                  <a:cubicBezTo>
                    <a:pt x="2008" y="80273"/>
                    <a:pt x="3106" y="78427"/>
                    <a:pt x="3186" y="76366"/>
                  </a:cubicBezTo>
                  <a:cubicBezTo>
                    <a:pt x="5166" y="75322"/>
                    <a:pt x="6424" y="73314"/>
                    <a:pt x="6424" y="71066"/>
                  </a:cubicBezTo>
                  <a:cubicBezTo>
                    <a:pt x="6424" y="68818"/>
                    <a:pt x="5166" y="66784"/>
                    <a:pt x="3186" y="65766"/>
                  </a:cubicBezTo>
                  <a:cubicBezTo>
                    <a:pt x="3106" y="63786"/>
                    <a:pt x="2062" y="61992"/>
                    <a:pt x="375" y="60922"/>
                  </a:cubicBezTo>
                  <a:cubicBezTo>
                    <a:pt x="2062" y="59878"/>
                    <a:pt x="3106" y="58085"/>
                    <a:pt x="3186" y="56104"/>
                  </a:cubicBezTo>
                  <a:cubicBezTo>
                    <a:pt x="5166" y="55060"/>
                    <a:pt x="6424" y="53053"/>
                    <a:pt x="6424" y="50804"/>
                  </a:cubicBezTo>
                  <a:cubicBezTo>
                    <a:pt x="6424" y="48556"/>
                    <a:pt x="5166" y="46522"/>
                    <a:pt x="3186" y="45505"/>
                  </a:cubicBezTo>
                  <a:cubicBezTo>
                    <a:pt x="3159" y="43604"/>
                    <a:pt x="2088" y="41731"/>
                    <a:pt x="375" y="40660"/>
                  </a:cubicBezTo>
                  <a:cubicBezTo>
                    <a:pt x="1901" y="39723"/>
                    <a:pt x="3320" y="37877"/>
                    <a:pt x="3186" y="35816"/>
                  </a:cubicBezTo>
                  <a:cubicBezTo>
                    <a:pt x="5193" y="34799"/>
                    <a:pt x="6424" y="32764"/>
                    <a:pt x="6424" y="30543"/>
                  </a:cubicBezTo>
                  <a:cubicBezTo>
                    <a:pt x="6424" y="28295"/>
                    <a:pt x="5166" y="26260"/>
                    <a:pt x="3186" y="25243"/>
                  </a:cubicBezTo>
                  <a:cubicBezTo>
                    <a:pt x="3106" y="23236"/>
                    <a:pt x="2062" y="21443"/>
                    <a:pt x="375" y="20399"/>
                  </a:cubicBezTo>
                  <a:cubicBezTo>
                    <a:pt x="2088" y="19328"/>
                    <a:pt x="3186" y="17454"/>
                    <a:pt x="3186" y="15608"/>
                  </a:cubicBezTo>
                  <a:cubicBezTo>
                    <a:pt x="3186" y="15608"/>
                    <a:pt x="3186" y="15581"/>
                    <a:pt x="3186" y="15554"/>
                  </a:cubicBezTo>
                  <a:cubicBezTo>
                    <a:pt x="5166" y="14537"/>
                    <a:pt x="6424" y="12503"/>
                    <a:pt x="6424" y="10255"/>
                  </a:cubicBezTo>
                  <a:cubicBezTo>
                    <a:pt x="6424" y="8033"/>
                    <a:pt x="5166" y="5999"/>
                    <a:pt x="3186" y="4982"/>
                  </a:cubicBezTo>
                  <a:lnTo>
                    <a:pt x="3186" y="4955"/>
                  </a:lnTo>
                  <a:cubicBezTo>
                    <a:pt x="3186" y="3028"/>
                    <a:pt x="2008" y="1074"/>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 name="Google Shape;838;p165"/>
            <p:cNvSpPr/>
            <p:nvPr/>
          </p:nvSpPr>
          <p:spPr>
            <a:xfrm>
              <a:off x="1761075" y="818875"/>
              <a:ext cx="160625" cy="2032875"/>
            </a:xfrm>
            <a:custGeom>
              <a:rect b="b" l="l" r="r" t="t"/>
              <a:pathLst>
                <a:path extrusionOk="0" h="81315" w="6425">
                  <a:moveTo>
                    <a:pt x="149" y="1"/>
                  </a:moveTo>
                  <a:cubicBezTo>
                    <a:pt x="110" y="1"/>
                    <a:pt x="71" y="20"/>
                    <a:pt x="54" y="70"/>
                  </a:cubicBezTo>
                  <a:cubicBezTo>
                    <a:pt x="27" y="70"/>
                    <a:pt x="27" y="97"/>
                    <a:pt x="27" y="124"/>
                  </a:cubicBezTo>
                  <a:cubicBezTo>
                    <a:pt x="27" y="178"/>
                    <a:pt x="54" y="204"/>
                    <a:pt x="81" y="231"/>
                  </a:cubicBezTo>
                  <a:cubicBezTo>
                    <a:pt x="1821" y="1248"/>
                    <a:pt x="2972" y="3175"/>
                    <a:pt x="2945" y="5022"/>
                  </a:cubicBezTo>
                  <a:cubicBezTo>
                    <a:pt x="2945" y="5076"/>
                    <a:pt x="2972" y="5129"/>
                    <a:pt x="2998" y="5156"/>
                  </a:cubicBezTo>
                  <a:cubicBezTo>
                    <a:pt x="4952" y="6119"/>
                    <a:pt x="6183" y="8073"/>
                    <a:pt x="6183" y="10268"/>
                  </a:cubicBezTo>
                  <a:cubicBezTo>
                    <a:pt x="6183" y="12436"/>
                    <a:pt x="4952" y="14390"/>
                    <a:pt x="2998" y="15354"/>
                  </a:cubicBezTo>
                  <a:cubicBezTo>
                    <a:pt x="2972" y="15380"/>
                    <a:pt x="2945" y="15461"/>
                    <a:pt x="2945" y="15487"/>
                  </a:cubicBezTo>
                  <a:cubicBezTo>
                    <a:pt x="2998" y="17334"/>
                    <a:pt x="1847" y="19235"/>
                    <a:pt x="108" y="20278"/>
                  </a:cubicBezTo>
                  <a:cubicBezTo>
                    <a:pt x="81" y="20278"/>
                    <a:pt x="27" y="20305"/>
                    <a:pt x="27" y="20359"/>
                  </a:cubicBezTo>
                  <a:cubicBezTo>
                    <a:pt x="27" y="20412"/>
                    <a:pt x="27" y="20466"/>
                    <a:pt x="81" y="20493"/>
                  </a:cubicBezTo>
                  <a:cubicBezTo>
                    <a:pt x="1821" y="21510"/>
                    <a:pt x="2891" y="23303"/>
                    <a:pt x="2945" y="25310"/>
                  </a:cubicBezTo>
                  <a:cubicBezTo>
                    <a:pt x="2945" y="25364"/>
                    <a:pt x="2972" y="25391"/>
                    <a:pt x="2998" y="25417"/>
                  </a:cubicBezTo>
                  <a:cubicBezTo>
                    <a:pt x="4952" y="26381"/>
                    <a:pt x="6183" y="28362"/>
                    <a:pt x="6183" y="30530"/>
                  </a:cubicBezTo>
                  <a:cubicBezTo>
                    <a:pt x="6183" y="32698"/>
                    <a:pt x="4952" y="34652"/>
                    <a:pt x="2998" y="35642"/>
                  </a:cubicBezTo>
                  <a:cubicBezTo>
                    <a:pt x="2972" y="35642"/>
                    <a:pt x="2945" y="35695"/>
                    <a:pt x="2945" y="35749"/>
                  </a:cubicBezTo>
                  <a:cubicBezTo>
                    <a:pt x="3105" y="37837"/>
                    <a:pt x="1633" y="39630"/>
                    <a:pt x="108" y="40540"/>
                  </a:cubicBezTo>
                  <a:cubicBezTo>
                    <a:pt x="81" y="40540"/>
                    <a:pt x="27" y="40594"/>
                    <a:pt x="27" y="40620"/>
                  </a:cubicBezTo>
                  <a:cubicBezTo>
                    <a:pt x="27" y="40674"/>
                    <a:pt x="27" y="40727"/>
                    <a:pt x="81" y="40754"/>
                  </a:cubicBezTo>
                  <a:cubicBezTo>
                    <a:pt x="1821" y="41771"/>
                    <a:pt x="2945" y="43645"/>
                    <a:pt x="2945" y="45545"/>
                  </a:cubicBezTo>
                  <a:cubicBezTo>
                    <a:pt x="2945" y="45545"/>
                    <a:pt x="2945" y="45545"/>
                    <a:pt x="2945" y="45572"/>
                  </a:cubicBezTo>
                  <a:cubicBezTo>
                    <a:pt x="2945" y="45626"/>
                    <a:pt x="2972" y="45652"/>
                    <a:pt x="2998" y="45679"/>
                  </a:cubicBezTo>
                  <a:cubicBezTo>
                    <a:pt x="4952" y="46669"/>
                    <a:pt x="6183" y="48623"/>
                    <a:pt x="6183" y="50791"/>
                  </a:cubicBezTo>
                  <a:cubicBezTo>
                    <a:pt x="6183" y="52959"/>
                    <a:pt x="4952" y="54913"/>
                    <a:pt x="2998" y="55904"/>
                  </a:cubicBezTo>
                  <a:cubicBezTo>
                    <a:pt x="2972" y="55930"/>
                    <a:pt x="2945" y="55957"/>
                    <a:pt x="2945" y="56011"/>
                  </a:cubicBezTo>
                  <a:cubicBezTo>
                    <a:pt x="2891" y="57991"/>
                    <a:pt x="1847" y="59785"/>
                    <a:pt x="108" y="60802"/>
                  </a:cubicBezTo>
                  <a:cubicBezTo>
                    <a:pt x="81" y="60828"/>
                    <a:pt x="27" y="60855"/>
                    <a:pt x="27" y="60882"/>
                  </a:cubicBezTo>
                  <a:cubicBezTo>
                    <a:pt x="27" y="60935"/>
                    <a:pt x="27" y="60989"/>
                    <a:pt x="81" y="61016"/>
                  </a:cubicBezTo>
                  <a:cubicBezTo>
                    <a:pt x="1821" y="62033"/>
                    <a:pt x="2891" y="63826"/>
                    <a:pt x="2945" y="65834"/>
                  </a:cubicBezTo>
                  <a:cubicBezTo>
                    <a:pt x="2945" y="65887"/>
                    <a:pt x="2972" y="65914"/>
                    <a:pt x="2998" y="65941"/>
                  </a:cubicBezTo>
                  <a:cubicBezTo>
                    <a:pt x="4952" y="66931"/>
                    <a:pt x="6183" y="68885"/>
                    <a:pt x="6183" y="71053"/>
                  </a:cubicBezTo>
                  <a:cubicBezTo>
                    <a:pt x="6183" y="73221"/>
                    <a:pt x="4952" y="75175"/>
                    <a:pt x="2998" y="76165"/>
                  </a:cubicBezTo>
                  <a:cubicBezTo>
                    <a:pt x="2972" y="76192"/>
                    <a:pt x="2945" y="76219"/>
                    <a:pt x="2945" y="76272"/>
                  </a:cubicBezTo>
                  <a:cubicBezTo>
                    <a:pt x="2891" y="78280"/>
                    <a:pt x="1821" y="80073"/>
                    <a:pt x="81" y="81090"/>
                  </a:cubicBezTo>
                  <a:cubicBezTo>
                    <a:pt x="27" y="81117"/>
                    <a:pt x="1" y="81197"/>
                    <a:pt x="54" y="81251"/>
                  </a:cubicBezTo>
                  <a:cubicBezTo>
                    <a:pt x="74" y="81290"/>
                    <a:pt x="122" y="81315"/>
                    <a:pt x="167" y="81315"/>
                  </a:cubicBezTo>
                  <a:cubicBezTo>
                    <a:pt x="184" y="81315"/>
                    <a:pt x="200" y="81311"/>
                    <a:pt x="215" y="81304"/>
                  </a:cubicBezTo>
                  <a:cubicBezTo>
                    <a:pt x="2008" y="80260"/>
                    <a:pt x="3105" y="78413"/>
                    <a:pt x="3186" y="76352"/>
                  </a:cubicBezTo>
                  <a:cubicBezTo>
                    <a:pt x="5193" y="75309"/>
                    <a:pt x="6424" y="73301"/>
                    <a:pt x="6424" y="71053"/>
                  </a:cubicBezTo>
                  <a:cubicBezTo>
                    <a:pt x="6424" y="68805"/>
                    <a:pt x="5193" y="66797"/>
                    <a:pt x="3186" y="65753"/>
                  </a:cubicBezTo>
                  <a:cubicBezTo>
                    <a:pt x="3132" y="63773"/>
                    <a:pt x="2088" y="61979"/>
                    <a:pt x="402" y="60909"/>
                  </a:cubicBezTo>
                  <a:cubicBezTo>
                    <a:pt x="2088" y="59865"/>
                    <a:pt x="3132" y="58072"/>
                    <a:pt x="3186" y="56091"/>
                  </a:cubicBezTo>
                  <a:cubicBezTo>
                    <a:pt x="5193" y="55047"/>
                    <a:pt x="6424" y="53040"/>
                    <a:pt x="6424" y="50791"/>
                  </a:cubicBezTo>
                  <a:cubicBezTo>
                    <a:pt x="6424" y="48543"/>
                    <a:pt x="5193" y="46536"/>
                    <a:pt x="3186" y="45492"/>
                  </a:cubicBezTo>
                  <a:cubicBezTo>
                    <a:pt x="3186" y="43591"/>
                    <a:pt x="2088" y="41718"/>
                    <a:pt x="402" y="40647"/>
                  </a:cubicBezTo>
                  <a:cubicBezTo>
                    <a:pt x="1901" y="39710"/>
                    <a:pt x="3320" y="37890"/>
                    <a:pt x="3186" y="35829"/>
                  </a:cubicBezTo>
                  <a:cubicBezTo>
                    <a:pt x="5193" y="34785"/>
                    <a:pt x="6424" y="32751"/>
                    <a:pt x="6424" y="30530"/>
                  </a:cubicBezTo>
                  <a:cubicBezTo>
                    <a:pt x="6424" y="28281"/>
                    <a:pt x="5193" y="26247"/>
                    <a:pt x="3186" y="25230"/>
                  </a:cubicBezTo>
                  <a:cubicBezTo>
                    <a:pt x="3105" y="23223"/>
                    <a:pt x="2062" y="21429"/>
                    <a:pt x="402" y="20386"/>
                  </a:cubicBezTo>
                  <a:cubicBezTo>
                    <a:pt x="2115" y="19315"/>
                    <a:pt x="3212" y="17415"/>
                    <a:pt x="3186" y="15541"/>
                  </a:cubicBezTo>
                  <a:cubicBezTo>
                    <a:pt x="5193" y="14524"/>
                    <a:pt x="6424" y="12490"/>
                    <a:pt x="6424" y="10268"/>
                  </a:cubicBezTo>
                  <a:cubicBezTo>
                    <a:pt x="6424" y="8020"/>
                    <a:pt x="5193" y="5986"/>
                    <a:pt x="3186" y="4969"/>
                  </a:cubicBezTo>
                  <a:lnTo>
                    <a:pt x="3186" y="4942"/>
                  </a:lnTo>
                  <a:cubicBezTo>
                    <a:pt x="3186" y="3041"/>
                    <a:pt x="2008" y="1061"/>
                    <a:pt x="215" y="17"/>
                  </a:cubicBezTo>
                  <a:cubicBezTo>
                    <a:pt x="195" y="7"/>
                    <a:pt x="172" y="1"/>
                    <a:pt x="1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 name="Google Shape;839;p165"/>
            <p:cNvSpPr/>
            <p:nvPr/>
          </p:nvSpPr>
          <p:spPr>
            <a:xfrm>
              <a:off x="1607850" y="566950"/>
              <a:ext cx="159950" cy="2033000"/>
            </a:xfrm>
            <a:custGeom>
              <a:rect b="b" l="l" r="r" t="t"/>
              <a:pathLst>
                <a:path extrusionOk="0" h="81320" w="6398">
                  <a:moveTo>
                    <a:pt x="119" y="1"/>
                  </a:moveTo>
                  <a:cubicBezTo>
                    <a:pt x="81" y="1"/>
                    <a:pt x="44" y="24"/>
                    <a:pt x="27" y="57"/>
                  </a:cubicBezTo>
                  <a:cubicBezTo>
                    <a:pt x="0"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71" y="17347"/>
                    <a:pt x="1847" y="19248"/>
                    <a:pt x="81" y="20292"/>
                  </a:cubicBezTo>
                  <a:cubicBezTo>
                    <a:pt x="54" y="20292"/>
                    <a:pt x="27" y="20318"/>
                    <a:pt x="0"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0"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64" y="58004"/>
                    <a:pt x="1820" y="59798"/>
                    <a:pt x="81" y="60815"/>
                  </a:cubicBezTo>
                  <a:cubicBezTo>
                    <a:pt x="54" y="60815"/>
                    <a:pt x="27" y="60868"/>
                    <a:pt x="0" y="60895"/>
                  </a:cubicBezTo>
                  <a:cubicBezTo>
                    <a:pt x="0" y="60949"/>
                    <a:pt x="27" y="61002"/>
                    <a:pt x="81" y="61029"/>
                  </a:cubicBezTo>
                  <a:cubicBezTo>
                    <a:pt x="1820" y="62046"/>
                    <a:pt x="2864"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64" y="78266"/>
                    <a:pt x="1820" y="80086"/>
                    <a:pt x="81" y="81076"/>
                  </a:cubicBezTo>
                  <a:cubicBezTo>
                    <a:pt x="27" y="81130"/>
                    <a:pt x="0" y="81183"/>
                    <a:pt x="27" y="81264"/>
                  </a:cubicBezTo>
                  <a:cubicBezTo>
                    <a:pt x="44" y="81297"/>
                    <a:pt x="81" y="81320"/>
                    <a:pt x="119" y="81320"/>
                  </a:cubicBezTo>
                  <a:cubicBezTo>
                    <a:pt x="143" y="81320"/>
                    <a:pt x="167" y="81311"/>
                    <a:pt x="188" y="81290"/>
                  </a:cubicBezTo>
                  <a:cubicBezTo>
                    <a:pt x="1981"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61" y="41731"/>
                    <a:pt x="375" y="40660"/>
                  </a:cubicBezTo>
                  <a:cubicBezTo>
                    <a:pt x="1901" y="39723"/>
                    <a:pt x="3292" y="37877"/>
                    <a:pt x="3185" y="35816"/>
                  </a:cubicBezTo>
                  <a:cubicBezTo>
                    <a:pt x="5166" y="34799"/>
                    <a:pt x="6397" y="32764"/>
                    <a:pt x="6397" y="30543"/>
                  </a:cubicBezTo>
                  <a:cubicBezTo>
                    <a:pt x="6397" y="28295"/>
                    <a:pt x="5166" y="26260"/>
                    <a:pt x="3185" y="25243"/>
                  </a:cubicBezTo>
                  <a:cubicBezTo>
                    <a:pt x="3078" y="23236"/>
                    <a:pt x="2061" y="21443"/>
                    <a:pt x="375" y="20399"/>
                  </a:cubicBezTo>
                  <a:cubicBezTo>
                    <a:pt x="2061" y="19328"/>
                    <a:pt x="3185" y="17454"/>
                    <a:pt x="3185" y="15608"/>
                  </a:cubicBezTo>
                  <a:cubicBezTo>
                    <a:pt x="3185" y="15608"/>
                    <a:pt x="3185" y="1558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 name="Google Shape;840;p165"/>
            <p:cNvSpPr/>
            <p:nvPr/>
          </p:nvSpPr>
          <p:spPr>
            <a:xfrm>
              <a:off x="1453950" y="818875"/>
              <a:ext cx="160600" cy="2032875"/>
            </a:xfrm>
            <a:custGeom>
              <a:rect b="b" l="l" r="r" t="t"/>
              <a:pathLst>
                <a:path extrusionOk="0" h="81315" w="6424">
                  <a:moveTo>
                    <a:pt x="136" y="1"/>
                  </a:moveTo>
                  <a:cubicBezTo>
                    <a:pt x="95" y="1"/>
                    <a:pt x="61" y="20"/>
                    <a:pt x="27" y="70"/>
                  </a:cubicBezTo>
                  <a:cubicBezTo>
                    <a:pt x="27" y="70"/>
                    <a:pt x="27" y="97"/>
                    <a:pt x="27" y="124"/>
                  </a:cubicBezTo>
                  <a:cubicBezTo>
                    <a:pt x="27" y="178"/>
                    <a:pt x="27"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34"/>
                    <a:pt x="2944" y="15487"/>
                  </a:cubicBezTo>
                  <a:cubicBezTo>
                    <a:pt x="2944" y="15514"/>
                    <a:pt x="2944" y="15568"/>
                    <a:pt x="2944" y="15595"/>
                  </a:cubicBezTo>
                  <a:cubicBezTo>
                    <a:pt x="2944" y="17415"/>
                    <a:pt x="1820" y="19261"/>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44" y="35642"/>
                    <a:pt x="2918"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72"/>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27" y="81251"/>
                  </a:cubicBezTo>
                  <a:cubicBezTo>
                    <a:pt x="66" y="81290"/>
                    <a:pt x="120" y="81315"/>
                    <a:pt x="167" y="81315"/>
                  </a:cubicBezTo>
                  <a:cubicBezTo>
                    <a:pt x="184" y="81315"/>
                    <a:pt x="200" y="81311"/>
                    <a:pt x="214" y="81304"/>
                  </a:cubicBezTo>
                  <a:cubicBezTo>
                    <a:pt x="2008" y="80260"/>
                    <a:pt x="3105" y="78413"/>
                    <a:pt x="3185" y="76352"/>
                  </a:cubicBezTo>
                  <a:cubicBezTo>
                    <a:pt x="5166" y="75309"/>
                    <a:pt x="6424" y="73301"/>
                    <a:pt x="6424" y="71053"/>
                  </a:cubicBezTo>
                  <a:cubicBezTo>
                    <a:pt x="6424" y="68805"/>
                    <a:pt x="5166" y="66797"/>
                    <a:pt x="3185" y="65753"/>
                  </a:cubicBezTo>
                  <a:cubicBezTo>
                    <a:pt x="3105" y="63773"/>
                    <a:pt x="2061" y="61979"/>
                    <a:pt x="375" y="60909"/>
                  </a:cubicBezTo>
                  <a:cubicBezTo>
                    <a:pt x="2061" y="59865"/>
                    <a:pt x="3105" y="58072"/>
                    <a:pt x="3185" y="56091"/>
                  </a:cubicBezTo>
                  <a:cubicBezTo>
                    <a:pt x="5166" y="55047"/>
                    <a:pt x="6424" y="53040"/>
                    <a:pt x="6424" y="50791"/>
                  </a:cubicBezTo>
                  <a:cubicBezTo>
                    <a:pt x="6424" y="48543"/>
                    <a:pt x="5193" y="46536"/>
                    <a:pt x="3185" y="45492"/>
                  </a:cubicBezTo>
                  <a:cubicBezTo>
                    <a:pt x="3159" y="43591"/>
                    <a:pt x="2088" y="41718"/>
                    <a:pt x="375" y="40647"/>
                  </a:cubicBezTo>
                  <a:cubicBezTo>
                    <a:pt x="1901" y="39710"/>
                    <a:pt x="3319" y="37890"/>
                    <a:pt x="3185" y="35829"/>
                  </a:cubicBezTo>
                  <a:cubicBezTo>
                    <a:pt x="5193" y="34785"/>
                    <a:pt x="6424" y="32751"/>
                    <a:pt x="6424" y="30530"/>
                  </a:cubicBezTo>
                  <a:cubicBezTo>
                    <a:pt x="6424" y="28281"/>
                    <a:pt x="5166" y="26247"/>
                    <a:pt x="3185" y="25230"/>
                  </a:cubicBezTo>
                  <a:cubicBezTo>
                    <a:pt x="3105" y="23223"/>
                    <a:pt x="2061" y="21429"/>
                    <a:pt x="375"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cubicBezTo>
                    <a:pt x="3185" y="3041"/>
                    <a:pt x="2008" y="1061"/>
                    <a:pt x="214" y="17"/>
                  </a:cubicBezTo>
                  <a:cubicBezTo>
                    <a:pt x="185" y="7"/>
                    <a:pt x="159" y="1"/>
                    <a:pt x="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 name="Google Shape;841;p165"/>
            <p:cNvSpPr/>
            <p:nvPr/>
          </p:nvSpPr>
          <p:spPr>
            <a:xfrm>
              <a:off x="1300050" y="566950"/>
              <a:ext cx="160600" cy="2033000"/>
            </a:xfrm>
            <a:custGeom>
              <a:rect b="b" l="l" r="r" t="t"/>
              <a:pathLst>
                <a:path extrusionOk="0" h="81320" w="6424">
                  <a:moveTo>
                    <a:pt x="146" y="1"/>
                  </a:moveTo>
                  <a:cubicBezTo>
                    <a:pt x="107" y="1"/>
                    <a:pt x="70" y="24"/>
                    <a:pt x="54" y="57"/>
                  </a:cubicBezTo>
                  <a:cubicBezTo>
                    <a:pt x="27" y="84"/>
                    <a:pt x="27" y="110"/>
                    <a:pt x="27" y="137"/>
                  </a:cubicBezTo>
                  <a:cubicBezTo>
                    <a:pt x="27" y="164"/>
                    <a:pt x="54" y="217"/>
                    <a:pt x="80" y="244"/>
                  </a:cubicBezTo>
                  <a:cubicBezTo>
                    <a:pt x="1820" y="1261"/>
                    <a:pt x="2971" y="3188"/>
                    <a:pt x="2944" y="5035"/>
                  </a:cubicBezTo>
                  <a:cubicBezTo>
                    <a:pt x="2944" y="5089"/>
                    <a:pt x="2971" y="5142"/>
                    <a:pt x="3025" y="5169"/>
                  </a:cubicBezTo>
                  <a:cubicBezTo>
                    <a:pt x="4952" y="6133"/>
                    <a:pt x="6183" y="8086"/>
                    <a:pt x="6183" y="10255"/>
                  </a:cubicBezTo>
                  <a:cubicBezTo>
                    <a:pt x="6183" y="12449"/>
                    <a:pt x="4952" y="14403"/>
                    <a:pt x="3025" y="15367"/>
                  </a:cubicBezTo>
                  <a:cubicBezTo>
                    <a:pt x="2971" y="15394"/>
                    <a:pt x="2944" y="15447"/>
                    <a:pt x="2944" y="15501"/>
                  </a:cubicBezTo>
                  <a:cubicBezTo>
                    <a:pt x="2998" y="17321"/>
                    <a:pt x="1847" y="19248"/>
                    <a:pt x="107" y="20292"/>
                  </a:cubicBezTo>
                  <a:cubicBezTo>
                    <a:pt x="80" y="20292"/>
                    <a:pt x="54" y="20318"/>
                    <a:pt x="27" y="20372"/>
                  </a:cubicBezTo>
                  <a:cubicBezTo>
                    <a:pt x="27" y="20425"/>
                    <a:pt x="27" y="20479"/>
                    <a:pt x="80" y="20506"/>
                  </a:cubicBezTo>
                  <a:cubicBezTo>
                    <a:pt x="1820" y="21496"/>
                    <a:pt x="2891" y="23316"/>
                    <a:pt x="2944" y="25324"/>
                  </a:cubicBezTo>
                  <a:cubicBezTo>
                    <a:pt x="2944" y="25350"/>
                    <a:pt x="2971" y="25404"/>
                    <a:pt x="3025" y="25431"/>
                  </a:cubicBezTo>
                  <a:cubicBezTo>
                    <a:pt x="4952" y="26394"/>
                    <a:pt x="6183" y="28348"/>
                    <a:pt x="6183" y="30543"/>
                  </a:cubicBezTo>
                  <a:cubicBezTo>
                    <a:pt x="6183" y="32711"/>
                    <a:pt x="4952" y="34665"/>
                    <a:pt x="3025" y="35628"/>
                  </a:cubicBezTo>
                  <a:cubicBezTo>
                    <a:pt x="2971" y="35655"/>
                    <a:pt x="2944" y="35709"/>
                    <a:pt x="2944" y="35762"/>
                  </a:cubicBezTo>
                  <a:cubicBezTo>
                    <a:pt x="3105" y="37823"/>
                    <a:pt x="1633" y="39643"/>
                    <a:pt x="107" y="40553"/>
                  </a:cubicBezTo>
                  <a:cubicBezTo>
                    <a:pt x="80" y="40553"/>
                    <a:pt x="54" y="40580"/>
                    <a:pt x="27" y="40633"/>
                  </a:cubicBezTo>
                  <a:cubicBezTo>
                    <a:pt x="27" y="40687"/>
                    <a:pt x="27" y="40741"/>
                    <a:pt x="80" y="40767"/>
                  </a:cubicBezTo>
                  <a:cubicBezTo>
                    <a:pt x="1820" y="41784"/>
                    <a:pt x="2944" y="43658"/>
                    <a:pt x="2944" y="45532"/>
                  </a:cubicBezTo>
                  <a:cubicBezTo>
                    <a:pt x="2944" y="45558"/>
                    <a:pt x="2944" y="45558"/>
                    <a:pt x="2944" y="45585"/>
                  </a:cubicBezTo>
                  <a:cubicBezTo>
                    <a:pt x="2944" y="45612"/>
                    <a:pt x="2971" y="45665"/>
                    <a:pt x="3025" y="45692"/>
                  </a:cubicBezTo>
                  <a:cubicBezTo>
                    <a:pt x="4952" y="46656"/>
                    <a:pt x="6183" y="48636"/>
                    <a:pt x="6183" y="50804"/>
                  </a:cubicBezTo>
                  <a:cubicBezTo>
                    <a:pt x="6183" y="52972"/>
                    <a:pt x="4952" y="54926"/>
                    <a:pt x="3025" y="55917"/>
                  </a:cubicBezTo>
                  <a:cubicBezTo>
                    <a:pt x="2971" y="55917"/>
                    <a:pt x="2944" y="55970"/>
                    <a:pt x="2944" y="56024"/>
                  </a:cubicBezTo>
                  <a:cubicBezTo>
                    <a:pt x="2891" y="58004"/>
                    <a:pt x="1847" y="59798"/>
                    <a:pt x="107" y="60815"/>
                  </a:cubicBezTo>
                  <a:cubicBezTo>
                    <a:pt x="80" y="60815"/>
                    <a:pt x="54" y="60868"/>
                    <a:pt x="27" y="60895"/>
                  </a:cubicBezTo>
                  <a:cubicBezTo>
                    <a:pt x="27" y="60949"/>
                    <a:pt x="27" y="61002"/>
                    <a:pt x="80" y="61029"/>
                  </a:cubicBezTo>
                  <a:cubicBezTo>
                    <a:pt x="1820" y="62046"/>
                    <a:pt x="2891" y="63839"/>
                    <a:pt x="2944" y="65847"/>
                  </a:cubicBezTo>
                  <a:cubicBezTo>
                    <a:pt x="2944" y="65900"/>
                    <a:pt x="2971" y="65927"/>
                    <a:pt x="3025" y="65954"/>
                  </a:cubicBezTo>
                  <a:cubicBezTo>
                    <a:pt x="4952" y="66944"/>
                    <a:pt x="6183" y="68898"/>
                    <a:pt x="6183" y="71066"/>
                  </a:cubicBezTo>
                  <a:cubicBezTo>
                    <a:pt x="6183" y="73234"/>
                    <a:pt x="4952" y="75188"/>
                    <a:pt x="3025" y="76178"/>
                  </a:cubicBezTo>
                  <a:cubicBezTo>
                    <a:pt x="2971" y="76178"/>
                    <a:pt x="2944" y="76232"/>
                    <a:pt x="2944" y="76285"/>
                  </a:cubicBezTo>
                  <a:cubicBezTo>
                    <a:pt x="2891" y="78266"/>
                    <a:pt x="1820" y="80086"/>
                    <a:pt x="80" y="81076"/>
                  </a:cubicBezTo>
                  <a:cubicBezTo>
                    <a:pt x="27" y="81130"/>
                    <a:pt x="0" y="81183"/>
                    <a:pt x="54" y="81264"/>
                  </a:cubicBezTo>
                  <a:cubicBezTo>
                    <a:pt x="70" y="81297"/>
                    <a:pt x="107" y="81320"/>
                    <a:pt x="146" y="81320"/>
                  </a:cubicBezTo>
                  <a:cubicBezTo>
                    <a:pt x="169" y="81320"/>
                    <a:pt x="194" y="81311"/>
                    <a:pt x="214" y="81290"/>
                  </a:cubicBezTo>
                  <a:cubicBezTo>
                    <a:pt x="2007" y="80273"/>
                    <a:pt x="3105" y="78427"/>
                    <a:pt x="3185" y="76366"/>
                  </a:cubicBezTo>
                  <a:cubicBezTo>
                    <a:pt x="5193" y="75322"/>
                    <a:pt x="6424" y="73314"/>
                    <a:pt x="6424" y="71066"/>
                  </a:cubicBezTo>
                  <a:cubicBezTo>
                    <a:pt x="6424" y="68818"/>
                    <a:pt x="5193" y="66784"/>
                    <a:pt x="3185" y="65766"/>
                  </a:cubicBezTo>
                  <a:cubicBezTo>
                    <a:pt x="3132" y="63786"/>
                    <a:pt x="2088" y="61992"/>
                    <a:pt x="402" y="60922"/>
                  </a:cubicBezTo>
                  <a:cubicBezTo>
                    <a:pt x="2088" y="59878"/>
                    <a:pt x="3132" y="58085"/>
                    <a:pt x="3185" y="56104"/>
                  </a:cubicBezTo>
                  <a:cubicBezTo>
                    <a:pt x="5193" y="55060"/>
                    <a:pt x="6424" y="53053"/>
                    <a:pt x="6424" y="50804"/>
                  </a:cubicBezTo>
                  <a:cubicBezTo>
                    <a:pt x="6424" y="48556"/>
                    <a:pt x="5193" y="46522"/>
                    <a:pt x="3185" y="45505"/>
                  </a:cubicBezTo>
                  <a:cubicBezTo>
                    <a:pt x="3185" y="43604"/>
                    <a:pt x="2088" y="41731"/>
                    <a:pt x="402" y="40660"/>
                  </a:cubicBezTo>
                  <a:cubicBezTo>
                    <a:pt x="1927" y="39723"/>
                    <a:pt x="3319" y="37903"/>
                    <a:pt x="3212" y="35816"/>
                  </a:cubicBezTo>
                  <a:cubicBezTo>
                    <a:pt x="5193" y="34799"/>
                    <a:pt x="6424" y="32764"/>
                    <a:pt x="6424" y="30543"/>
                  </a:cubicBezTo>
                  <a:cubicBezTo>
                    <a:pt x="6424" y="28295"/>
                    <a:pt x="5193" y="26260"/>
                    <a:pt x="3185" y="25243"/>
                  </a:cubicBezTo>
                  <a:cubicBezTo>
                    <a:pt x="3105" y="23236"/>
                    <a:pt x="2061" y="21443"/>
                    <a:pt x="402" y="20399"/>
                  </a:cubicBezTo>
                  <a:cubicBezTo>
                    <a:pt x="2088" y="19328"/>
                    <a:pt x="3185" y="17454"/>
                    <a:pt x="3185" y="15608"/>
                  </a:cubicBezTo>
                  <a:cubicBezTo>
                    <a:pt x="3185" y="15608"/>
                    <a:pt x="3185" y="15581"/>
                    <a:pt x="3185" y="15554"/>
                  </a:cubicBezTo>
                  <a:cubicBezTo>
                    <a:pt x="5193" y="14537"/>
                    <a:pt x="6424" y="12503"/>
                    <a:pt x="6424" y="10255"/>
                  </a:cubicBezTo>
                  <a:cubicBezTo>
                    <a:pt x="6424" y="8033"/>
                    <a:pt x="5193" y="5999"/>
                    <a:pt x="3185" y="4982"/>
                  </a:cubicBezTo>
                  <a:lnTo>
                    <a:pt x="3185" y="4955"/>
                  </a:lnTo>
                  <a:cubicBezTo>
                    <a:pt x="3185" y="3028"/>
                    <a:pt x="2007" y="1074"/>
                    <a:pt x="214" y="30"/>
                  </a:cubicBezTo>
                  <a:cubicBezTo>
                    <a:pt x="194" y="10"/>
                    <a:pt x="169"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 name="Google Shape;842;p165"/>
            <p:cNvSpPr/>
            <p:nvPr/>
          </p:nvSpPr>
          <p:spPr>
            <a:xfrm>
              <a:off x="1146800" y="818875"/>
              <a:ext cx="159950" cy="2032875"/>
            </a:xfrm>
            <a:custGeom>
              <a:rect b="b" l="l" r="r" t="t"/>
              <a:pathLst>
                <a:path extrusionOk="0" h="81315" w="6398">
                  <a:moveTo>
                    <a:pt x="123" y="1"/>
                  </a:moveTo>
                  <a:cubicBezTo>
                    <a:pt x="83" y="1"/>
                    <a:pt x="44" y="20"/>
                    <a:pt x="28" y="70"/>
                  </a:cubicBezTo>
                  <a:cubicBezTo>
                    <a:pt x="28" y="70"/>
                    <a:pt x="1" y="97"/>
                    <a:pt x="1" y="124"/>
                  </a:cubicBezTo>
                  <a:cubicBezTo>
                    <a:pt x="1" y="178"/>
                    <a:pt x="28" y="204"/>
                    <a:pt x="81" y="231"/>
                  </a:cubicBezTo>
                  <a:cubicBezTo>
                    <a:pt x="1821" y="1248"/>
                    <a:pt x="2972" y="3175"/>
                    <a:pt x="2918" y="5022"/>
                  </a:cubicBezTo>
                  <a:cubicBezTo>
                    <a:pt x="2918" y="5076"/>
                    <a:pt x="2945" y="5129"/>
                    <a:pt x="2998" y="5156"/>
                  </a:cubicBezTo>
                  <a:cubicBezTo>
                    <a:pt x="4952" y="6119"/>
                    <a:pt x="6157" y="8073"/>
                    <a:pt x="6157" y="10268"/>
                  </a:cubicBezTo>
                  <a:cubicBezTo>
                    <a:pt x="6157" y="12436"/>
                    <a:pt x="4952" y="14390"/>
                    <a:pt x="2998" y="15354"/>
                  </a:cubicBezTo>
                  <a:cubicBezTo>
                    <a:pt x="2945" y="15380"/>
                    <a:pt x="2918" y="15434"/>
                    <a:pt x="2918" y="15487"/>
                  </a:cubicBezTo>
                  <a:cubicBezTo>
                    <a:pt x="2998" y="17334"/>
                    <a:pt x="1848" y="19235"/>
                    <a:pt x="81" y="20278"/>
                  </a:cubicBezTo>
                  <a:cubicBezTo>
                    <a:pt x="54" y="20278"/>
                    <a:pt x="28" y="20305"/>
                    <a:pt x="1" y="20359"/>
                  </a:cubicBezTo>
                  <a:cubicBezTo>
                    <a:pt x="1" y="20412"/>
                    <a:pt x="28" y="20466"/>
                    <a:pt x="81" y="20493"/>
                  </a:cubicBezTo>
                  <a:cubicBezTo>
                    <a:pt x="1794" y="21510"/>
                    <a:pt x="2865" y="23303"/>
                    <a:pt x="2918" y="25310"/>
                  </a:cubicBezTo>
                  <a:cubicBezTo>
                    <a:pt x="2918" y="25364"/>
                    <a:pt x="2945"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079" y="37837"/>
                    <a:pt x="1633" y="39630"/>
                    <a:pt x="81" y="40540"/>
                  </a:cubicBezTo>
                  <a:cubicBezTo>
                    <a:pt x="54" y="40540"/>
                    <a:pt x="28" y="40594"/>
                    <a:pt x="1" y="40620"/>
                  </a:cubicBezTo>
                  <a:cubicBezTo>
                    <a:pt x="1" y="40674"/>
                    <a:pt x="28"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81" y="60802"/>
                  </a:cubicBezTo>
                  <a:cubicBezTo>
                    <a:pt x="54" y="60828"/>
                    <a:pt x="28" y="60855"/>
                    <a:pt x="1" y="60882"/>
                  </a:cubicBezTo>
                  <a:cubicBezTo>
                    <a:pt x="1" y="60935"/>
                    <a:pt x="28"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8" y="81117"/>
                    <a:pt x="1" y="81197"/>
                    <a:pt x="28" y="81251"/>
                  </a:cubicBezTo>
                  <a:cubicBezTo>
                    <a:pt x="47" y="81290"/>
                    <a:pt x="95" y="81315"/>
                    <a:pt x="151" y="81315"/>
                  </a:cubicBezTo>
                  <a:cubicBezTo>
                    <a:pt x="172" y="81315"/>
                    <a:pt x="193" y="81311"/>
                    <a:pt x="215" y="81304"/>
                  </a:cubicBezTo>
                  <a:cubicBezTo>
                    <a:pt x="1981" y="80260"/>
                    <a:pt x="3106" y="78413"/>
                    <a:pt x="3186" y="76352"/>
                  </a:cubicBezTo>
                  <a:cubicBezTo>
                    <a:pt x="5167" y="75309"/>
                    <a:pt x="6398" y="73301"/>
                    <a:pt x="6398" y="71053"/>
                  </a:cubicBezTo>
                  <a:cubicBezTo>
                    <a:pt x="6398" y="68805"/>
                    <a:pt x="5167" y="66797"/>
                    <a:pt x="3186" y="65753"/>
                  </a:cubicBezTo>
                  <a:cubicBezTo>
                    <a:pt x="3106" y="63773"/>
                    <a:pt x="2062" y="61979"/>
                    <a:pt x="375" y="60909"/>
                  </a:cubicBezTo>
                  <a:cubicBezTo>
                    <a:pt x="2062" y="59865"/>
                    <a:pt x="3106" y="58072"/>
                    <a:pt x="3186" y="56091"/>
                  </a:cubicBezTo>
                  <a:cubicBezTo>
                    <a:pt x="5167" y="55047"/>
                    <a:pt x="6398" y="53040"/>
                    <a:pt x="6398" y="50791"/>
                  </a:cubicBezTo>
                  <a:cubicBezTo>
                    <a:pt x="6398" y="48543"/>
                    <a:pt x="5167" y="46536"/>
                    <a:pt x="3186" y="45492"/>
                  </a:cubicBezTo>
                  <a:cubicBezTo>
                    <a:pt x="3159" y="43591"/>
                    <a:pt x="2088" y="41718"/>
                    <a:pt x="375" y="40647"/>
                  </a:cubicBezTo>
                  <a:cubicBezTo>
                    <a:pt x="1901" y="39710"/>
                    <a:pt x="3293" y="37890"/>
                    <a:pt x="3186" y="35829"/>
                  </a:cubicBezTo>
                  <a:cubicBezTo>
                    <a:pt x="5167" y="34785"/>
                    <a:pt x="6398" y="32751"/>
                    <a:pt x="6398" y="30530"/>
                  </a:cubicBezTo>
                  <a:cubicBezTo>
                    <a:pt x="6398" y="28281"/>
                    <a:pt x="5167" y="26247"/>
                    <a:pt x="3186" y="25230"/>
                  </a:cubicBezTo>
                  <a:cubicBezTo>
                    <a:pt x="3079" y="23223"/>
                    <a:pt x="2062" y="21429"/>
                    <a:pt x="375" y="20386"/>
                  </a:cubicBezTo>
                  <a:cubicBezTo>
                    <a:pt x="2088" y="19315"/>
                    <a:pt x="3186" y="17415"/>
                    <a:pt x="3186" y="15541"/>
                  </a:cubicBezTo>
                  <a:cubicBezTo>
                    <a:pt x="5167" y="14524"/>
                    <a:pt x="6398" y="12490"/>
                    <a:pt x="6398" y="10268"/>
                  </a:cubicBezTo>
                  <a:cubicBezTo>
                    <a:pt x="6398" y="8020"/>
                    <a:pt x="5167" y="5986"/>
                    <a:pt x="3186" y="4969"/>
                  </a:cubicBezTo>
                  <a:lnTo>
                    <a:pt x="3186" y="4942"/>
                  </a:lnTo>
                  <a:cubicBezTo>
                    <a:pt x="3186" y="3041"/>
                    <a:pt x="1981" y="1061"/>
                    <a:pt x="188" y="17"/>
                  </a:cubicBezTo>
                  <a:cubicBezTo>
                    <a:pt x="169" y="7"/>
                    <a:pt x="145"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 name="Google Shape;843;p165"/>
            <p:cNvSpPr/>
            <p:nvPr/>
          </p:nvSpPr>
          <p:spPr>
            <a:xfrm>
              <a:off x="992900" y="566950"/>
              <a:ext cx="160625" cy="2033000"/>
            </a:xfrm>
            <a:custGeom>
              <a:rect b="b" l="l" r="r" t="t"/>
              <a:pathLst>
                <a:path extrusionOk="0" h="81320" w="6425">
                  <a:moveTo>
                    <a:pt x="145" y="1"/>
                  </a:moveTo>
                  <a:cubicBezTo>
                    <a:pt x="104" y="1"/>
                    <a:pt x="60" y="24"/>
                    <a:pt x="27" y="57"/>
                  </a:cubicBezTo>
                  <a:cubicBezTo>
                    <a:pt x="27" y="84"/>
                    <a:pt x="27" y="110"/>
                    <a:pt x="27" y="137"/>
                  </a:cubicBezTo>
                  <a:cubicBezTo>
                    <a:pt x="27" y="164"/>
                    <a:pt x="54"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72" y="15394"/>
                    <a:pt x="2945" y="15447"/>
                    <a:pt x="2945" y="15501"/>
                  </a:cubicBezTo>
                  <a:cubicBezTo>
                    <a:pt x="2998" y="17347"/>
                    <a:pt x="1847" y="19248"/>
                    <a:pt x="108" y="20292"/>
                  </a:cubicBezTo>
                  <a:cubicBezTo>
                    <a:pt x="54" y="20292"/>
                    <a:pt x="27" y="20318"/>
                    <a:pt x="27" y="20372"/>
                  </a:cubicBezTo>
                  <a:cubicBezTo>
                    <a:pt x="1" y="20425"/>
                    <a:pt x="27" y="20479"/>
                    <a:pt x="81" y="20506"/>
                  </a:cubicBezTo>
                  <a:cubicBezTo>
                    <a:pt x="1794" y="21496"/>
                    <a:pt x="2865" y="23289"/>
                    <a:pt x="2945" y="25324"/>
                  </a:cubicBezTo>
                  <a:cubicBezTo>
                    <a:pt x="2945" y="25350"/>
                    <a:pt x="2972" y="25404"/>
                    <a:pt x="2998" y="25431"/>
                  </a:cubicBezTo>
                  <a:cubicBezTo>
                    <a:pt x="4952" y="26394"/>
                    <a:pt x="6157" y="28348"/>
                    <a:pt x="6157" y="30543"/>
                  </a:cubicBezTo>
                  <a:cubicBezTo>
                    <a:pt x="6157" y="32711"/>
                    <a:pt x="4952" y="34665"/>
                    <a:pt x="2998" y="35628"/>
                  </a:cubicBezTo>
                  <a:cubicBezTo>
                    <a:pt x="2972" y="35655"/>
                    <a:pt x="2945" y="35709"/>
                    <a:pt x="2945" y="35762"/>
                  </a:cubicBezTo>
                  <a:cubicBezTo>
                    <a:pt x="3105"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0" y="81297"/>
                    <a:pt x="104" y="81320"/>
                    <a:pt x="145" y="81320"/>
                  </a:cubicBezTo>
                  <a:cubicBezTo>
                    <a:pt x="170" y="81320"/>
                    <a:pt x="194" y="81311"/>
                    <a:pt x="215" y="81290"/>
                  </a:cubicBezTo>
                  <a:cubicBezTo>
                    <a:pt x="2008" y="80273"/>
                    <a:pt x="3105" y="78427"/>
                    <a:pt x="3186" y="76366"/>
                  </a:cubicBezTo>
                  <a:cubicBezTo>
                    <a:pt x="5193" y="75322"/>
                    <a:pt x="6424" y="73314"/>
                    <a:pt x="6424" y="71066"/>
                  </a:cubicBezTo>
                  <a:cubicBezTo>
                    <a:pt x="6424" y="68818"/>
                    <a:pt x="5193" y="66784"/>
                    <a:pt x="3186" y="65766"/>
                  </a:cubicBezTo>
                  <a:cubicBezTo>
                    <a:pt x="3105" y="63786"/>
                    <a:pt x="2088" y="61992"/>
                    <a:pt x="402" y="60922"/>
                  </a:cubicBezTo>
                  <a:cubicBezTo>
                    <a:pt x="2088" y="59878"/>
                    <a:pt x="3105" y="58085"/>
                    <a:pt x="3186" y="56104"/>
                  </a:cubicBezTo>
                  <a:cubicBezTo>
                    <a:pt x="5193" y="55060"/>
                    <a:pt x="6424" y="53053"/>
                    <a:pt x="6424" y="50804"/>
                  </a:cubicBezTo>
                  <a:cubicBezTo>
                    <a:pt x="6424" y="48556"/>
                    <a:pt x="5193" y="46522"/>
                    <a:pt x="3186" y="45505"/>
                  </a:cubicBezTo>
                  <a:cubicBezTo>
                    <a:pt x="3159" y="43604"/>
                    <a:pt x="2088" y="41731"/>
                    <a:pt x="402" y="40660"/>
                  </a:cubicBezTo>
                  <a:cubicBezTo>
                    <a:pt x="1901" y="39723"/>
                    <a:pt x="3320" y="37877"/>
                    <a:pt x="3186" y="35816"/>
                  </a:cubicBezTo>
                  <a:cubicBezTo>
                    <a:pt x="5193" y="34799"/>
                    <a:pt x="6424" y="32764"/>
                    <a:pt x="6424" y="30543"/>
                  </a:cubicBezTo>
                  <a:cubicBezTo>
                    <a:pt x="6424" y="28295"/>
                    <a:pt x="5193" y="26260"/>
                    <a:pt x="3186" y="25243"/>
                  </a:cubicBezTo>
                  <a:cubicBezTo>
                    <a:pt x="3105" y="23236"/>
                    <a:pt x="2062" y="21443"/>
                    <a:pt x="402" y="20399"/>
                  </a:cubicBezTo>
                  <a:cubicBezTo>
                    <a:pt x="2088" y="19328"/>
                    <a:pt x="3186" y="17454"/>
                    <a:pt x="3186" y="15608"/>
                  </a:cubicBezTo>
                  <a:cubicBezTo>
                    <a:pt x="3186" y="15608"/>
                    <a:pt x="3186" y="15581"/>
                    <a:pt x="3186" y="15554"/>
                  </a:cubicBezTo>
                  <a:cubicBezTo>
                    <a:pt x="5193" y="14537"/>
                    <a:pt x="6424" y="12503"/>
                    <a:pt x="6424" y="10255"/>
                  </a:cubicBezTo>
                  <a:cubicBezTo>
                    <a:pt x="6424" y="8033"/>
                    <a:pt x="5193" y="5999"/>
                    <a:pt x="3186" y="4982"/>
                  </a:cubicBezTo>
                  <a:lnTo>
                    <a:pt x="3186" y="4955"/>
                  </a:lnTo>
                  <a:cubicBezTo>
                    <a:pt x="3186" y="3028"/>
                    <a:pt x="2008" y="1074"/>
                    <a:pt x="215" y="30"/>
                  </a:cubicBezTo>
                  <a:cubicBezTo>
                    <a:pt x="194" y="10"/>
                    <a:pt x="170" y="1"/>
                    <a:pt x="1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 name="Google Shape;844;p165"/>
            <p:cNvSpPr/>
            <p:nvPr/>
          </p:nvSpPr>
          <p:spPr>
            <a:xfrm>
              <a:off x="839675" y="818875"/>
              <a:ext cx="159950" cy="2032875"/>
            </a:xfrm>
            <a:custGeom>
              <a:rect b="b" l="l" r="r" t="t"/>
              <a:pathLst>
                <a:path extrusionOk="0" h="81315" w="6398">
                  <a:moveTo>
                    <a:pt x="122" y="1"/>
                  </a:moveTo>
                  <a:cubicBezTo>
                    <a:pt x="83" y="1"/>
                    <a:pt x="44" y="20"/>
                    <a:pt x="27" y="70"/>
                  </a:cubicBezTo>
                  <a:cubicBezTo>
                    <a:pt x="0" y="70"/>
                    <a:pt x="0" y="97"/>
                    <a:pt x="0" y="124"/>
                  </a:cubicBezTo>
                  <a:cubicBezTo>
                    <a:pt x="0" y="178"/>
                    <a:pt x="27" y="204"/>
                    <a:pt x="54" y="231"/>
                  </a:cubicBezTo>
                  <a:cubicBezTo>
                    <a:pt x="1794" y="1248"/>
                    <a:pt x="2971" y="3175"/>
                    <a:pt x="2918" y="5022"/>
                  </a:cubicBezTo>
                  <a:cubicBezTo>
                    <a:pt x="2918" y="5076"/>
                    <a:pt x="2945" y="5129"/>
                    <a:pt x="2998" y="5156"/>
                  </a:cubicBezTo>
                  <a:cubicBezTo>
                    <a:pt x="4925" y="6119"/>
                    <a:pt x="6156" y="8073"/>
                    <a:pt x="6156" y="10268"/>
                  </a:cubicBezTo>
                  <a:cubicBezTo>
                    <a:pt x="6156" y="12436"/>
                    <a:pt x="4925" y="14390"/>
                    <a:pt x="2998" y="15354"/>
                  </a:cubicBezTo>
                  <a:cubicBezTo>
                    <a:pt x="2945" y="15380"/>
                    <a:pt x="2918" y="15434"/>
                    <a:pt x="2918" y="15487"/>
                  </a:cubicBezTo>
                  <a:cubicBezTo>
                    <a:pt x="2971" y="17334"/>
                    <a:pt x="1847" y="19235"/>
                    <a:pt x="81" y="20278"/>
                  </a:cubicBezTo>
                  <a:cubicBezTo>
                    <a:pt x="54" y="20278"/>
                    <a:pt x="27" y="20305"/>
                    <a:pt x="0" y="20359"/>
                  </a:cubicBezTo>
                  <a:cubicBezTo>
                    <a:pt x="0" y="20412"/>
                    <a:pt x="27" y="20466"/>
                    <a:pt x="54" y="20493"/>
                  </a:cubicBezTo>
                  <a:cubicBezTo>
                    <a:pt x="1794" y="21510"/>
                    <a:pt x="2864" y="23303"/>
                    <a:pt x="2918" y="25310"/>
                  </a:cubicBezTo>
                  <a:cubicBezTo>
                    <a:pt x="2918" y="25364"/>
                    <a:pt x="2945" y="25391"/>
                    <a:pt x="2998" y="25417"/>
                  </a:cubicBezTo>
                  <a:cubicBezTo>
                    <a:pt x="4925" y="26381"/>
                    <a:pt x="6156" y="28362"/>
                    <a:pt x="6156" y="30530"/>
                  </a:cubicBezTo>
                  <a:cubicBezTo>
                    <a:pt x="6156" y="32698"/>
                    <a:pt x="4925" y="34652"/>
                    <a:pt x="2998" y="35642"/>
                  </a:cubicBezTo>
                  <a:cubicBezTo>
                    <a:pt x="2945" y="35642"/>
                    <a:pt x="2918" y="35695"/>
                    <a:pt x="2918" y="35749"/>
                  </a:cubicBezTo>
                  <a:cubicBezTo>
                    <a:pt x="3078" y="37837"/>
                    <a:pt x="1606" y="39630"/>
                    <a:pt x="81" y="40540"/>
                  </a:cubicBezTo>
                  <a:cubicBezTo>
                    <a:pt x="54" y="40540"/>
                    <a:pt x="27" y="40594"/>
                    <a:pt x="0" y="40620"/>
                  </a:cubicBezTo>
                  <a:cubicBezTo>
                    <a:pt x="0" y="40674"/>
                    <a:pt x="27" y="40727"/>
                    <a:pt x="54" y="40754"/>
                  </a:cubicBezTo>
                  <a:cubicBezTo>
                    <a:pt x="1794" y="41771"/>
                    <a:pt x="2918" y="43645"/>
                    <a:pt x="2918" y="45545"/>
                  </a:cubicBezTo>
                  <a:cubicBezTo>
                    <a:pt x="2918" y="45545"/>
                    <a:pt x="2918" y="45545"/>
                    <a:pt x="2918" y="45572"/>
                  </a:cubicBezTo>
                  <a:cubicBezTo>
                    <a:pt x="2918" y="45626"/>
                    <a:pt x="2945" y="45652"/>
                    <a:pt x="2998" y="45679"/>
                  </a:cubicBezTo>
                  <a:cubicBezTo>
                    <a:pt x="4925" y="46669"/>
                    <a:pt x="6156" y="48623"/>
                    <a:pt x="6156" y="50791"/>
                  </a:cubicBezTo>
                  <a:cubicBezTo>
                    <a:pt x="6156" y="52959"/>
                    <a:pt x="4925" y="54913"/>
                    <a:pt x="2998" y="55904"/>
                  </a:cubicBezTo>
                  <a:cubicBezTo>
                    <a:pt x="2945" y="55930"/>
                    <a:pt x="2918" y="55957"/>
                    <a:pt x="2918" y="56011"/>
                  </a:cubicBezTo>
                  <a:cubicBezTo>
                    <a:pt x="2864" y="57991"/>
                    <a:pt x="1820" y="59785"/>
                    <a:pt x="81" y="60802"/>
                  </a:cubicBezTo>
                  <a:cubicBezTo>
                    <a:pt x="54" y="60828"/>
                    <a:pt x="27" y="60855"/>
                    <a:pt x="0" y="60882"/>
                  </a:cubicBezTo>
                  <a:cubicBezTo>
                    <a:pt x="0" y="60935"/>
                    <a:pt x="27" y="60989"/>
                    <a:pt x="54" y="61016"/>
                  </a:cubicBezTo>
                  <a:cubicBezTo>
                    <a:pt x="1794" y="62033"/>
                    <a:pt x="2864" y="63826"/>
                    <a:pt x="2918" y="65834"/>
                  </a:cubicBezTo>
                  <a:cubicBezTo>
                    <a:pt x="2918" y="65887"/>
                    <a:pt x="2945" y="65914"/>
                    <a:pt x="2998" y="65941"/>
                  </a:cubicBezTo>
                  <a:cubicBezTo>
                    <a:pt x="4925" y="66931"/>
                    <a:pt x="6156" y="68885"/>
                    <a:pt x="6156" y="71053"/>
                  </a:cubicBezTo>
                  <a:cubicBezTo>
                    <a:pt x="6156" y="73221"/>
                    <a:pt x="4925" y="75175"/>
                    <a:pt x="2998" y="76165"/>
                  </a:cubicBezTo>
                  <a:cubicBezTo>
                    <a:pt x="2945" y="76192"/>
                    <a:pt x="2918" y="76219"/>
                    <a:pt x="2918" y="76272"/>
                  </a:cubicBezTo>
                  <a:cubicBezTo>
                    <a:pt x="2864" y="78280"/>
                    <a:pt x="1794" y="80073"/>
                    <a:pt x="81" y="81090"/>
                  </a:cubicBezTo>
                  <a:cubicBezTo>
                    <a:pt x="0" y="81117"/>
                    <a:pt x="0" y="81197"/>
                    <a:pt x="27" y="81251"/>
                  </a:cubicBezTo>
                  <a:cubicBezTo>
                    <a:pt x="47" y="81290"/>
                    <a:pt x="95" y="81315"/>
                    <a:pt x="140" y="81315"/>
                  </a:cubicBezTo>
                  <a:cubicBezTo>
                    <a:pt x="157" y="81315"/>
                    <a:pt x="173" y="81311"/>
                    <a:pt x="188" y="81304"/>
                  </a:cubicBezTo>
                  <a:cubicBezTo>
                    <a:pt x="1981" y="80260"/>
                    <a:pt x="3105" y="78413"/>
                    <a:pt x="3159" y="76352"/>
                  </a:cubicBezTo>
                  <a:cubicBezTo>
                    <a:pt x="5166" y="75309"/>
                    <a:pt x="6397" y="73301"/>
                    <a:pt x="6397" y="71053"/>
                  </a:cubicBezTo>
                  <a:cubicBezTo>
                    <a:pt x="6397" y="68805"/>
                    <a:pt x="5166" y="66797"/>
                    <a:pt x="3159" y="65753"/>
                  </a:cubicBezTo>
                  <a:cubicBezTo>
                    <a:pt x="3105" y="63773"/>
                    <a:pt x="2061" y="61979"/>
                    <a:pt x="375" y="60909"/>
                  </a:cubicBezTo>
                  <a:cubicBezTo>
                    <a:pt x="2061" y="59865"/>
                    <a:pt x="3105" y="58072"/>
                    <a:pt x="3159" y="56091"/>
                  </a:cubicBezTo>
                  <a:cubicBezTo>
                    <a:pt x="5166" y="55047"/>
                    <a:pt x="6397" y="53040"/>
                    <a:pt x="6397" y="50791"/>
                  </a:cubicBezTo>
                  <a:cubicBezTo>
                    <a:pt x="6397" y="48543"/>
                    <a:pt x="5166" y="46536"/>
                    <a:pt x="3159" y="45492"/>
                  </a:cubicBezTo>
                  <a:cubicBezTo>
                    <a:pt x="3159" y="43591"/>
                    <a:pt x="2061" y="41718"/>
                    <a:pt x="375" y="40647"/>
                  </a:cubicBezTo>
                  <a:cubicBezTo>
                    <a:pt x="1901" y="39710"/>
                    <a:pt x="3292" y="37890"/>
                    <a:pt x="3185" y="35829"/>
                  </a:cubicBezTo>
                  <a:cubicBezTo>
                    <a:pt x="5166" y="34785"/>
                    <a:pt x="6397" y="32751"/>
                    <a:pt x="6397" y="30530"/>
                  </a:cubicBezTo>
                  <a:cubicBezTo>
                    <a:pt x="6397" y="28281"/>
                    <a:pt x="5166" y="26247"/>
                    <a:pt x="3159" y="25230"/>
                  </a:cubicBezTo>
                  <a:cubicBezTo>
                    <a:pt x="3078" y="23223"/>
                    <a:pt x="2035" y="21429"/>
                    <a:pt x="375" y="20386"/>
                  </a:cubicBezTo>
                  <a:cubicBezTo>
                    <a:pt x="2061" y="19315"/>
                    <a:pt x="3159" y="17441"/>
                    <a:pt x="3159" y="15595"/>
                  </a:cubicBezTo>
                  <a:cubicBezTo>
                    <a:pt x="3159" y="15595"/>
                    <a:pt x="3159" y="15568"/>
                    <a:pt x="3159" y="15541"/>
                  </a:cubicBezTo>
                  <a:cubicBezTo>
                    <a:pt x="5166" y="14524"/>
                    <a:pt x="6397" y="12490"/>
                    <a:pt x="6397" y="10268"/>
                  </a:cubicBezTo>
                  <a:cubicBezTo>
                    <a:pt x="6397" y="8020"/>
                    <a:pt x="5166" y="5986"/>
                    <a:pt x="3159" y="4969"/>
                  </a:cubicBezTo>
                  <a:lnTo>
                    <a:pt x="3159" y="4942"/>
                  </a:lnTo>
                  <a:cubicBezTo>
                    <a:pt x="3159" y="3041"/>
                    <a:pt x="1981" y="1061"/>
                    <a:pt x="188" y="17"/>
                  </a:cubicBezTo>
                  <a:cubicBezTo>
                    <a:pt x="168" y="7"/>
                    <a:pt x="145" y="1"/>
                    <a:pt x="1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 name="Google Shape;845;p165"/>
            <p:cNvSpPr/>
            <p:nvPr/>
          </p:nvSpPr>
          <p:spPr>
            <a:xfrm>
              <a:off x="685775" y="566950"/>
              <a:ext cx="159950" cy="2033000"/>
            </a:xfrm>
            <a:custGeom>
              <a:rect b="b" l="l" r="r" t="t"/>
              <a:pathLst>
                <a:path extrusionOk="0" h="81320" w="6398">
                  <a:moveTo>
                    <a:pt x="119" y="1"/>
                  </a:moveTo>
                  <a:cubicBezTo>
                    <a:pt x="81" y="1"/>
                    <a:pt x="44" y="24"/>
                    <a:pt x="27" y="57"/>
                  </a:cubicBezTo>
                  <a:cubicBezTo>
                    <a:pt x="27"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98" y="17347"/>
                    <a:pt x="1847" y="19248"/>
                    <a:pt x="81" y="20292"/>
                  </a:cubicBezTo>
                  <a:cubicBezTo>
                    <a:pt x="54" y="20292"/>
                    <a:pt x="27" y="20318"/>
                    <a:pt x="27"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27"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91" y="58004"/>
                    <a:pt x="1820" y="59798"/>
                    <a:pt x="81" y="60815"/>
                  </a:cubicBezTo>
                  <a:cubicBezTo>
                    <a:pt x="54" y="60815"/>
                    <a:pt x="27" y="60868"/>
                    <a:pt x="27" y="60895"/>
                  </a:cubicBezTo>
                  <a:cubicBezTo>
                    <a:pt x="0" y="60949"/>
                    <a:pt x="27" y="61002"/>
                    <a:pt x="81" y="61029"/>
                  </a:cubicBezTo>
                  <a:cubicBezTo>
                    <a:pt x="1820" y="62046"/>
                    <a:pt x="2891"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91" y="78293"/>
                    <a:pt x="1820" y="80086"/>
                    <a:pt x="81" y="81076"/>
                  </a:cubicBezTo>
                  <a:cubicBezTo>
                    <a:pt x="27" y="81130"/>
                    <a:pt x="0" y="81183"/>
                    <a:pt x="27" y="81264"/>
                  </a:cubicBezTo>
                  <a:cubicBezTo>
                    <a:pt x="60" y="81297"/>
                    <a:pt x="93" y="81320"/>
                    <a:pt x="133" y="81320"/>
                  </a:cubicBezTo>
                  <a:cubicBezTo>
                    <a:pt x="157" y="81320"/>
                    <a:pt x="184" y="81311"/>
                    <a:pt x="214" y="81290"/>
                  </a:cubicBezTo>
                  <a:cubicBezTo>
                    <a:pt x="2008"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88" y="41731"/>
                    <a:pt x="375" y="40660"/>
                  </a:cubicBezTo>
                  <a:cubicBezTo>
                    <a:pt x="1901" y="39723"/>
                    <a:pt x="3292" y="37903"/>
                    <a:pt x="3185" y="35816"/>
                  </a:cubicBezTo>
                  <a:cubicBezTo>
                    <a:pt x="5166" y="34799"/>
                    <a:pt x="6397" y="32764"/>
                    <a:pt x="6397" y="30543"/>
                  </a:cubicBezTo>
                  <a:cubicBezTo>
                    <a:pt x="6397" y="28295"/>
                    <a:pt x="5166" y="26260"/>
                    <a:pt x="3185" y="25243"/>
                  </a:cubicBezTo>
                  <a:cubicBezTo>
                    <a:pt x="3078" y="23236"/>
                    <a:pt x="2061" y="21443"/>
                    <a:pt x="375" y="20399"/>
                  </a:cubicBezTo>
                  <a:cubicBezTo>
                    <a:pt x="2088" y="19328"/>
                    <a:pt x="3185" y="1740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 name="Google Shape;846;p165"/>
            <p:cNvSpPr/>
            <p:nvPr/>
          </p:nvSpPr>
          <p:spPr>
            <a:xfrm>
              <a:off x="531875" y="818875"/>
              <a:ext cx="160600" cy="2032875"/>
            </a:xfrm>
            <a:custGeom>
              <a:rect b="b" l="l" r="r" t="t"/>
              <a:pathLst>
                <a:path extrusionOk="0" h="81315" w="6424">
                  <a:moveTo>
                    <a:pt x="147" y="1"/>
                  </a:moveTo>
                  <a:cubicBezTo>
                    <a:pt x="106" y="1"/>
                    <a:pt x="61" y="20"/>
                    <a:pt x="27" y="70"/>
                  </a:cubicBezTo>
                  <a:cubicBezTo>
                    <a:pt x="27" y="70"/>
                    <a:pt x="27" y="97"/>
                    <a:pt x="27" y="124"/>
                  </a:cubicBezTo>
                  <a:cubicBezTo>
                    <a:pt x="27" y="178"/>
                    <a:pt x="54"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61"/>
                    <a:pt x="2944" y="15487"/>
                  </a:cubicBezTo>
                  <a:cubicBezTo>
                    <a:pt x="2998" y="17334"/>
                    <a:pt x="1847" y="19235"/>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71" y="35642"/>
                    <a:pt x="2944"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45"/>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54" y="81251"/>
                  </a:cubicBezTo>
                  <a:cubicBezTo>
                    <a:pt x="73" y="81290"/>
                    <a:pt x="122" y="81315"/>
                    <a:pt x="167" y="81315"/>
                  </a:cubicBezTo>
                  <a:cubicBezTo>
                    <a:pt x="184" y="81315"/>
                    <a:pt x="200" y="81311"/>
                    <a:pt x="214" y="81304"/>
                  </a:cubicBezTo>
                  <a:cubicBezTo>
                    <a:pt x="2008" y="80260"/>
                    <a:pt x="3105" y="78413"/>
                    <a:pt x="3185" y="76352"/>
                  </a:cubicBezTo>
                  <a:cubicBezTo>
                    <a:pt x="5193" y="75309"/>
                    <a:pt x="6424" y="73301"/>
                    <a:pt x="6424" y="71053"/>
                  </a:cubicBezTo>
                  <a:cubicBezTo>
                    <a:pt x="6424" y="68805"/>
                    <a:pt x="5193" y="66797"/>
                    <a:pt x="3185" y="65753"/>
                  </a:cubicBezTo>
                  <a:cubicBezTo>
                    <a:pt x="3105" y="63773"/>
                    <a:pt x="2088" y="61979"/>
                    <a:pt x="402" y="60909"/>
                  </a:cubicBezTo>
                  <a:cubicBezTo>
                    <a:pt x="2088" y="59865"/>
                    <a:pt x="3105" y="58072"/>
                    <a:pt x="3185" y="56091"/>
                  </a:cubicBezTo>
                  <a:cubicBezTo>
                    <a:pt x="5193" y="55047"/>
                    <a:pt x="6424" y="53040"/>
                    <a:pt x="6424" y="50791"/>
                  </a:cubicBezTo>
                  <a:cubicBezTo>
                    <a:pt x="6424" y="48543"/>
                    <a:pt x="5193" y="46536"/>
                    <a:pt x="3185" y="45492"/>
                  </a:cubicBezTo>
                  <a:cubicBezTo>
                    <a:pt x="3185" y="43591"/>
                    <a:pt x="2088" y="41718"/>
                    <a:pt x="402" y="40647"/>
                  </a:cubicBezTo>
                  <a:cubicBezTo>
                    <a:pt x="1900" y="39710"/>
                    <a:pt x="3319" y="37890"/>
                    <a:pt x="3185" y="35829"/>
                  </a:cubicBezTo>
                  <a:cubicBezTo>
                    <a:pt x="5193" y="34785"/>
                    <a:pt x="6424" y="32751"/>
                    <a:pt x="6424" y="30530"/>
                  </a:cubicBezTo>
                  <a:cubicBezTo>
                    <a:pt x="6424" y="28281"/>
                    <a:pt x="5193" y="26247"/>
                    <a:pt x="3185" y="25230"/>
                  </a:cubicBezTo>
                  <a:cubicBezTo>
                    <a:pt x="3105" y="23223"/>
                    <a:pt x="2061" y="21429"/>
                    <a:pt x="402"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lnTo>
                    <a:pt x="3185" y="4942"/>
                  </a:lnTo>
                  <a:cubicBezTo>
                    <a:pt x="3185" y="3041"/>
                    <a:pt x="2008" y="1061"/>
                    <a:pt x="214" y="17"/>
                  </a:cubicBezTo>
                  <a:cubicBezTo>
                    <a:pt x="195" y="7"/>
                    <a:pt x="171" y="1"/>
                    <a:pt x="1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 name="Google Shape;847;p165"/>
            <p:cNvSpPr/>
            <p:nvPr/>
          </p:nvSpPr>
          <p:spPr>
            <a:xfrm>
              <a:off x="378625" y="566950"/>
              <a:ext cx="159950" cy="2033000"/>
            </a:xfrm>
            <a:custGeom>
              <a:rect b="b" l="l" r="r" t="t"/>
              <a:pathLst>
                <a:path extrusionOk="0" h="81320" w="6398">
                  <a:moveTo>
                    <a:pt x="120" y="1"/>
                  </a:moveTo>
                  <a:cubicBezTo>
                    <a:pt x="81" y="1"/>
                    <a:pt x="44" y="24"/>
                    <a:pt x="28" y="57"/>
                  </a:cubicBezTo>
                  <a:cubicBezTo>
                    <a:pt x="1" y="84"/>
                    <a:pt x="1" y="110"/>
                    <a:pt x="1" y="137"/>
                  </a:cubicBezTo>
                  <a:cubicBezTo>
                    <a:pt x="1" y="164"/>
                    <a:pt x="28" y="217"/>
                    <a:pt x="54" y="244"/>
                  </a:cubicBezTo>
                  <a:cubicBezTo>
                    <a:pt x="1821" y="1261"/>
                    <a:pt x="2972" y="3188"/>
                    <a:pt x="2918" y="5035"/>
                  </a:cubicBezTo>
                  <a:cubicBezTo>
                    <a:pt x="2918" y="5116"/>
                    <a:pt x="2945" y="5142"/>
                    <a:pt x="2999" y="5169"/>
                  </a:cubicBezTo>
                  <a:cubicBezTo>
                    <a:pt x="4952" y="6133"/>
                    <a:pt x="6157" y="8086"/>
                    <a:pt x="6157" y="10255"/>
                  </a:cubicBezTo>
                  <a:cubicBezTo>
                    <a:pt x="6157" y="12449"/>
                    <a:pt x="4952" y="14403"/>
                    <a:pt x="2999" y="15367"/>
                  </a:cubicBezTo>
                  <a:cubicBezTo>
                    <a:pt x="2945" y="15394"/>
                    <a:pt x="2918" y="15447"/>
                    <a:pt x="2918" y="15501"/>
                  </a:cubicBezTo>
                  <a:cubicBezTo>
                    <a:pt x="2972" y="17347"/>
                    <a:pt x="1848" y="19248"/>
                    <a:pt x="81" y="20292"/>
                  </a:cubicBezTo>
                  <a:cubicBezTo>
                    <a:pt x="54" y="20292"/>
                    <a:pt x="28" y="20318"/>
                    <a:pt x="1" y="20372"/>
                  </a:cubicBezTo>
                  <a:cubicBezTo>
                    <a:pt x="1" y="20425"/>
                    <a:pt x="28" y="20479"/>
                    <a:pt x="54" y="20506"/>
                  </a:cubicBezTo>
                  <a:cubicBezTo>
                    <a:pt x="1794" y="21496"/>
                    <a:pt x="2865" y="23316"/>
                    <a:pt x="2918" y="25324"/>
                  </a:cubicBezTo>
                  <a:cubicBezTo>
                    <a:pt x="2918" y="25350"/>
                    <a:pt x="2945" y="25404"/>
                    <a:pt x="2999" y="25431"/>
                  </a:cubicBezTo>
                  <a:cubicBezTo>
                    <a:pt x="4952" y="26394"/>
                    <a:pt x="6157" y="28348"/>
                    <a:pt x="6157" y="30543"/>
                  </a:cubicBezTo>
                  <a:cubicBezTo>
                    <a:pt x="6157" y="32711"/>
                    <a:pt x="4952" y="34665"/>
                    <a:pt x="2999" y="35628"/>
                  </a:cubicBezTo>
                  <a:cubicBezTo>
                    <a:pt x="2945" y="35655"/>
                    <a:pt x="2918" y="35709"/>
                    <a:pt x="2918" y="35762"/>
                  </a:cubicBezTo>
                  <a:cubicBezTo>
                    <a:pt x="3079" y="37823"/>
                    <a:pt x="1607" y="39643"/>
                    <a:pt x="81" y="40553"/>
                  </a:cubicBezTo>
                  <a:cubicBezTo>
                    <a:pt x="54" y="40553"/>
                    <a:pt x="28" y="40580"/>
                    <a:pt x="1" y="40633"/>
                  </a:cubicBezTo>
                  <a:cubicBezTo>
                    <a:pt x="1" y="40687"/>
                    <a:pt x="28" y="40741"/>
                    <a:pt x="54" y="40767"/>
                  </a:cubicBezTo>
                  <a:cubicBezTo>
                    <a:pt x="1794" y="41784"/>
                    <a:pt x="2918" y="43658"/>
                    <a:pt x="2918" y="45532"/>
                  </a:cubicBezTo>
                  <a:cubicBezTo>
                    <a:pt x="2918" y="45558"/>
                    <a:pt x="2918" y="45558"/>
                    <a:pt x="2918" y="45585"/>
                  </a:cubicBezTo>
                  <a:cubicBezTo>
                    <a:pt x="2918" y="45612"/>
                    <a:pt x="2945" y="45665"/>
                    <a:pt x="2999" y="45692"/>
                  </a:cubicBezTo>
                  <a:cubicBezTo>
                    <a:pt x="4952" y="46656"/>
                    <a:pt x="6157" y="48636"/>
                    <a:pt x="6157" y="50804"/>
                  </a:cubicBezTo>
                  <a:cubicBezTo>
                    <a:pt x="6157" y="52972"/>
                    <a:pt x="4952" y="54926"/>
                    <a:pt x="2999" y="55917"/>
                  </a:cubicBezTo>
                  <a:cubicBezTo>
                    <a:pt x="2945" y="55917"/>
                    <a:pt x="2918" y="55970"/>
                    <a:pt x="2918" y="56024"/>
                  </a:cubicBezTo>
                  <a:cubicBezTo>
                    <a:pt x="2865" y="58004"/>
                    <a:pt x="1821" y="59798"/>
                    <a:pt x="81" y="60815"/>
                  </a:cubicBezTo>
                  <a:cubicBezTo>
                    <a:pt x="54" y="60815"/>
                    <a:pt x="28" y="60868"/>
                    <a:pt x="1" y="60895"/>
                  </a:cubicBezTo>
                  <a:cubicBezTo>
                    <a:pt x="1" y="60949"/>
                    <a:pt x="28" y="61002"/>
                    <a:pt x="54" y="61029"/>
                  </a:cubicBezTo>
                  <a:cubicBezTo>
                    <a:pt x="1794" y="62046"/>
                    <a:pt x="2865" y="63839"/>
                    <a:pt x="2918" y="65847"/>
                  </a:cubicBezTo>
                  <a:cubicBezTo>
                    <a:pt x="2918" y="65900"/>
                    <a:pt x="2945" y="65927"/>
                    <a:pt x="2999" y="65954"/>
                  </a:cubicBezTo>
                  <a:cubicBezTo>
                    <a:pt x="4952" y="66944"/>
                    <a:pt x="6157" y="68898"/>
                    <a:pt x="6157" y="71066"/>
                  </a:cubicBezTo>
                  <a:cubicBezTo>
                    <a:pt x="6157" y="73234"/>
                    <a:pt x="4952" y="75188"/>
                    <a:pt x="2999" y="76178"/>
                  </a:cubicBezTo>
                  <a:cubicBezTo>
                    <a:pt x="2945" y="76178"/>
                    <a:pt x="2918" y="76232"/>
                    <a:pt x="2918" y="76285"/>
                  </a:cubicBezTo>
                  <a:cubicBezTo>
                    <a:pt x="2865" y="78293"/>
                    <a:pt x="1821" y="80086"/>
                    <a:pt x="81" y="81076"/>
                  </a:cubicBezTo>
                  <a:cubicBezTo>
                    <a:pt x="1" y="81130"/>
                    <a:pt x="1" y="81183"/>
                    <a:pt x="28" y="81264"/>
                  </a:cubicBezTo>
                  <a:cubicBezTo>
                    <a:pt x="44" y="81297"/>
                    <a:pt x="81" y="81320"/>
                    <a:pt x="120" y="81320"/>
                  </a:cubicBezTo>
                  <a:cubicBezTo>
                    <a:pt x="143" y="81320"/>
                    <a:pt x="168" y="81311"/>
                    <a:pt x="188" y="81290"/>
                  </a:cubicBezTo>
                  <a:cubicBezTo>
                    <a:pt x="1981" y="80273"/>
                    <a:pt x="3106" y="78427"/>
                    <a:pt x="3159" y="76366"/>
                  </a:cubicBezTo>
                  <a:cubicBezTo>
                    <a:pt x="5167" y="75322"/>
                    <a:pt x="6398" y="73314"/>
                    <a:pt x="6398" y="71066"/>
                  </a:cubicBezTo>
                  <a:cubicBezTo>
                    <a:pt x="6398" y="68818"/>
                    <a:pt x="5167" y="66784"/>
                    <a:pt x="3159" y="65766"/>
                  </a:cubicBezTo>
                  <a:cubicBezTo>
                    <a:pt x="3106" y="63786"/>
                    <a:pt x="2062" y="61992"/>
                    <a:pt x="376" y="60922"/>
                  </a:cubicBezTo>
                  <a:cubicBezTo>
                    <a:pt x="2062" y="59878"/>
                    <a:pt x="3106" y="58085"/>
                    <a:pt x="3159" y="56104"/>
                  </a:cubicBezTo>
                  <a:cubicBezTo>
                    <a:pt x="5167" y="55060"/>
                    <a:pt x="6398" y="53053"/>
                    <a:pt x="6398" y="50804"/>
                  </a:cubicBezTo>
                  <a:cubicBezTo>
                    <a:pt x="6398" y="48556"/>
                    <a:pt x="5167" y="46522"/>
                    <a:pt x="3159" y="45505"/>
                  </a:cubicBezTo>
                  <a:cubicBezTo>
                    <a:pt x="3159" y="43604"/>
                    <a:pt x="2062" y="41731"/>
                    <a:pt x="376" y="40660"/>
                  </a:cubicBezTo>
                  <a:cubicBezTo>
                    <a:pt x="1901" y="39723"/>
                    <a:pt x="3293" y="37903"/>
                    <a:pt x="3186" y="35816"/>
                  </a:cubicBezTo>
                  <a:cubicBezTo>
                    <a:pt x="5167" y="34799"/>
                    <a:pt x="6398" y="32764"/>
                    <a:pt x="6398" y="30543"/>
                  </a:cubicBezTo>
                  <a:cubicBezTo>
                    <a:pt x="6398" y="28295"/>
                    <a:pt x="5167" y="26260"/>
                    <a:pt x="3159" y="25243"/>
                  </a:cubicBezTo>
                  <a:cubicBezTo>
                    <a:pt x="3079" y="23236"/>
                    <a:pt x="2035" y="21443"/>
                    <a:pt x="376" y="20399"/>
                  </a:cubicBezTo>
                  <a:cubicBezTo>
                    <a:pt x="2089" y="19328"/>
                    <a:pt x="3186" y="17401"/>
                    <a:pt x="3186" y="15554"/>
                  </a:cubicBezTo>
                  <a:cubicBezTo>
                    <a:pt x="5167" y="14537"/>
                    <a:pt x="6398" y="12503"/>
                    <a:pt x="6398" y="10255"/>
                  </a:cubicBezTo>
                  <a:cubicBezTo>
                    <a:pt x="6398" y="8033"/>
                    <a:pt x="5167" y="5999"/>
                    <a:pt x="3186" y="4982"/>
                  </a:cubicBezTo>
                  <a:lnTo>
                    <a:pt x="3186" y="4955"/>
                  </a:lnTo>
                  <a:cubicBezTo>
                    <a:pt x="3186" y="3028"/>
                    <a:pt x="1981" y="1074"/>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 name="Google Shape;848;p165"/>
            <p:cNvSpPr/>
            <p:nvPr/>
          </p:nvSpPr>
          <p:spPr>
            <a:xfrm>
              <a:off x="224725" y="818875"/>
              <a:ext cx="159950" cy="2032875"/>
            </a:xfrm>
            <a:custGeom>
              <a:rect b="b" l="l" r="r" t="t"/>
              <a:pathLst>
                <a:path extrusionOk="0" h="81315" w="6398">
                  <a:moveTo>
                    <a:pt x="129" y="1"/>
                  </a:moveTo>
                  <a:cubicBezTo>
                    <a:pt x="83" y="1"/>
                    <a:pt x="44" y="20"/>
                    <a:pt x="27" y="70"/>
                  </a:cubicBezTo>
                  <a:cubicBezTo>
                    <a:pt x="27" y="70"/>
                    <a:pt x="1" y="97"/>
                    <a:pt x="1" y="124"/>
                  </a:cubicBezTo>
                  <a:cubicBezTo>
                    <a:pt x="1" y="178"/>
                    <a:pt x="27" y="204"/>
                    <a:pt x="81" y="231"/>
                  </a:cubicBezTo>
                  <a:cubicBezTo>
                    <a:pt x="1821" y="1248"/>
                    <a:pt x="2972" y="3175"/>
                    <a:pt x="2918" y="5022"/>
                  </a:cubicBezTo>
                  <a:cubicBezTo>
                    <a:pt x="2945" y="5076"/>
                    <a:pt x="2945" y="5129"/>
                    <a:pt x="2998" y="5156"/>
                  </a:cubicBezTo>
                  <a:cubicBezTo>
                    <a:pt x="4952" y="6119"/>
                    <a:pt x="6157" y="8073"/>
                    <a:pt x="6157" y="10268"/>
                  </a:cubicBezTo>
                  <a:cubicBezTo>
                    <a:pt x="6157" y="12436"/>
                    <a:pt x="4952" y="14390"/>
                    <a:pt x="2998" y="15354"/>
                  </a:cubicBezTo>
                  <a:cubicBezTo>
                    <a:pt x="2945" y="15380"/>
                    <a:pt x="2918" y="15461"/>
                    <a:pt x="2918" y="15487"/>
                  </a:cubicBezTo>
                  <a:cubicBezTo>
                    <a:pt x="2998" y="17334"/>
                    <a:pt x="1848" y="19235"/>
                    <a:pt x="108" y="20278"/>
                  </a:cubicBezTo>
                  <a:cubicBezTo>
                    <a:pt x="54" y="20278"/>
                    <a:pt x="27" y="20305"/>
                    <a:pt x="27" y="20359"/>
                  </a:cubicBezTo>
                  <a:cubicBezTo>
                    <a:pt x="1" y="20412"/>
                    <a:pt x="27" y="20466"/>
                    <a:pt x="81" y="20493"/>
                  </a:cubicBezTo>
                  <a:cubicBezTo>
                    <a:pt x="1794" y="21510"/>
                    <a:pt x="2865" y="23303"/>
                    <a:pt x="2918" y="25310"/>
                  </a:cubicBezTo>
                  <a:cubicBezTo>
                    <a:pt x="2945" y="25364"/>
                    <a:pt x="2972"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106" y="37837"/>
                    <a:pt x="1633" y="39630"/>
                    <a:pt x="108" y="40540"/>
                  </a:cubicBezTo>
                  <a:cubicBezTo>
                    <a:pt x="54" y="40540"/>
                    <a:pt x="27" y="40594"/>
                    <a:pt x="27" y="40620"/>
                  </a:cubicBezTo>
                  <a:cubicBezTo>
                    <a:pt x="1" y="40674"/>
                    <a:pt x="27"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108" y="60802"/>
                  </a:cubicBezTo>
                  <a:cubicBezTo>
                    <a:pt x="54" y="60828"/>
                    <a:pt x="27" y="60855"/>
                    <a:pt x="27" y="60882"/>
                  </a:cubicBezTo>
                  <a:cubicBezTo>
                    <a:pt x="1" y="60935"/>
                    <a:pt x="27"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7" y="81117"/>
                    <a:pt x="1" y="81197"/>
                    <a:pt x="27" y="81251"/>
                  </a:cubicBezTo>
                  <a:cubicBezTo>
                    <a:pt x="67" y="81290"/>
                    <a:pt x="106" y="81315"/>
                    <a:pt x="156" y="81315"/>
                  </a:cubicBezTo>
                  <a:cubicBezTo>
                    <a:pt x="174" y="81315"/>
                    <a:pt x="193" y="81311"/>
                    <a:pt x="215" y="81304"/>
                  </a:cubicBezTo>
                  <a:cubicBezTo>
                    <a:pt x="2008" y="80260"/>
                    <a:pt x="3106" y="78413"/>
                    <a:pt x="3186" y="76352"/>
                  </a:cubicBezTo>
                  <a:cubicBezTo>
                    <a:pt x="5166" y="75309"/>
                    <a:pt x="6398" y="73301"/>
                    <a:pt x="6398" y="71053"/>
                  </a:cubicBezTo>
                  <a:cubicBezTo>
                    <a:pt x="6398" y="68805"/>
                    <a:pt x="5166" y="66797"/>
                    <a:pt x="3186" y="65753"/>
                  </a:cubicBezTo>
                  <a:cubicBezTo>
                    <a:pt x="3106" y="63773"/>
                    <a:pt x="2062" y="61979"/>
                    <a:pt x="375" y="60909"/>
                  </a:cubicBezTo>
                  <a:cubicBezTo>
                    <a:pt x="2062" y="59865"/>
                    <a:pt x="3106" y="58072"/>
                    <a:pt x="3186" y="56091"/>
                  </a:cubicBezTo>
                  <a:cubicBezTo>
                    <a:pt x="5166" y="55047"/>
                    <a:pt x="6398" y="53040"/>
                    <a:pt x="6398" y="50791"/>
                  </a:cubicBezTo>
                  <a:cubicBezTo>
                    <a:pt x="6398" y="48543"/>
                    <a:pt x="5166" y="46536"/>
                    <a:pt x="3186" y="45492"/>
                  </a:cubicBezTo>
                  <a:cubicBezTo>
                    <a:pt x="3159" y="43591"/>
                    <a:pt x="2088" y="41718"/>
                    <a:pt x="375" y="40647"/>
                  </a:cubicBezTo>
                  <a:cubicBezTo>
                    <a:pt x="1901" y="39710"/>
                    <a:pt x="3320" y="37890"/>
                    <a:pt x="3186" y="35829"/>
                  </a:cubicBezTo>
                  <a:cubicBezTo>
                    <a:pt x="5166" y="34785"/>
                    <a:pt x="6398" y="32751"/>
                    <a:pt x="6398" y="30530"/>
                  </a:cubicBezTo>
                  <a:cubicBezTo>
                    <a:pt x="6398" y="28281"/>
                    <a:pt x="5166" y="26247"/>
                    <a:pt x="3186" y="25230"/>
                  </a:cubicBezTo>
                  <a:cubicBezTo>
                    <a:pt x="3079" y="23223"/>
                    <a:pt x="2062" y="21429"/>
                    <a:pt x="375" y="20386"/>
                  </a:cubicBezTo>
                  <a:cubicBezTo>
                    <a:pt x="2088" y="19315"/>
                    <a:pt x="3186" y="17441"/>
                    <a:pt x="3186" y="15595"/>
                  </a:cubicBezTo>
                  <a:cubicBezTo>
                    <a:pt x="3186" y="15595"/>
                    <a:pt x="3186" y="15568"/>
                    <a:pt x="3186" y="15541"/>
                  </a:cubicBezTo>
                  <a:cubicBezTo>
                    <a:pt x="5166" y="14524"/>
                    <a:pt x="6398" y="12490"/>
                    <a:pt x="6398" y="10268"/>
                  </a:cubicBezTo>
                  <a:cubicBezTo>
                    <a:pt x="6398" y="8020"/>
                    <a:pt x="5166" y="5986"/>
                    <a:pt x="3186" y="4969"/>
                  </a:cubicBezTo>
                  <a:lnTo>
                    <a:pt x="3186" y="4942"/>
                  </a:lnTo>
                  <a:cubicBezTo>
                    <a:pt x="3186" y="3041"/>
                    <a:pt x="1981" y="1061"/>
                    <a:pt x="215" y="17"/>
                  </a:cubicBezTo>
                  <a:cubicBezTo>
                    <a:pt x="185" y="7"/>
                    <a:pt x="156" y="1"/>
                    <a:pt x="1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 name="Google Shape;849;p165"/>
            <p:cNvSpPr/>
            <p:nvPr/>
          </p:nvSpPr>
          <p:spPr>
            <a:xfrm>
              <a:off x="1914975" y="2593575"/>
              <a:ext cx="160625" cy="2032875"/>
            </a:xfrm>
            <a:custGeom>
              <a:rect b="b" l="l" r="r" t="t"/>
              <a:pathLst>
                <a:path extrusionOk="0" h="81315" w="6425">
                  <a:moveTo>
                    <a:pt x="151" y="1"/>
                  </a:moveTo>
                  <a:cubicBezTo>
                    <a:pt x="95" y="1"/>
                    <a:pt x="47" y="26"/>
                    <a:pt x="27" y="65"/>
                  </a:cubicBezTo>
                  <a:cubicBezTo>
                    <a:pt x="27" y="92"/>
                    <a:pt x="27" y="118"/>
                    <a:pt x="27" y="118"/>
                  </a:cubicBezTo>
                  <a:cubicBezTo>
                    <a:pt x="27" y="172"/>
                    <a:pt x="27"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45" y="15402"/>
                    <a:pt x="2945" y="15428"/>
                    <a:pt x="2945" y="15482"/>
                  </a:cubicBezTo>
                  <a:cubicBezTo>
                    <a:pt x="2998" y="17355"/>
                    <a:pt x="1848"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45" y="35663"/>
                    <a:pt x="2918" y="35717"/>
                    <a:pt x="2945" y="35770"/>
                  </a:cubicBezTo>
                  <a:cubicBezTo>
                    <a:pt x="3106"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45"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6" y="78408"/>
                    <a:pt x="3186" y="76347"/>
                  </a:cubicBezTo>
                  <a:cubicBezTo>
                    <a:pt x="5166" y="75330"/>
                    <a:pt x="6424" y="73296"/>
                    <a:pt x="6424" y="71047"/>
                  </a:cubicBezTo>
                  <a:cubicBezTo>
                    <a:pt x="6424" y="68826"/>
                    <a:pt x="5166" y="66792"/>
                    <a:pt x="3186" y="65748"/>
                  </a:cubicBezTo>
                  <a:cubicBezTo>
                    <a:pt x="3106" y="63767"/>
                    <a:pt x="2062" y="61974"/>
                    <a:pt x="375" y="60930"/>
                  </a:cubicBezTo>
                  <a:cubicBezTo>
                    <a:pt x="2062" y="59859"/>
                    <a:pt x="3106" y="58093"/>
                    <a:pt x="3186" y="56085"/>
                  </a:cubicBezTo>
                  <a:cubicBezTo>
                    <a:pt x="5166" y="55068"/>
                    <a:pt x="6424" y="53034"/>
                    <a:pt x="6424" y="50786"/>
                  </a:cubicBezTo>
                  <a:cubicBezTo>
                    <a:pt x="6424" y="48537"/>
                    <a:pt x="5166" y="46530"/>
                    <a:pt x="3186" y="45486"/>
                  </a:cubicBezTo>
                  <a:cubicBezTo>
                    <a:pt x="3159" y="43586"/>
                    <a:pt x="2088" y="41739"/>
                    <a:pt x="375" y="40668"/>
                  </a:cubicBezTo>
                  <a:cubicBezTo>
                    <a:pt x="1901" y="39705"/>
                    <a:pt x="3320" y="37885"/>
                    <a:pt x="3186" y="35824"/>
                  </a:cubicBezTo>
                  <a:cubicBezTo>
                    <a:pt x="5193" y="34780"/>
                    <a:pt x="6424" y="32772"/>
                    <a:pt x="6424" y="30524"/>
                  </a:cubicBezTo>
                  <a:cubicBezTo>
                    <a:pt x="6424" y="28276"/>
                    <a:pt x="5166" y="26268"/>
                    <a:pt x="3186" y="25225"/>
                  </a:cubicBezTo>
                  <a:cubicBezTo>
                    <a:pt x="3106" y="23244"/>
                    <a:pt x="2062" y="21451"/>
                    <a:pt x="375" y="20407"/>
                  </a:cubicBezTo>
                  <a:cubicBezTo>
                    <a:pt x="2088" y="19336"/>
                    <a:pt x="3186" y="17436"/>
                    <a:pt x="3186" y="15616"/>
                  </a:cubicBezTo>
                  <a:cubicBezTo>
                    <a:pt x="3186" y="15589"/>
                    <a:pt x="3186" y="15562"/>
                    <a:pt x="3186" y="15562"/>
                  </a:cubicBezTo>
                  <a:cubicBezTo>
                    <a:pt x="5166" y="14518"/>
                    <a:pt x="6424" y="12511"/>
                    <a:pt x="6424" y="10263"/>
                  </a:cubicBezTo>
                  <a:cubicBezTo>
                    <a:pt x="6424" y="8014"/>
                    <a:pt x="5166" y="6007"/>
                    <a:pt x="3186" y="4963"/>
                  </a:cubicBezTo>
                  <a:cubicBezTo>
                    <a:pt x="3186" y="3036"/>
                    <a:pt x="2008" y="1055"/>
                    <a:pt x="215" y="11"/>
                  </a:cubicBezTo>
                  <a:cubicBezTo>
                    <a:pt x="193" y="4"/>
                    <a:pt x="172" y="1"/>
                    <a:pt x="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 name="Google Shape;850;p165"/>
            <p:cNvSpPr/>
            <p:nvPr/>
          </p:nvSpPr>
          <p:spPr>
            <a:xfrm>
              <a:off x="1761075" y="2845375"/>
              <a:ext cx="160625" cy="2032675"/>
            </a:xfrm>
            <a:custGeom>
              <a:rect b="b" l="l" r="r" t="t"/>
              <a:pathLst>
                <a:path extrusionOk="0" h="81307" w="6425">
                  <a:moveTo>
                    <a:pt x="146" y="1"/>
                  </a:moveTo>
                  <a:cubicBezTo>
                    <a:pt x="108" y="1"/>
                    <a:pt x="71" y="24"/>
                    <a:pt x="54" y="57"/>
                  </a:cubicBezTo>
                  <a:cubicBezTo>
                    <a:pt x="27" y="84"/>
                    <a:pt x="27" y="110"/>
                    <a:pt x="27" y="137"/>
                  </a:cubicBezTo>
                  <a:cubicBezTo>
                    <a:pt x="27" y="164"/>
                    <a:pt x="54" y="217"/>
                    <a:pt x="81" y="244"/>
                  </a:cubicBezTo>
                  <a:cubicBezTo>
                    <a:pt x="1821" y="1234"/>
                    <a:pt x="2972" y="3162"/>
                    <a:pt x="2945" y="5035"/>
                  </a:cubicBezTo>
                  <a:cubicBezTo>
                    <a:pt x="2945" y="5089"/>
                    <a:pt x="2972" y="5142"/>
                    <a:pt x="2998" y="5142"/>
                  </a:cubicBezTo>
                  <a:cubicBezTo>
                    <a:pt x="4952" y="6133"/>
                    <a:pt x="6183" y="8086"/>
                    <a:pt x="6183" y="10254"/>
                  </a:cubicBezTo>
                  <a:cubicBezTo>
                    <a:pt x="6183" y="12422"/>
                    <a:pt x="4952" y="14376"/>
                    <a:pt x="2998" y="15367"/>
                  </a:cubicBezTo>
                  <a:cubicBezTo>
                    <a:pt x="2972" y="15393"/>
                    <a:pt x="2945" y="15447"/>
                    <a:pt x="2945" y="15474"/>
                  </a:cubicBezTo>
                  <a:cubicBezTo>
                    <a:pt x="2998" y="17321"/>
                    <a:pt x="1847" y="19248"/>
                    <a:pt x="108" y="20265"/>
                  </a:cubicBezTo>
                  <a:cubicBezTo>
                    <a:pt x="81" y="20292"/>
                    <a:pt x="27" y="20318"/>
                    <a:pt x="27" y="20345"/>
                  </a:cubicBezTo>
                  <a:cubicBezTo>
                    <a:pt x="27" y="20425"/>
                    <a:pt x="27" y="20479"/>
                    <a:pt x="81" y="20506"/>
                  </a:cubicBezTo>
                  <a:cubicBezTo>
                    <a:pt x="1821" y="21496"/>
                    <a:pt x="2891" y="23289"/>
                    <a:pt x="2945" y="25297"/>
                  </a:cubicBezTo>
                  <a:cubicBezTo>
                    <a:pt x="2945" y="25350"/>
                    <a:pt x="2972" y="25404"/>
                    <a:pt x="2998" y="25404"/>
                  </a:cubicBezTo>
                  <a:cubicBezTo>
                    <a:pt x="4952" y="26394"/>
                    <a:pt x="6183" y="28348"/>
                    <a:pt x="6183" y="30516"/>
                  </a:cubicBezTo>
                  <a:cubicBezTo>
                    <a:pt x="6183" y="32684"/>
                    <a:pt x="4952" y="34665"/>
                    <a:pt x="2998" y="35628"/>
                  </a:cubicBezTo>
                  <a:cubicBezTo>
                    <a:pt x="2972" y="35655"/>
                    <a:pt x="2945" y="35709"/>
                    <a:pt x="2945" y="35762"/>
                  </a:cubicBezTo>
                  <a:cubicBezTo>
                    <a:pt x="3105" y="37823"/>
                    <a:pt x="1633" y="39643"/>
                    <a:pt x="108" y="40526"/>
                  </a:cubicBezTo>
                  <a:cubicBezTo>
                    <a:pt x="81" y="40553"/>
                    <a:pt x="27" y="40580"/>
                    <a:pt x="27" y="40633"/>
                  </a:cubicBezTo>
                  <a:cubicBezTo>
                    <a:pt x="27" y="40687"/>
                    <a:pt x="27" y="40741"/>
                    <a:pt x="81" y="40767"/>
                  </a:cubicBezTo>
                  <a:cubicBezTo>
                    <a:pt x="1821" y="41784"/>
                    <a:pt x="2945" y="43631"/>
                    <a:pt x="2945" y="45532"/>
                  </a:cubicBezTo>
                  <a:lnTo>
                    <a:pt x="2945" y="45558"/>
                  </a:lnTo>
                  <a:cubicBezTo>
                    <a:pt x="2945" y="45612"/>
                    <a:pt x="2972" y="45665"/>
                    <a:pt x="2998" y="45692"/>
                  </a:cubicBezTo>
                  <a:cubicBezTo>
                    <a:pt x="4952" y="46656"/>
                    <a:pt x="6183" y="48610"/>
                    <a:pt x="6183" y="50778"/>
                  </a:cubicBezTo>
                  <a:cubicBezTo>
                    <a:pt x="6183" y="52972"/>
                    <a:pt x="4952" y="54926"/>
                    <a:pt x="2998" y="55890"/>
                  </a:cubicBezTo>
                  <a:cubicBezTo>
                    <a:pt x="2972" y="55917"/>
                    <a:pt x="2945" y="55970"/>
                    <a:pt x="2945" y="55997"/>
                  </a:cubicBezTo>
                  <a:cubicBezTo>
                    <a:pt x="2891" y="58004"/>
                    <a:pt x="1847" y="59798"/>
                    <a:pt x="108" y="60815"/>
                  </a:cubicBezTo>
                  <a:cubicBezTo>
                    <a:pt x="81" y="60815"/>
                    <a:pt x="27" y="60841"/>
                    <a:pt x="27" y="60895"/>
                  </a:cubicBezTo>
                  <a:cubicBezTo>
                    <a:pt x="27" y="60949"/>
                    <a:pt x="27" y="61002"/>
                    <a:pt x="81" y="61029"/>
                  </a:cubicBezTo>
                  <a:cubicBezTo>
                    <a:pt x="1821" y="62046"/>
                    <a:pt x="2891" y="63839"/>
                    <a:pt x="2945" y="65847"/>
                  </a:cubicBezTo>
                  <a:cubicBezTo>
                    <a:pt x="2945" y="65873"/>
                    <a:pt x="2972" y="65927"/>
                    <a:pt x="2998" y="65954"/>
                  </a:cubicBezTo>
                  <a:cubicBezTo>
                    <a:pt x="4952" y="66917"/>
                    <a:pt x="6183" y="68871"/>
                    <a:pt x="6183" y="71066"/>
                  </a:cubicBezTo>
                  <a:cubicBezTo>
                    <a:pt x="6183" y="73234"/>
                    <a:pt x="4952" y="75188"/>
                    <a:pt x="2998" y="76151"/>
                  </a:cubicBezTo>
                  <a:cubicBezTo>
                    <a:pt x="2972" y="76178"/>
                    <a:pt x="2945" y="76232"/>
                    <a:pt x="2945" y="76285"/>
                  </a:cubicBezTo>
                  <a:cubicBezTo>
                    <a:pt x="2891" y="78266"/>
                    <a:pt x="1821" y="80059"/>
                    <a:pt x="81" y="81076"/>
                  </a:cubicBezTo>
                  <a:cubicBezTo>
                    <a:pt x="27" y="81103"/>
                    <a:pt x="1" y="81183"/>
                    <a:pt x="54" y="81237"/>
                  </a:cubicBezTo>
                  <a:cubicBezTo>
                    <a:pt x="71" y="81288"/>
                    <a:pt x="110" y="81306"/>
                    <a:pt x="149" y="81306"/>
                  </a:cubicBezTo>
                  <a:cubicBezTo>
                    <a:pt x="172" y="81306"/>
                    <a:pt x="195" y="81300"/>
                    <a:pt x="215" y="81290"/>
                  </a:cubicBezTo>
                  <a:cubicBezTo>
                    <a:pt x="2008" y="80247"/>
                    <a:pt x="3105" y="78400"/>
                    <a:pt x="3186" y="76366"/>
                  </a:cubicBezTo>
                  <a:cubicBezTo>
                    <a:pt x="5193" y="75322"/>
                    <a:pt x="6424" y="73288"/>
                    <a:pt x="6424" y="71066"/>
                  </a:cubicBezTo>
                  <a:cubicBezTo>
                    <a:pt x="6424" y="68818"/>
                    <a:pt x="5193" y="66783"/>
                    <a:pt x="3186" y="65766"/>
                  </a:cubicBezTo>
                  <a:cubicBezTo>
                    <a:pt x="3132" y="63759"/>
                    <a:pt x="2088" y="61992"/>
                    <a:pt x="402" y="60922"/>
                  </a:cubicBezTo>
                  <a:cubicBezTo>
                    <a:pt x="2088" y="59878"/>
                    <a:pt x="3132" y="58085"/>
                    <a:pt x="3186" y="56077"/>
                  </a:cubicBezTo>
                  <a:cubicBezTo>
                    <a:pt x="5193" y="55060"/>
                    <a:pt x="6424" y="53026"/>
                    <a:pt x="6424" y="50778"/>
                  </a:cubicBezTo>
                  <a:cubicBezTo>
                    <a:pt x="6424" y="48556"/>
                    <a:pt x="5193" y="46522"/>
                    <a:pt x="3186" y="45505"/>
                  </a:cubicBezTo>
                  <a:cubicBezTo>
                    <a:pt x="3186" y="43604"/>
                    <a:pt x="2088" y="41731"/>
                    <a:pt x="402" y="40660"/>
                  </a:cubicBezTo>
                  <a:cubicBezTo>
                    <a:pt x="1901" y="39697"/>
                    <a:pt x="3320" y="37877"/>
                    <a:pt x="3186" y="35816"/>
                  </a:cubicBezTo>
                  <a:cubicBezTo>
                    <a:pt x="5193" y="34799"/>
                    <a:pt x="6424" y="32764"/>
                    <a:pt x="6424" y="30516"/>
                  </a:cubicBezTo>
                  <a:cubicBezTo>
                    <a:pt x="6424" y="28268"/>
                    <a:pt x="5193" y="26260"/>
                    <a:pt x="3186" y="25216"/>
                  </a:cubicBezTo>
                  <a:cubicBezTo>
                    <a:pt x="3105" y="23236"/>
                    <a:pt x="2062" y="21442"/>
                    <a:pt x="402" y="20399"/>
                  </a:cubicBezTo>
                  <a:cubicBezTo>
                    <a:pt x="2115" y="19328"/>
                    <a:pt x="3212" y="17401"/>
                    <a:pt x="3186" y="15554"/>
                  </a:cubicBezTo>
                  <a:cubicBezTo>
                    <a:pt x="5193" y="14510"/>
                    <a:pt x="6424" y="12503"/>
                    <a:pt x="6424" y="10254"/>
                  </a:cubicBezTo>
                  <a:cubicBezTo>
                    <a:pt x="6424" y="8006"/>
                    <a:pt x="5193" y="5999"/>
                    <a:pt x="3186" y="4955"/>
                  </a:cubicBezTo>
                  <a:cubicBezTo>
                    <a:pt x="3186" y="3028"/>
                    <a:pt x="2008" y="1047"/>
                    <a:pt x="215" y="30"/>
                  </a:cubicBezTo>
                  <a:cubicBezTo>
                    <a:pt x="194" y="10"/>
                    <a:pt x="170"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 name="Google Shape;851;p165"/>
            <p:cNvSpPr/>
            <p:nvPr/>
          </p:nvSpPr>
          <p:spPr>
            <a:xfrm>
              <a:off x="1607850" y="2593575"/>
              <a:ext cx="159950" cy="2032875"/>
            </a:xfrm>
            <a:custGeom>
              <a:rect b="b" l="l" r="r" t="t"/>
              <a:pathLst>
                <a:path extrusionOk="0" h="81315" w="6398">
                  <a:moveTo>
                    <a:pt x="140" y="1"/>
                  </a:moveTo>
                  <a:cubicBezTo>
                    <a:pt x="95" y="1"/>
                    <a:pt x="47" y="26"/>
                    <a:pt x="27" y="65"/>
                  </a:cubicBezTo>
                  <a:cubicBezTo>
                    <a:pt x="0"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71" y="17329"/>
                    <a:pt x="1847" y="19256"/>
                    <a:pt x="81" y="20273"/>
                  </a:cubicBezTo>
                  <a:cubicBezTo>
                    <a:pt x="54" y="20300"/>
                    <a:pt x="27" y="20326"/>
                    <a:pt x="0"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0" y="40615"/>
                  </a:cubicBezTo>
                  <a:cubicBezTo>
                    <a:pt x="0" y="40668"/>
                    <a:pt x="27" y="40749"/>
                    <a:pt x="81" y="40775"/>
                  </a:cubicBezTo>
                  <a:cubicBezTo>
                    <a:pt x="1820" y="41766"/>
                    <a:pt x="2918" y="43639"/>
                    <a:pt x="2918" y="45540"/>
                  </a:cubicBezTo>
                  <a:cubicBezTo>
                    <a:pt x="2918" y="45540"/>
                    <a:pt x="2918" y="45566"/>
                    <a:pt x="2918" y="45566"/>
                  </a:cubicBez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64" y="58012"/>
                    <a:pt x="1820" y="59806"/>
                    <a:pt x="81" y="60796"/>
                  </a:cubicBezTo>
                  <a:cubicBezTo>
                    <a:pt x="54" y="60823"/>
                    <a:pt x="27" y="60850"/>
                    <a:pt x="0" y="60903"/>
                  </a:cubicBezTo>
                  <a:cubicBezTo>
                    <a:pt x="0" y="60957"/>
                    <a:pt x="27" y="61010"/>
                    <a:pt x="81" y="61037"/>
                  </a:cubicBezTo>
                  <a:cubicBezTo>
                    <a:pt x="1820" y="62054"/>
                    <a:pt x="2864"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64" y="78274"/>
                    <a:pt x="1820" y="80067"/>
                    <a:pt x="81" y="81084"/>
                  </a:cubicBezTo>
                  <a:cubicBezTo>
                    <a:pt x="27" y="81111"/>
                    <a:pt x="0" y="81191"/>
                    <a:pt x="27" y="81245"/>
                  </a:cubicBezTo>
                  <a:cubicBezTo>
                    <a:pt x="44" y="81296"/>
                    <a:pt x="82" y="81315"/>
                    <a:pt x="122" y="81315"/>
                  </a:cubicBezTo>
                  <a:cubicBezTo>
                    <a:pt x="145" y="81315"/>
                    <a:pt x="168" y="81308"/>
                    <a:pt x="188" y="81299"/>
                  </a:cubicBezTo>
                  <a:cubicBezTo>
                    <a:pt x="1981"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61"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61" y="19336"/>
                    <a:pt x="3185" y="17436"/>
                    <a:pt x="3185" y="15616"/>
                  </a:cubicBezTo>
                  <a:cubicBezTo>
                    <a:pt x="3185" y="15589"/>
                    <a:pt x="3185" y="15562"/>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 name="Google Shape;852;p165"/>
            <p:cNvSpPr/>
            <p:nvPr/>
          </p:nvSpPr>
          <p:spPr>
            <a:xfrm>
              <a:off x="1453950" y="2845375"/>
              <a:ext cx="160600" cy="2032675"/>
            </a:xfrm>
            <a:custGeom>
              <a:rect b="b" l="l" r="r" t="t"/>
              <a:pathLst>
                <a:path extrusionOk="0" h="81307" w="6424">
                  <a:moveTo>
                    <a:pt x="133" y="1"/>
                  </a:moveTo>
                  <a:cubicBezTo>
                    <a:pt x="93" y="1"/>
                    <a:pt x="60" y="24"/>
                    <a:pt x="27" y="57"/>
                  </a:cubicBezTo>
                  <a:cubicBezTo>
                    <a:pt x="27" y="84"/>
                    <a:pt x="27" y="110"/>
                    <a:pt x="27" y="137"/>
                  </a:cubicBezTo>
                  <a:cubicBezTo>
                    <a:pt x="27" y="164"/>
                    <a:pt x="27" y="217"/>
                    <a:pt x="80" y="244"/>
                  </a:cubicBezTo>
                  <a:cubicBezTo>
                    <a:pt x="1820" y="1234"/>
                    <a:pt x="2971" y="3188"/>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20"/>
                    <a:pt x="2944" y="15474"/>
                  </a:cubicBezTo>
                  <a:cubicBezTo>
                    <a:pt x="2998" y="17347"/>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44" y="35655"/>
                    <a:pt x="2918"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cubicBezTo>
                    <a:pt x="2944" y="45558"/>
                    <a:pt x="2944" y="45558"/>
                    <a:pt x="2944" y="45558"/>
                  </a:cubicBez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27" y="81237"/>
                  </a:cubicBezTo>
                  <a:cubicBezTo>
                    <a:pt x="61" y="81288"/>
                    <a:pt x="106" y="81306"/>
                    <a:pt x="147" y="81306"/>
                  </a:cubicBezTo>
                  <a:cubicBezTo>
                    <a:pt x="172" y="81306"/>
                    <a:pt x="195" y="81300"/>
                    <a:pt x="214" y="81290"/>
                  </a:cubicBezTo>
                  <a:cubicBezTo>
                    <a:pt x="2008" y="80247"/>
                    <a:pt x="3105" y="78400"/>
                    <a:pt x="3185" y="76366"/>
                  </a:cubicBezTo>
                  <a:cubicBezTo>
                    <a:pt x="5166" y="75322"/>
                    <a:pt x="6424" y="73288"/>
                    <a:pt x="6424" y="71066"/>
                  </a:cubicBezTo>
                  <a:cubicBezTo>
                    <a:pt x="6424" y="68818"/>
                    <a:pt x="5166" y="66783"/>
                    <a:pt x="3185" y="65766"/>
                  </a:cubicBezTo>
                  <a:cubicBezTo>
                    <a:pt x="3105" y="63759"/>
                    <a:pt x="2061" y="61992"/>
                    <a:pt x="375" y="60922"/>
                  </a:cubicBezTo>
                  <a:cubicBezTo>
                    <a:pt x="2061" y="59878"/>
                    <a:pt x="3105" y="58085"/>
                    <a:pt x="3185" y="56077"/>
                  </a:cubicBezTo>
                  <a:cubicBezTo>
                    <a:pt x="5166" y="55060"/>
                    <a:pt x="6424" y="53026"/>
                    <a:pt x="6424" y="50778"/>
                  </a:cubicBezTo>
                  <a:cubicBezTo>
                    <a:pt x="6424" y="48556"/>
                    <a:pt x="5193" y="46522"/>
                    <a:pt x="3185" y="45505"/>
                  </a:cubicBezTo>
                  <a:cubicBezTo>
                    <a:pt x="3159" y="43604"/>
                    <a:pt x="2088" y="41731"/>
                    <a:pt x="375" y="40660"/>
                  </a:cubicBezTo>
                  <a:cubicBezTo>
                    <a:pt x="1901" y="39697"/>
                    <a:pt x="3319" y="37877"/>
                    <a:pt x="3185" y="35816"/>
                  </a:cubicBezTo>
                  <a:cubicBezTo>
                    <a:pt x="5193" y="34799"/>
                    <a:pt x="6424" y="32764"/>
                    <a:pt x="6424" y="30516"/>
                  </a:cubicBezTo>
                  <a:cubicBezTo>
                    <a:pt x="6424" y="28268"/>
                    <a:pt x="5166" y="26260"/>
                    <a:pt x="3185" y="25216"/>
                  </a:cubicBezTo>
                  <a:cubicBezTo>
                    <a:pt x="3105" y="23236"/>
                    <a:pt x="2061" y="21442"/>
                    <a:pt x="375"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84" y="10"/>
                    <a:pt x="157" y="1"/>
                    <a:pt x="1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 name="Google Shape;853;p165"/>
            <p:cNvSpPr/>
            <p:nvPr/>
          </p:nvSpPr>
          <p:spPr>
            <a:xfrm>
              <a:off x="1300050" y="2593575"/>
              <a:ext cx="160600" cy="2032875"/>
            </a:xfrm>
            <a:custGeom>
              <a:rect b="b" l="l" r="r" t="t"/>
              <a:pathLst>
                <a:path extrusionOk="0" h="81315" w="6424">
                  <a:moveTo>
                    <a:pt x="167" y="1"/>
                  </a:moveTo>
                  <a:cubicBezTo>
                    <a:pt x="121" y="1"/>
                    <a:pt x="73" y="26"/>
                    <a:pt x="54" y="65"/>
                  </a:cubicBezTo>
                  <a:cubicBezTo>
                    <a:pt x="27" y="92"/>
                    <a:pt x="27" y="118"/>
                    <a:pt x="27" y="118"/>
                  </a:cubicBezTo>
                  <a:cubicBezTo>
                    <a:pt x="27" y="172"/>
                    <a:pt x="54" y="225"/>
                    <a:pt x="80" y="225"/>
                  </a:cubicBezTo>
                  <a:cubicBezTo>
                    <a:pt x="1820" y="1243"/>
                    <a:pt x="2971" y="3170"/>
                    <a:pt x="2944" y="5043"/>
                  </a:cubicBezTo>
                  <a:cubicBezTo>
                    <a:pt x="2944" y="5070"/>
                    <a:pt x="2971" y="5124"/>
                    <a:pt x="3025" y="5150"/>
                  </a:cubicBezTo>
                  <a:cubicBezTo>
                    <a:pt x="4952" y="6141"/>
                    <a:pt x="6183" y="8095"/>
                    <a:pt x="6183" y="10263"/>
                  </a:cubicBezTo>
                  <a:cubicBezTo>
                    <a:pt x="6183" y="12431"/>
                    <a:pt x="4952" y="14384"/>
                    <a:pt x="3025" y="15375"/>
                  </a:cubicBezTo>
                  <a:cubicBezTo>
                    <a:pt x="2971" y="15402"/>
                    <a:pt x="2944" y="15428"/>
                    <a:pt x="2944" y="15482"/>
                  </a:cubicBezTo>
                  <a:cubicBezTo>
                    <a:pt x="2998" y="17355"/>
                    <a:pt x="1847" y="19256"/>
                    <a:pt x="107" y="20273"/>
                  </a:cubicBezTo>
                  <a:cubicBezTo>
                    <a:pt x="80" y="20300"/>
                    <a:pt x="54" y="20326"/>
                    <a:pt x="27" y="20353"/>
                  </a:cubicBezTo>
                  <a:cubicBezTo>
                    <a:pt x="27" y="20407"/>
                    <a:pt x="27" y="20460"/>
                    <a:pt x="80" y="20514"/>
                  </a:cubicBezTo>
                  <a:cubicBezTo>
                    <a:pt x="1820" y="21504"/>
                    <a:pt x="2891" y="23297"/>
                    <a:pt x="2944" y="25305"/>
                  </a:cubicBezTo>
                  <a:cubicBezTo>
                    <a:pt x="2944" y="25358"/>
                    <a:pt x="2971" y="25385"/>
                    <a:pt x="3025" y="25412"/>
                  </a:cubicBezTo>
                  <a:cubicBezTo>
                    <a:pt x="4952" y="26402"/>
                    <a:pt x="6183" y="28356"/>
                    <a:pt x="6183" y="30524"/>
                  </a:cubicBezTo>
                  <a:cubicBezTo>
                    <a:pt x="6183" y="32692"/>
                    <a:pt x="4952" y="34646"/>
                    <a:pt x="3025" y="35636"/>
                  </a:cubicBezTo>
                  <a:cubicBezTo>
                    <a:pt x="2971" y="35663"/>
                    <a:pt x="2944" y="35717"/>
                    <a:pt x="2944" y="35770"/>
                  </a:cubicBezTo>
                  <a:cubicBezTo>
                    <a:pt x="3105" y="37831"/>
                    <a:pt x="1633" y="39651"/>
                    <a:pt x="107" y="40535"/>
                  </a:cubicBezTo>
                  <a:cubicBezTo>
                    <a:pt x="80" y="40561"/>
                    <a:pt x="54" y="40588"/>
                    <a:pt x="27" y="40615"/>
                  </a:cubicBezTo>
                  <a:cubicBezTo>
                    <a:pt x="27" y="40668"/>
                    <a:pt x="27" y="40749"/>
                    <a:pt x="80" y="40775"/>
                  </a:cubicBezTo>
                  <a:cubicBezTo>
                    <a:pt x="1820" y="41766"/>
                    <a:pt x="2944" y="43639"/>
                    <a:pt x="2944" y="45540"/>
                  </a:cubicBezTo>
                  <a:cubicBezTo>
                    <a:pt x="2944" y="45540"/>
                    <a:pt x="2944" y="45566"/>
                    <a:pt x="2944" y="45566"/>
                  </a:cubicBezTo>
                  <a:cubicBezTo>
                    <a:pt x="2944" y="45620"/>
                    <a:pt x="2971" y="45674"/>
                    <a:pt x="3025" y="45674"/>
                  </a:cubicBezTo>
                  <a:cubicBezTo>
                    <a:pt x="4952" y="46664"/>
                    <a:pt x="6183" y="48618"/>
                    <a:pt x="6183" y="50786"/>
                  </a:cubicBezTo>
                  <a:cubicBezTo>
                    <a:pt x="6183" y="52954"/>
                    <a:pt x="4952" y="54934"/>
                    <a:pt x="3025" y="55898"/>
                  </a:cubicBezTo>
                  <a:cubicBezTo>
                    <a:pt x="2971" y="55925"/>
                    <a:pt x="2944" y="55952"/>
                    <a:pt x="2944" y="56005"/>
                  </a:cubicBezTo>
                  <a:cubicBezTo>
                    <a:pt x="2891" y="58012"/>
                    <a:pt x="1847" y="59806"/>
                    <a:pt x="107" y="60796"/>
                  </a:cubicBezTo>
                  <a:cubicBezTo>
                    <a:pt x="80" y="60823"/>
                    <a:pt x="54" y="60850"/>
                    <a:pt x="27" y="60903"/>
                  </a:cubicBezTo>
                  <a:cubicBezTo>
                    <a:pt x="27" y="60957"/>
                    <a:pt x="27" y="61010"/>
                    <a:pt x="80" y="61037"/>
                  </a:cubicBezTo>
                  <a:cubicBezTo>
                    <a:pt x="1820" y="62054"/>
                    <a:pt x="2891" y="63847"/>
                    <a:pt x="2944" y="65828"/>
                  </a:cubicBezTo>
                  <a:cubicBezTo>
                    <a:pt x="2944" y="65882"/>
                    <a:pt x="2971" y="65935"/>
                    <a:pt x="3025" y="65962"/>
                  </a:cubicBezTo>
                  <a:cubicBezTo>
                    <a:pt x="4952" y="66925"/>
                    <a:pt x="6183" y="68879"/>
                    <a:pt x="6183" y="71047"/>
                  </a:cubicBezTo>
                  <a:cubicBezTo>
                    <a:pt x="6183" y="73242"/>
                    <a:pt x="4952" y="75196"/>
                    <a:pt x="3025" y="76160"/>
                  </a:cubicBezTo>
                  <a:cubicBezTo>
                    <a:pt x="2971" y="76186"/>
                    <a:pt x="2944" y="76240"/>
                    <a:pt x="2944" y="76267"/>
                  </a:cubicBezTo>
                  <a:cubicBezTo>
                    <a:pt x="2891" y="78274"/>
                    <a:pt x="1820" y="80067"/>
                    <a:pt x="80" y="81084"/>
                  </a:cubicBezTo>
                  <a:cubicBezTo>
                    <a:pt x="27" y="81111"/>
                    <a:pt x="0" y="81191"/>
                    <a:pt x="54" y="81245"/>
                  </a:cubicBezTo>
                  <a:cubicBezTo>
                    <a:pt x="71" y="81296"/>
                    <a:pt x="109" y="81315"/>
                    <a:pt x="149" y="81315"/>
                  </a:cubicBezTo>
                  <a:cubicBezTo>
                    <a:pt x="171" y="81315"/>
                    <a:pt x="195" y="81308"/>
                    <a:pt x="214" y="81299"/>
                  </a:cubicBezTo>
                  <a:cubicBezTo>
                    <a:pt x="2007" y="80255"/>
                    <a:pt x="3105" y="78408"/>
                    <a:pt x="3185" y="76347"/>
                  </a:cubicBezTo>
                  <a:cubicBezTo>
                    <a:pt x="5193" y="75330"/>
                    <a:pt x="6424" y="73296"/>
                    <a:pt x="6424" y="71047"/>
                  </a:cubicBezTo>
                  <a:cubicBezTo>
                    <a:pt x="6424" y="68826"/>
                    <a:pt x="5193" y="66792"/>
                    <a:pt x="3185" y="65748"/>
                  </a:cubicBezTo>
                  <a:cubicBezTo>
                    <a:pt x="3132" y="63767"/>
                    <a:pt x="2088" y="61974"/>
                    <a:pt x="402" y="60930"/>
                  </a:cubicBezTo>
                  <a:cubicBezTo>
                    <a:pt x="2088" y="59859"/>
                    <a:pt x="3132" y="58093"/>
                    <a:pt x="3185" y="56085"/>
                  </a:cubicBezTo>
                  <a:cubicBezTo>
                    <a:pt x="5193" y="55068"/>
                    <a:pt x="6424" y="53034"/>
                    <a:pt x="6424" y="50786"/>
                  </a:cubicBezTo>
                  <a:cubicBezTo>
                    <a:pt x="6424" y="48537"/>
                    <a:pt x="5193" y="46530"/>
                    <a:pt x="3185" y="45486"/>
                  </a:cubicBezTo>
                  <a:cubicBezTo>
                    <a:pt x="3185" y="43586"/>
                    <a:pt x="2088" y="41739"/>
                    <a:pt x="402" y="40668"/>
                  </a:cubicBezTo>
                  <a:cubicBezTo>
                    <a:pt x="1927" y="39705"/>
                    <a:pt x="3319" y="37885"/>
                    <a:pt x="3212" y="35824"/>
                  </a:cubicBezTo>
                  <a:cubicBezTo>
                    <a:pt x="5193" y="34780"/>
                    <a:pt x="6424" y="32772"/>
                    <a:pt x="6424" y="30524"/>
                  </a:cubicBezTo>
                  <a:cubicBezTo>
                    <a:pt x="6424" y="28276"/>
                    <a:pt x="5193" y="26268"/>
                    <a:pt x="3185" y="25225"/>
                  </a:cubicBezTo>
                  <a:cubicBezTo>
                    <a:pt x="3105" y="23244"/>
                    <a:pt x="2061" y="21451"/>
                    <a:pt x="402" y="20407"/>
                  </a:cubicBezTo>
                  <a:cubicBezTo>
                    <a:pt x="2088" y="19336"/>
                    <a:pt x="3185" y="17436"/>
                    <a:pt x="3185" y="15616"/>
                  </a:cubicBezTo>
                  <a:cubicBezTo>
                    <a:pt x="3185" y="15589"/>
                    <a:pt x="3185" y="15562"/>
                    <a:pt x="3185" y="15562"/>
                  </a:cubicBezTo>
                  <a:cubicBezTo>
                    <a:pt x="5193" y="14518"/>
                    <a:pt x="6424" y="12511"/>
                    <a:pt x="6424" y="10263"/>
                  </a:cubicBezTo>
                  <a:cubicBezTo>
                    <a:pt x="6424" y="8014"/>
                    <a:pt x="5193" y="6007"/>
                    <a:pt x="3185" y="4963"/>
                  </a:cubicBezTo>
                  <a:cubicBezTo>
                    <a:pt x="3185" y="3036"/>
                    <a:pt x="2007" y="1055"/>
                    <a:pt x="214"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 name="Google Shape;854;p165"/>
            <p:cNvSpPr/>
            <p:nvPr/>
          </p:nvSpPr>
          <p:spPr>
            <a:xfrm>
              <a:off x="1146800" y="2845375"/>
              <a:ext cx="159950" cy="2032675"/>
            </a:xfrm>
            <a:custGeom>
              <a:rect b="b" l="l" r="r" t="t"/>
              <a:pathLst>
                <a:path extrusionOk="0" h="81307" w="6398">
                  <a:moveTo>
                    <a:pt x="120" y="1"/>
                  </a:moveTo>
                  <a:cubicBezTo>
                    <a:pt x="81" y="1"/>
                    <a:pt x="44" y="24"/>
                    <a:pt x="28" y="57"/>
                  </a:cubicBezTo>
                  <a:cubicBezTo>
                    <a:pt x="28" y="84"/>
                    <a:pt x="1" y="110"/>
                    <a:pt x="1" y="137"/>
                  </a:cubicBezTo>
                  <a:cubicBezTo>
                    <a:pt x="1" y="164"/>
                    <a:pt x="28" y="217"/>
                    <a:pt x="81" y="244"/>
                  </a:cubicBezTo>
                  <a:cubicBezTo>
                    <a:pt x="1821" y="1234"/>
                    <a:pt x="2972" y="3162"/>
                    <a:pt x="2918" y="5035"/>
                  </a:cubicBezTo>
                  <a:cubicBezTo>
                    <a:pt x="2918" y="5089"/>
                    <a:pt x="2945" y="5142"/>
                    <a:pt x="2998" y="5142"/>
                  </a:cubicBezTo>
                  <a:cubicBezTo>
                    <a:pt x="4952" y="6133"/>
                    <a:pt x="6157" y="8086"/>
                    <a:pt x="6157" y="10254"/>
                  </a:cubicBezTo>
                  <a:cubicBezTo>
                    <a:pt x="6157" y="12422"/>
                    <a:pt x="4952" y="14376"/>
                    <a:pt x="2998" y="15367"/>
                  </a:cubicBezTo>
                  <a:cubicBezTo>
                    <a:pt x="2945" y="15393"/>
                    <a:pt x="2918" y="15420"/>
                    <a:pt x="2918" y="15474"/>
                  </a:cubicBezTo>
                  <a:cubicBezTo>
                    <a:pt x="2972" y="17321"/>
                    <a:pt x="1848" y="19248"/>
                    <a:pt x="81" y="20265"/>
                  </a:cubicBezTo>
                  <a:cubicBezTo>
                    <a:pt x="54" y="20292"/>
                    <a:pt x="28" y="20318"/>
                    <a:pt x="1" y="20345"/>
                  </a:cubicBezTo>
                  <a:cubicBezTo>
                    <a:pt x="1" y="20425"/>
                    <a:pt x="28" y="20479"/>
                    <a:pt x="81" y="20506"/>
                  </a:cubicBezTo>
                  <a:cubicBezTo>
                    <a:pt x="1794" y="21496"/>
                    <a:pt x="2865" y="23289"/>
                    <a:pt x="2918" y="25297"/>
                  </a:cubicBezTo>
                  <a:cubicBezTo>
                    <a:pt x="2918" y="25350"/>
                    <a:pt x="2945"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079" y="37823"/>
                    <a:pt x="1633" y="39643"/>
                    <a:pt x="81" y="40526"/>
                  </a:cubicBezTo>
                  <a:cubicBezTo>
                    <a:pt x="54" y="40553"/>
                    <a:pt x="28" y="40580"/>
                    <a:pt x="1" y="40633"/>
                  </a:cubicBezTo>
                  <a:cubicBezTo>
                    <a:pt x="1" y="40687"/>
                    <a:pt x="28" y="40741"/>
                    <a:pt x="81" y="40767"/>
                  </a:cubicBezTo>
                  <a:cubicBezTo>
                    <a:pt x="1821" y="41784"/>
                    <a:pt x="2918" y="43631"/>
                    <a:pt x="2918" y="45532"/>
                  </a:cubicBezTo>
                  <a:cubicBezTo>
                    <a:pt x="2918" y="45532"/>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81" y="60815"/>
                  </a:cubicBezTo>
                  <a:cubicBezTo>
                    <a:pt x="54" y="60815"/>
                    <a:pt x="28" y="60841"/>
                    <a:pt x="1" y="60895"/>
                  </a:cubicBezTo>
                  <a:cubicBezTo>
                    <a:pt x="1" y="60949"/>
                    <a:pt x="28"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8" y="81103"/>
                    <a:pt x="1" y="81183"/>
                    <a:pt x="28" y="81237"/>
                  </a:cubicBezTo>
                  <a:cubicBezTo>
                    <a:pt x="44" y="81288"/>
                    <a:pt x="83" y="81306"/>
                    <a:pt x="129" y="81306"/>
                  </a:cubicBezTo>
                  <a:cubicBezTo>
                    <a:pt x="156" y="81306"/>
                    <a:pt x="185" y="81300"/>
                    <a:pt x="215" y="81290"/>
                  </a:cubicBezTo>
                  <a:cubicBezTo>
                    <a:pt x="1981" y="80247"/>
                    <a:pt x="3106" y="78400"/>
                    <a:pt x="3186" y="76366"/>
                  </a:cubicBezTo>
                  <a:cubicBezTo>
                    <a:pt x="5167" y="75322"/>
                    <a:pt x="6398" y="73288"/>
                    <a:pt x="6398" y="71066"/>
                  </a:cubicBezTo>
                  <a:cubicBezTo>
                    <a:pt x="6398" y="68818"/>
                    <a:pt x="5167" y="66783"/>
                    <a:pt x="3186" y="65766"/>
                  </a:cubicBezTo>
                  <a:cubicBezTo>
                    <a:pt x="3106" y="63759"/>
                    <a:pt x="2062" y="61992"/>
                    <a:pt x="375" y="60922"/>
                  </a:cubicBezTo>
                  <a:cubicBezTo>
                    <a:pt x="2062" y="59878"/>
                    <a:pt x="3106" y="58085"/>
                    <a:pt x="3186" y="56077"/>
                  </a:cubicBezTo>
                  <a:cubicBezTo>
                    <a:pt x="5167" y="55060"/>
                    <a:pt x="6398" y="53026"/>
                    <a:pt x="6398" y="50778"/>
                  </a:cubicBezTo>
                  <a:cubicBezTo>
                    <a:pt x="6398" y="48556"/>
                    <a:pt x="5167" y="46522"/>
                    <a:pt x="3186" y="45505"/>
                  </a:cubicBezTo>
                  <a:cubicBezTo>
                    <a:pt x="3159" y="43604"/>
                    <a:pt x="2088" y="41731"/>
                    <a:pt x="375" y="40660"/>
                  </a:cubicBezTo>
                  <a:cubicBezTo>
                    <a:pt x="1901" y="39697"/>
                    <a:pt x="3293" y="37877"/>
                    <a:pt x="3186" y="35816"/>
                  </a:cubicBezTo>
                  <a:cubicBezTo>
                    <a:pt x="5167" y="34799"/>
                    <a:pt x="6398" y="32764"/>
                    <a:pt x="6398" y="30516"/>
                  </a:cubicBezTo>
                  <a:cubicBezTo>
                    <a:pt x="6398" y="28268"/>
                    <a:pt x="5167" y="26260"/>
                    <a:pt x="3186" y="25216"/>
                  </a:cubicBezTo>
                  <a:cubicBezTo>
                    <a:pt x="3079" y="23236"/>
                    <a:pt x="2062" y="21442"/>
                    <a:pt x="375" y="20399"/>
                  </a:cubicBezTo>
                  <a:cubicBezTo>
                    <a:pt x="2088" y="19328"/>
                    <a:pt x="3186" y="17401"/>
                    <a:pt x="3186" y="15554"/>
                  </a:cubicBezTo>
                  <a:cubicBezTo>
                    <a:pt x="5167" y="14510"/>
                    <a:pt x="6398" y="12503"/>
                    <a:pt x="6398" y="10254"/>
                  </a:cubicBezTo>
                  <a:cubicBezTo>
                    <a:pt x="6398" y="8006"/>
                    <a:pt x="5167" y="5999"/>
                    <a:pt x="3186" y="4955"/>
                  </a:cubicBezTo>
                  <a:cubicBezTo>
                    <a:pt x="3186" y="3028"/>
                    <a:pt x="1981" y="1047"/>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 name="Google Shape;855;p165"/>
            <p:cNvSpPr/>
            <p:nvPr/>
          </p:nvSpPr>
          <p:spPr>
            <a:xfrm>
              <a:off x="992900" y="2593575"/>
              <a:ext cx="160625" cy="2032875"/>
            </a:xfrm>
            <a:custGeom>
              <a:rect b="b" l="l" r="r" t="t"/>
              <a:pathLst>
                <a:path extrusionOk="0" h="81315" w="6425">
                  <a:moveTo>
                    <a:pt x="167" y="1"/>
                  </a:moveTo>
                  <a:cubicBezTo>
                    <a:pt x="120" y="1"/>
                    <a:pt x="67" y="26"/>
                    <a:pt x="27" y="65"/>
                  </a:cubicBezTo>
                  <a:cubicBezTo>
                    <a:pt x="27" y="92"/>
                    <a:pt x="27" y="118"/>
                    <a:pt x="27" y="118"/>
                  </a:cubicBezTo>
                  <a:cubicBezTo>
                    <a:pt x="27" y="172"/>
                    <a:pt x="54"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72" y="15402"/>
                    <a:pt x="2945" y="15428"/>
                    <a:pt x="2945" y="15482"/>
                  </a:cubicBezTo>
                  <a:cubicBezTo>
                    <a:pt x="2998" y="17329"/>
                    <a:pt x="1847"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72" y="35663"/>
                    <a:pt x="2945" y="35717"/>
                    <a:pt x="2945" y="35770"/>
                  </a:cubicBezTo>
                  <a:cubicBezTo>
                    <a:pt x="3105"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18"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5" y="78408"/>
                    <a:pt x="3186" y="76347"/>
                  </a:cubicBezTo>
                  <a:cubicBezTo>
                    <a:pt x="5193" y="75330"/>
                    <a:pt x="6424" y="73296"/>
                    <a:pt x="6424" y="71047"/>
                  </a:cubicBezTo>
                  <a:cubicBezTo>
                    <a:pt x="6424" y="68826"/>
                    <a:pt x="5193" y="66792"/>
                    <a:pt x="3186" y="65748"/>
                  </a:cubicBezTo>
                  <a:cubicBezTo>
                    <a:pt x="3105" y="63767"/>
                    <a:pt x="2088" y="61974"/>
                    <a:pt x="402" y="60930"/>
                  </a:cubicBezTo>
                  <a:cubicBezTo>
                    <a:pt x="2088" y="59859"/>
                    <a:pt x="3105" y="58093"/>
                    <a:pt x="3186" y="56085"/>
                  </a:cubicBezTo>
                  <a:cubicBezTo>
                    <a:pt x="5193" y="55068"/>
                    <a:pt x="6424" y="53034"/>
                    <a:pt x="6424" y="50786"/>
                  </a:cubicBezTo>
                  <a:cubicBezTo>
                    <a:pt x="6424" y="48537"/>
                    <a:pt x="5193" y="46530"/>
                    <a:pt x="3186" y="45486"/>
                  </a:cubicBezTo>
                  <a:cubicBezTo>
                    <a:pt x="3159" y="43586"/>
                    <a:pt x="2088" y="41739"/>
                    <a:pt x="402" y="40668"/>
                  </a:cubicBezTo>
                  <a:cubicBezTo>
                    <a:pt x="1901" y="39705"/>
                    <a:pt x="3320" y="37885"/>
                    <a:pt x="3186" y="35824"/>
                  </a:cubicBezTo>
                  <a:cubicBezTo>
                    <a:pt x="5193" y="34780"/>
                    <a:pt x="6424" y="32772"/>
                    <a:pt x="6424" y="30524"/>
                  </a:cubicBezTo>
                  <a:cubicBezTo>
                    <a:pt x="6424" y="28276"/>
                    <a:pt x="5193" y="26268"/>
                    <a:pt x="3186" y="25225"/>
                  </a:cubicBezTo>
                  <a:cubicBezTo>
                    <a:pt x="3105" y="23244"/>
                    <a:pt x="2062" y="21451"/>
                    <a:pt x="402" y="20407"/>
                  </a:cubicBezTo>
                  <a:cubicBezTo>
                    <a:pt x="2088" y="19336"/>
                    <a:pt x="3186" y="17436"/>
                    <a:pt x="3186" y="15616"/>
                  </a:cubicBezTo>
                  <a:cubicBezTo>
                    <a:pt x="3186" y="15589"/>
                    <a:pt x="3186" y="15562"/>
                    <a:pt x="3186" y="15562"/>
                  </a:cubicBezTo>
                  <a:cubicBezTo>
                    <a:pt x="5193" y="14518"/>
                    <a:pt x="6424" y="12511"/>
                    <a:pt x="6424" y="10263"/>
                  </a:cubicBezTo>
                  <a:cubicBezTo>
                    <a:pt x="6424" y="8014"/>
                    <a:pt x="5193" y="6007"/>
                    <a:pt x="3186" y="4963"/>
                  </a:cubicBezTo>
                  <a:cubicBezTo>
                    <a:pt x="3186" y="3036"/>
                    <a:pt x="2008" y="1055"/>
                    <a:pt x="215"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 name="Google Shape;856;p165"/>
            <p:cNvSpPr/>
            <p:nvPr/>
          </p:nvSpPr>
          <p:spPr>
            <a:xfrm>
              <a:off x="839675" y="2845375"/>
              <a:ext cx="159950" cy="2032675"/>
            </a:xfrm>
            <a:custGeom>
              <a:rect b="b" l="l" r="r" t="t"/>
              <a:pathLst>
                <a:path extrusionOk="0" h="81307" w="6398">
                  <a:moveTo>
                    <a:pt x="119" y="1"/>
                  </a:moveTo>
                  <a:cubicBezTo>
                    <a:pt x="81" y="1"/>
                    <a:pt x="44" y="24"/>
                    <a:pt x="27" y="57"/>
                  </a:cubicBezTo>
                  <a:cubicBezTo>
                    <a:pt x="0" y="84"/>
                    <a:pt x="0" y="110"/>
                    <a:pt x="0" y="137"/>
                  </a:cubicBezTo>
                  <a:cubicBezTo>
                    <a:pt x="0" y="164"/>
                    <a:pt x="27" y="217"/>
                    <a:pt x="54" y="244"/>
                  </a:cubicBezTo>
                  <a:cubicBezTo>
                    <a:pt x="1794" y="1234"/>
                    <a:pt x="2971" y="3162"/>
                    <a:pt x="2918" y="5035"/>
                  </a:cubicBezTo>
                  <a:cubicBezTo>
                    <a:pt x="2918" y="5089"/>
                    <a:pt x="2945" y="5142"/>
                    <a:pt x="2998" y="5142"/>
                  </a:cubicBezTo>
                  <a:cubicBezTo>
                    <a:pt x="4925" y="6133"/>
                    <a:pt x="6156" y="8086"/>
                    <a:pt x="6156" y="10254"/>
                  </a:cubicBezTo>
                  <a:cubicBezTo>
                    <a:pt x="6156" y="12422"/>
                    <a:pt x="4925" y="14376"/>
                    <a:pt x="2998" y="15367"/>
                  </a:cubicBezTo>
                  <a:cubicBezTo>
                    <a:pt x="2945" y="15393"/>
                    <a:pt x="2918" y="15420"/>
                    <a:pt x="2918" y="15474"/>
                  </a:cubicBezTo>
                  <a:cubicBezTo>
                    <a:pt x="2971" y="17321"/>
                    <a:pt x="1847" y="19248"/>
                    <a:pt x="81" y="20265"/>
                  </a:cubicBezTo>
                  <a:cubicBezTo>
                    <a:pt x="54" y="20292"/>
                    <a:pt x="27" y="20318"/>
                    <a:pt x="0" y="20345"/>
                  </a:cubicBezTo>
                  <a:cubicBezTo>
                    <a:pt x="0" y="20425"/>
                    <a:pt x="27" y="20479"/>
                    <a:pt x="54" y="20506"/>
                  </a:cubicBezTo>
                  <a:cubicBezTo>
                    <a:pt x="1794" y="21496"/>
                    <a:pt x="2864" y="23289"/>
                    <a:pt x="2918" y="25297"/>
                  </a:cubicBezTo>
                  <a:cubicBezTo>
                    <a:pt x="2918" y="25350"/>
                    <a:pt x="2945" y="25404"/>
                    <a:pt x="2998" y="25404"/>
                  </a:cubicBezTo>
                  <a:cubicBezTo>
                    <a:pt x="4925" y="26394"/>
                    <a:pt x="6156" y="28348"/>
                    <a:pt x="6156" y="30516"/>
                  </a:cubicBezTo>
                  <a:cubicBezTo>
                    <a:pt x="6156" y="32684"/>
                    <a:pt x="4925" y="34665"/>
                    <a:pt x="2998" y="35628"/>
                  </a:cubicBezTo>
                  <a:cubicBezTo>
                    <a:pt x="2945" y="35655"/>
                    <a:pt x="2918" y="35709"/>
                    <a:pt x="2918" y="35762"/>
                  </a:cubicBezTo>
                  <a:cubicBezTo>
                    <a:pt x="3078" y="37823"/>
                    <a:pt x="1606" y="39643"/>
                    <a:pt x="81" y="40526"/>
                  </a:cubicBezTo>
                  <a:cubicBezTo>
                    <a:pt x="54" y="40553"/>
                    <a:pt x="27" y="40580"/>
                    <a:pt x="0" y="40633"/>
                  </a:cubicBezTo>
                  <a:cubicBezTo>
                    <a:pt x="0" y="40687"/>
                    <a:pt x="27" y="40741"/>
                    <a:pt x="54" y="40767"/>
                  </a:cubicBezTo>
                  <a:cubicBezTo>
                    <a:pt x="1794" y="41784"/>
                    <a:pt x="2918" y="43631"/>
                    <a:pt x="2918" y="45532"/>
                  </a:cubicBezTo>
                  <a:cubicBezTo>
                    <a:pt x="2918" y="45558"/>
                    <a:pt x="2918" y="45558"/>
                    <a:pt x="2918" y="45558"/>
                  </a:cubicBezTo>
                  <a:cubicBezTo>
                    <a:pt x="2918" y="45612"/>
                    <a:pt x="2945" y="45665"/>
                    <a:pt x="2998" y="45692"/>
                  </a:cubicBezTo>
                  <a:cubicBezTo>
                    <a:pt x="4925" y="46656"/>
                    <a:pt x="6156" y="48610"/>
                    <a:pt x="6156" y="50778"/>
                  </a:cubicBezTo>
                  <a:cubicBezTo>
                    <a:pt x="6156" y="52972"/>
                    <a:pt x="4925" y="54926"/>
                    <a:pt x="2998" y="55890"/>
                  </a:cubicBezTo>
                  <a:cubicBezTo>
                    <a:pt x="2945" y="55917"/>
                    <a:pt x="2918" y="55970"/>
                    <a:pt x="2918" y="55997"/>
                  </a:cubicBezTo>
                  <a:cubicBezTo>
                    <a:pt x="2864" y="58004"/>
                    <a:pt x="1820" y="59798"/>
                    <a:pt x="81" y="60815"/>
                  </a:cubicBezTo>
                  <a:cubicBezTo>
                    <a:pt x="54" y="60815"/>
                    <a:pt x="27" y="60841"/>
                    <a:pt x="0" y="60895"/>
                  </a:cubicBezTo>
                  <a:cubicBezTo>
                    <a:pt x="0" y="60949"/>
                    <a:pt x="27" y="61002"/>
                    <a:pt x="54" y="61029"/>
                  </a:cubicBezTo>
                  <a:cubicBezTo>
                    <a:pt x="1794" y="62046"/>
                    <a:pt x="2864" y="63839"/>
                    <a:pt x="2918" y="65847"/>
                  </a:cubicBezTo>
                  <a:cubicBezTo>
                    <a:pt x="2918" y="65873"/>
                    <a:pt x="2945" y="65927"/>
                    <a:pt x="2998" y="65954"/>
                  </a:cubicBezTo>
                  <a:cubicBezTo>
                    <a:pt x="4925" y="66917"/>
                    <a:pt x="6156" y="68871"/>
                    <a:pt x="6156" y="71066"/>
                  </a:cubicBezTo>
                  <a:cubicBezTo>
                    <a:pt x="6156" y="73234"/>
                    <a:pt x="4925" y="75188"/>
                    <a:pt x="2998" y="76151"/>
                  </a:cubicBezTo>
                  <a:cubicBezTo>
                    <a:pt x="2945" y="76178"/>
                    <a:pt x="2918" y="76232"/>
                    <a:pt x="2918" y="76285"/>
                  </a:cubicBezTo>
                  <a:cubicBezTo>
                    <a:pt x="2864" y="78266"/>
                    <a:pt x="1794" y="80059"/>
                    <a:pt x="81" y="81076"/>
                  </a:cubicBezTo>
                  <a:cubicBezTo>
                    <a:pt x="0" y="81103"/>
                    <a:pt x="0" y="81183"/>
                    <a:pt x="27" y="81237"/>
                  </a:cubicBezTo>
                  <a:cubicBezTo>
                    <a:pt x="44" y="81288"/>
                    <a:pt x="83" y="81306"/>
                    <a:pt x="122" y="81306"/>
                  </a:cubicBezTo>
                  <a:cubicBezTo>
                    <a:pt x="145" y="81306"/>
                    <a:pt x="168" y="81300"/>
                    <a:pt x="188" y="81290"/>
                  </a:cubicBezTo>
                  <a:cubicBezTo>
                    <a:pt x="1981" y="80247"/>
                    <a:pt x="3105" y="78400"/>
                    <a:pt x="3159" y="76366"/>
                  </a:cubicBezTo>
                  <a:cubicBezTo>
                    <a:pt x="5166" y="75322"/>
                    <a:pt x="6397" y="73288"/>
                    <a:pt x="6397" y="71066"/>
                  </a:cubicBezTo>
                  <a:cubicBezTo>
                    <a:pt x="6397" y="68818"/>
                    <a:pt x="5166" y="66783"/>
                    <a:pt x="3159" y="65766"/>
                  </a:cubicBezTo>
                  <a:cubicBezTo>
                    <a:pt x="3105" y="63759"/>
                    <a:pt x="2061" y="61992"/>
                    <a:pt x="375" y="60922"/>
                  </a:cubicBezTo>
                  <a:cubicBezTo>
                    <a:pt x="2061" y="59878"/>
                    <a:pt x="3105" y="58085"/>
                    <a:pt x="3159" y="56077"/>
                  </a:cubicBezTo>
                  <a:cubicBezTo>
                    <a:pt x="5166" y="55060"/>
                    <a:pt x="6397" y="53026"/>
                    <a:pt x="6397" y="50778"/>
                  </a:cubicBezTo>
                  <a:cubicBezTo>
                    <a:pt x="6397" y="48556"/>
                    <a:pt x="5166" y="46522"/>
                    <a:pt x="3159" y="45505"/>
                  </a:cubicBezTo>
                  <a:cubicBezTo>
                    <a:pt x="3159" y="43604"/>
                    <a:pt x="2061" y="41731"/>
                    <a:pt x="375" y="40660"/>
                  </a:cubicBezTo>
                  <a:cubicBezTo>
                    <a:pt x="1901" y="39697"/>
                    <a:pt x="3292" y="37877"/>
                    <a:pt x="3185" y="35816"/>
                  </a:cubicBezTo>
                  <a:cubicBezTo>
                    <a:pt x="5166" y="34799"/>
                    <a:pt x="6397" y="32764"/>
                    <a:pt x="6397" y="30516"/>
                  </a:cubicBezTo>
                  <a:cubicBezTo>
                    <a:pt x="6397" y="28268"/>
                    <a:pt x="5166" y="26260"/>
                    <a:pt x="3159" y="25216"/>
                  </a:cubicBezTo>
                  <a:cubicBezTo>
                    <a:pt x="3078" y="23236"/>
                    <a:pt x="2035" y="21442"/>
                    <a:pt x="375" y="20399"/>
                  </a:cubicBezTo>
                  <a:cubicBezTo>
                    <a:pt x="2061" y="19328"/>
                    <a:pt x="3159" y="17454"/>
                    <a:pt x="3159" y="15608"/>
                  </a:cubicBezTo>
                  <a:cubicBezTo>
                    <a:pt x="3159" y="15581"/>
                    <a:pt x="3159" y="15581"/>
                    <a:pt x="3159" y="15554"/>
                  </a:cubicBezTo>
                  <a:cubicBezTo>
                    <a:pt x="5166" y="14510"/>
                    <a:pt x="6397" y="12503"/>
                    <a:pt x="6397" y="10254"/>
                  </a:cubicBezTo>
                  <a:cubicBezTo>
                    <a:pt x="6397" y="8006"/>
                    <a:pt x="5166" y="5999"/>
                    <a:pt x="3159" y="4955"/>
                  </a:cubicBezTo>
                  <a:cubicBezTo>
                    <a:pt x="3159" y="3028"/>
                    <a:pt x="1981" y="1047"/>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 name="Google Shape;857;p165"/>
            <p:cNvSpPr/>
            <p:nvPr/>
          </p:nvSpPr>
          <p:spPr>
            <a:xfrm>
              <a:off x="685775" y="2593575"/>
              <a:ext cx="159950" cy="2032875"/>
            </a:xfrm>
            <a:custGeom>
              <a:rect b="b" l="l" r="r" t="t"/>
              <a:pathLst>
                <a:path extrusionOk="0" h="81315" w="6398">
                  <a:moveTo>
                    <a:pt x="140" y="1"/>
                  </a:moveTo>
                  <a:cubicBezTo>
                    <a:pt x="95" y="1"/>
                    <a:pt x="47" y="26"/>
                    <a:pt x="27" y="65"/>
                  </a:cubicBezTo>
                  <a:cubicBezTo>
                    <a:pt x="27"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98" y="17329"/>
                    <a:pt x="1847" y="19256"/>
                    <a:pt x="81" y="20273"/>
                  </a:cubicBezTo>
                  <a:cubicBezTo>
                    <a:pt x="54" y="20300"/>
                    <a:pt x="27" y="20326"/>
                    <a:pt x="27"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27" y="40615"/>
                  </a:cubicBezTo>
                  <a:cubicBezTo>
                    <a:pt x="0" y="40668"/>
                    <a:pt x="27" y="40749"/>
                    <a:pt x="81" y="40775"/>
                  </a:cubicBezTo>
                  <a:cubicBezTo>
                    <a:pt x="1820" y="41766"/>
                    <a:pt x="2918" y="43639"/>
                    <a:pt x="2918" y="45540"/>
                  </a:cubicBezTo>
                  <a:lnTo>
                    <a:pt x="2918" y="45566"/>
                  </a:ln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91" y="58012"/>
                    <a:pt x="1820" y="59806"/>
                    <a:pt x="81" y="60796"/>
                  </a:cubicBezTo>
                  <a:cubicBezTo>
                    <a:pt x="54" y="60823"/>
                    <a:pt x="27" y="60850"/>
                    <a:pt x="27" y="60903"/>
                  </a:cubicBezTo>
                  <a:cubicBezTo>
                    <a:pt x="0" y="60957"/>
                    <a:pt x="27" y="61010"/>
                    <a:pt x="81" y="61037"/>
                  </a:cubicBezTo>
                  <a:cubicBezTo>
                    <a:pt x="1820" y="62054"/>
                    <a:pt x="2891"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91" y="78274"/>
                    <a:pt x="1820" y="80067"/>
                    <a:pt x="81" y="81084"/>
                  </a:cubicBezTo>
                  <a:cubicBezTo>
                    <a:pt x="27" y="81111"/>
                    <a:pt x="0" y="81191"/>
                    <a:pt x="27" y="81245"/>
                  </a:cubicBezTo>
                  <a:cubicBezTo>
                    <a:pt x="61" y="81296"/>
                    <a:pt x="95" y="81315"/>
                    <a:pt x="136" y="81315"/>
                  </a:cubicBezTo>
                  <a:cubicBezTo>
                    <a:pt x="159" y="81315"/>
                    <a:pt x="185" y="81308"/>
                    <a:pt x="214" y="81299"/>
                  </a:cubicBezTo>
                  <a:cubicBezTo>
                    <a:pt x="2008"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88"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88" y="19336"/>
                    <a:pt x="3185" y="17436"/>
                    <a:pt x="3185" y="15616"/>
                  </a:cubicBezTo>
                  <a:cubicBezTo>
                    <a:pt x="3185" y="15589"/>
                    <a:pt x="3185" y="15589"/>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 name="Google Shape;858;p165"/>
            <p:cNvSpPr/>
            <p:nvPr/>
          </p:nvSpPr>
          <p:spPr>
            <a:xfrm>
              <a:off x="531875" y="2845375"/>
              <a:ext cx="160600" cy="2032675"/>
            </a:xfrm>
            <a:custGeom>
              <a:rect b="b" l="l" r="r" t="t"/>
              <a:pathLst>
                <a:path extrusionOk="0" h="81307" w="6424">
                  <a:moveTo>
                    <a:pt x="144" y="1"/>
                  </a:moveTo>
                  <a:cubicBezTo>
                    <a:pt x="103" y="1"/>
                    <a:pt x="60" y="24"/>
                    <a:pt x="27" y="57"/>
                  </a:cubicBezTo>
                  <a:cubicBezTo>
                    <a:pt x="27" y="84"/>
                    <a:pt x="27" y="110"/>
                    <a:pt x="27" y="137"/>
                  </a:cubicBezTo>
                  <a:cubicBezTo>
                    <a:pt x="27" y="164"/>
                    <a:pt x="54" y="217"/>
                    <a:pt x="80" y="244"/>
                  </a:cubicBezTo>
                  <a:cubicBezTo>
                    <a:pt x="1820" y="1234"/>
                    <a:pt x="2971" y="3162"/>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47"/>
                    <a:pt x="2944" y="15474"/>
                  </a:cubicBezTo>
                  <a:cubicBezTo>
                    <a:pt x="2998" y="17321"/>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71" y="35655"/>
                    <a:pt x="2944"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lnTo>
                    <a:pt x="2944" y="45558"/>
                  </a:ln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54" y="81237"/>
                  </a:cubicBezTo>
                  <a:cubicBezTo>
                    <a:pt x="71" y="81288"/>
                    <a:pt x="109" y="81306"/>
                    <a:pt x="149" y="81306"/>
                  </a:cubicBezTo>
                  <a:cubicBezTo>
                    <a:pt x="171" y="81306"/>
                    <a:pt x="195" y="81300"/>
                    <a:pt x="214" y="81290"/>
                  </a:cubicBezTo>
                  <a:cubicBezTo>
                    <a:pt x="2008" y="80247"/>
                    <a:pt x="3105" y="78400"/>
                    <a:pt x="3185" y="76366"/>
                  </a:cubicBezTo>
                  <a:cubicBezTo>
                    <a:pt x="5193" y="75322"/>
                    <a:pt x="6424" y="73288"/>
                    <a:pt x="6424" y="71066"/>
                  </a:cubicBezTo>
                  <a:cubicBezTo>
                    <a:pt x="6424" y="68818"/>
                    <a:pt x="5193" y="66783"/>
                    <a:pt x="3185" y="65766"/>
                  </a:cubicBezTo>
                  <a:cubicBezTo>
                    <a:pt x="3105" y="63759"/>
                    <a:pt x="2088" y="61992"/>
                    <a:pt x="402" y="60922"/>
                  </a:cubicBezTo>
                  <a:cubicBezTo>
                    <a:pt x="2088" y="59878"/>
                    <a:pt x="3105" y="58085"/>
                    <a:pt x="3185" y="56077"/>
                  </a:cubicBezTo>
                  <a:cubicBezTo>
                    <a:pt x="5193" y="55060"/>
                    <a:pt x="6424" y="53026"/>
                    <a:pt x="6424" y="50778"/>
                  </a:cubicBezTo>
                  <a:cubicBezTo>
                    <a:pt x="6424" y="48556"/>
                    <a:pt x="5193" y="46522"/>
                    <a:pt x="3185" y="45505"/>
                  </a:cubicBezTo>
                  <a:cubicBezTo>
                    <a:pt x="3185" y="43604"/>
                    <a:pt x="2088" y="41731"/>
                    <a:pt x="402" y="40660"/>
                  </a:cubicBezTo>
                  <a:cubicBezTo>
                    <a:pt x="1900" y="39697"/>
                    <a:pt x="3319" y="37877"/>
                    <a:pt x="3185" y="35816"/>
                  </a:cubicBezTo>
                  <a:cubicBezTo>
                    <a:pt x="5193" y="34799"/>
                    <a:pt x="6424" y="32764"/>
                    <a:pt x="6424" y="30516"/>
                  </a:cubicBezTo>
                  <a:cubicBezTo>
                    <a:pt x="6424" y="28268"/>
                    <a:pt x="5193" y="26260"/>
                    <a:pt x="3185" y="25216"/>
                  </a:cubicBezTo>
                  <a:cubicBezTo>
                    <a:pt x="3105" y="23236"/>
                    <a:pt x="2061" y="21442"/>
                    <a:pt x="402"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94" y="10"/>
                    <a:pt x="169"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 name="Google Shape;859;p165"/>
            <p:cNvSpPr/>
            <p:nvPr/>
          </p:nvSpPr>
          <p:spPr>
            <a:xfrm>
              <a:off x="378625" y="2593575"/>
              <a:ext cx="159950" cy="2032875"/>
            </a:xfrm>
            <a:custGeom>
              <a:rect b="b" l="l" r="r" t="t"/>
              <a:pathLst>
                <a:path extrusionOk="0" h="81315" w="6398">
                  <a:moveTo>
                    <a:pt x="141" y="1"/>
                  </a:moveTo>
                  <a:cubicBezTo>
                    <a:pt x="95" y="1"/>
                    <a:pt x="47" y="26"/>
                    <a:pt x="28" y="65"/>
                  </a:cubicBezTo>
                  <a:cubicBezTo>
                    <a:pt x="1" y="92"/>
                    <a:pt x="1" y="118"/>
                    <a:pt x="1" y="118"/>
                  </a:cubicBezTo>
                  <a:cubicBezTo>
                    <a:pt x="1" y="172"/>
                    <a:pt x="28" y="225"/>
                    <a:pt x="54" y="225"/>
                  </a:cubicBezTo>
                  <a:cubicBezTo>
                    <a:pt x="1794" y="1243"/>
                    <a:pt x="2918" y="3116"/>
                    <a:pt x="2918" y="4963"/>
                  </a:cubicBezTo>
                  <a:cubicBezTo>
                    <a:pt x="2918" y="4990"/>
                    <a:pt x="2918" y="5017"/>
                    <a:pt x="2918" y="5043"/>
                  </a:cubicBezTo>
                  <a:cubicBezTo>
                    <a:pt x="2918" y="5070"/>
                    <a:pt x="2945" y="5124"/>
                    <a:pt x="2999" y="5150"/>
                  </a:cubicBezTo>
                  <a:cubicBezTo>
                    <a:pt x="4952" y="6141"/>
                    <a:pt x="6157" y="8095"/>
                    <a:pt x="6157" y="10263"/>
                  </a:cubicBezTo>
                  <a:cubicBezTo>
                    <a:pt x="6157" y="12431"/>
                    <a:pt x="4952" y="14384"/>
                    <a:pt x="2999" y="15375"/>
                  </a:cubicBezTo>
                  <a:cubicBezTo>
                    <a:pt x="2945" y="15402"/>
                    <a:pt x="2918" y="15428"/>
                    <a:pt x="2918" y="15482"/>
                  </a:cubicBezTo>
                  <a:cubicBezTo>
                    <a:pt x="2972" y="17329"/>
                    <a:pt x="1848" y="19256"/>
                    <a:pt x="81" y="20273"/>
                  </a:cubicBezTo>
                  <a:cubicBezTo>
                    <a:pt x="54" y="20300"/>
                    <a:pt x="28" y="20326"/>
                    <a:pt x="1" y="20353"/>
                  </a:cubicBezTo>
                  <a:cubicBezTo>
                    <a:pt x="1" y="20407"/>
                    <a:pt x="28" y="20487"/>
                    <a:pt x="54" y="20514"/>
                  </a:cubicBezTo>
                  <a:cubicBezTo>
                    <a:pt x="1794" y="21504"/>
                    <a:pt x="2865" y="23297"/>
                    <a:pt x="2918" y="25305"/>
                  </a:cubicBezTo>
                  <a:cubicBezTo>
                    <a:pt x="2918" y="25358"/>
                    <a:pt x="2945" y="25412"/>
                    <a:pt x="2999" y="25412"/>
                  </a:cubicBezTo>
                  <a:cubicBezTo>
                    <a:pt x="4952" y="26402"/>
                    <a:pt x="6157" y="28356"/>
                    <a:pt x="6157" y="30524"/>
                  </a:cubicBezTo>
                  <a:cubicBezTo>
                    <a:pt x="6157" y="32692"/>
                    <a:pt x="4952" y="34646"/>
                    <a:pt x="2999" y="35636"/>
                  </a:cubicBezTo>
                  <a:cubicBezTo>
                    <a:pt x="2945" y="35663"/>
                    <a:pt x="2918" y="35717"/>
                    <a:pt x="2918" y="35770"/>
                  </a:cubicBezTo>
                  <a:cubicBezTo>
                    <a:pt x="3079" y="37831"/>
                    <a:pt x="1607" y="39651"/>
                    <a:pt x="81" y="40535"/>
                  </a:cubicBezTo>
                  <a:cubicBezTo>
                    <a:pt x="54" y="40561"/>
                    <a:pt x="28" y="40588"/>
                    <a:pt x="1" y="40615"/>
                  </a:cubicBezTo>
                  <a:cubicBezTo>
                    <a:pt x="1" y="40668"/>
                    <a:pt x="28" y="40749"/>
                    <a:pt x="54" y="40775"/>
                  </a:cubicBezTo>
                  <a:cubicBezTo>
                    <a:pt x="1794" y="41766"/>
                    <a:pt x="2918" y="43639"/>
                    <a:pt x="2918" y="45540"/>
                  </a:cubicBezTo>
                  <a:cubicBezTo>
                    <a:pt x="2918" y="45540"/>
                    <a:pt x="2918" y="45566"/>
                    <a:pt x="2918" y="45566"/>
                  </a:cubicBezTo>
                  <a:cubicBezTo>
                    <a:pt x="2918" y="45620"/>
                    <a:pt x="2945" y="45674"/>
                    <a:pt x="2999" y="45674"/>
                  </a:cubicBezTo>
                  <a:cubicBezTo>
                    <a:pt x="4952" y="46664"/>
                    <a:pt x="6157" y="48618"/>
                    <a:pt x="6157" y="50786"/>
                  </a:cubicBezTo>
                  <a:cubicBezTo>
                    <a:pt x="6157" y="52954"/>
                    <a:pt x="4952" y="54934"/>
                    <a:pt x="2999" y="55898"/>
                  </a:cubicBezTo>
                  <a:cubicBezTo>
                    <a:pt x="2945" y="55925"/>
                    <a:pt x="2918" y="55952"/>
                    <a:pt x="2918" y="56005"/>
                  </a:cubicBezTo>
                  <a:cubicBezTo>
                    <a:pt x="2865" y="58012"/>
                    <a:pt x="1821" y="59806"/>
                    <a:pt x="81" y="60796"/>
                  </a:cubicBezTo>
                  <a:cubicBezTo>
                    <a:pt x="54" y="60823"/>
                    <a:pt x="28" y="60850"/>
                    <a:pt x="1" y="60903"/>
                  </a:cubicBezTo>
                  <a:cubicBezTo>
                    <a:pt x="1" y="60957"/>
                    <a:pt x="28" y="61010"/>
                    <a:pt x="54" y="61037"/>
                  </a:cubicBezTo>
                  <a:cubicBezTo>
                    <a:pt x="1794" y="62054"/>
                    <a:pt x="2865" y="63847"/>
                    <a:pt x="2918" y="65828"/>
                  </a:cubicBezTo>
                  <a:cubicBezTo>
                    <a:pt x="2918" y="65882"/>
                    <a:pt x="2945" y="65935"/>
                    <a:pt x="2999" y="65962"/>
                  </a:cubicBezTo>
                  <a:cubicBezTo>
                    <a:pt x="4952" y="66925"/>
                    <a:pt x="6157" y="68879"/>
                    <a:pt x="6157" y="71047"/>
                  </a:cubicBezTo>
                  <a:cubicBezTo>
                    <a:pt x="6157" y="73242"/>
                    <a:pt x="4952" y="75196"/>
                    <a:pt x="2999" y="76160"/>
                  </a:cubicBezTo>
                  <a:cubicBezTo>
                    <a:pt x="2945" y="76186"/>
                    <a:pt x="2918" y="76240"/>
                    <a:pt x="2918" y="76267"/>
                  </a:cubicBezTo>
                  <a:cubicBezTo>
                    <a:pt x="2865" y="78274"/>
                    <a:pt x="1821" y="80067"/>
                    <a:pt x="81" y="81084"/>
                  </a:cubicBezTo>
                  <a:cubicBezTo>
                    <a:pt x="1" y="81111"/>
                    <a:pt x="1" y="81191"/>
                    <a:pt x="28" y="81245"/>
                  </a:cubicBezTo>
                  <a:cubicBezTo>
                    <a:pt x="45" y="81296"/>
                    <a:pt x="83" y="81315"/>
                    <a:pt x="123" y="81315"/>
                  </a:cubicBezTo>
                  <a:cubicBezTo>
                    <a:pt x="145" y="81315"/>
                    <a:pt x="169" y="81308"/>
                    <a:pt x="188" y="81299"/>
                  </a:cubicBezTo>
                  <a:cubicBezTo>
                    <a:pt x="1981" y="80255"/>
                    <a:pt x="3106" y="78408"/>
                    <a:pt x="3159" y="76347"/>
                  </a:cubicBezTo>
                  <a:cubicBezTo>
                    <a:pt x="5167" y="75330"/>
                    <a:pt x="6398" y="73296"/>
                    <a:pt x="6398" y="71047"/>
                  </a:cubicBezTo>
                  <a:cubicBezTo>
                    <a:pt x="6398" y="68826"/>
                    <a:pt x="5167" y="66792"/>
                    <a:pt x="3159" y="65748"/>
                  </a:cubicBezTo>
                  <a:cubicBezTo>
                    <a:pt x="3106" y="63767"/>
                    <a:pt x="2062" y="61974"/>
                    <a:pt x="376" y="60930"/>
                  </a:cubicBezTo>
                  <a:cubicBezTo>
                    <a:pt x="2062" y="59859"/>
                    <a:pt x="3106" y="58093"/>
                    <a:pt x="3159" y="56085"/>
                  </a:cubicBezTo>
                  <a:cubicBezTo>
                    <a:pt x="5167" y="55068"/>
                    <a:pt x="6398" y="53034"/>
                    <a:pt x="6398" y="50786"/>
                  </a:cubicBezTo>
                  <a:cubicBezTo>
                    <a:pt x="6398" y="48537"/>
                    <a:pt x="5167" y="46530"/>
                    <a:pt x="3159" y="45486"/>
                  </a:cubicBezTo>
                  <a:cubicBezTo>
                    <a:pt x="3159" y="43586"/>
                    <a:pt x="2062" y="41739"/>
                    <a:pt x="376" y="40668"/>
                  </a:cubicBezTo>
                  <a:cubicBezTo>
                    <a:pt x="1901" y="39705"/>
                    <a:pt x="3293" y="37885"/>
                    <a:pt x="3186" y="35824"/>
                  </a:cubicBezTo>
                  <a:cubicBezTo>
                    <a:pt x="5167" y="34780"/>
                    <a:pt x="6398" y="32772"/>
                    <a:pt x="6398" y="30524"/>
                  </a:cubicBezTo>
                  <a:cubicBezTo>
                    <a:pt x="6398" y="28276"/>
                    <a:pt x="5167" y="26268"/>
                    <a:pt x="3159" y="25225"/>
                  </a:cubicBezTo>
                  <a:cubicBezTo>
                    <a:pt x="3079" y="23244"/>
                    <a:pt x="2035" y="21451"/>
                    <a:pt x="376" y="20407"/>
                  </a:cubicBezTo>
                  <a:cubicBezTo>
                    <a:pt x="2062" y="19336"/>
                    <a:pt x="3186" y="17436"/>
                    <a:pt x="3186" y="15616"/>
                  </a:cubicBezTo>
                  <a:cubicBezTo>
                    <a:pt x="3186" y="15589"/>
                    <a:pt x="3186" y="15589"/>
                    <a:pt x="3186" y="15562"/>
                  </a:cubicBezTo>
                  <a:cubicBezTo>
                    <a:pt x="5167" y="14518"/>
                    <a:pt x="6398" y="12511"/>
                    <a:pt x="6398" y="10263"/>
                  </a:cubicBezTo>
                  <a:cubicBezTo>
                    <a:pt x="6398" y="8014"/>
                    <a:pt x="5167" y="6007"/>
                    <a:pt x="3186" y="4963"/>
                  </a:cubicBezTo>
                  <a:cubicBezTo>
                    <a:pt x="3186" y="3036"/>
                    <a:pt x="1981" y="1055"/>
                    <a:pt x="188" y="11"/>
                  </a:cubicBezTo>
                  <a:cubicBezTo>
                    <a:pt x="174" y="4"/>
                    <a:pt x="158" y="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 name="Google Shape;860;p165"/>
            <p:cNvSpPr/>
            <p:nvPr/>
          </p:nvSpPr>
          <p:spPr>
            <a:xfrm>
              <a:off x="224725" y="2845375"/>
              <a:ext cx="159950" cy="2032675"/>
            </a:xfrm>
            <a:custGeom>
              <a:rect b="b" l="l" r="r" t="t"/>
              <a:pathLst>
                <a:path extrusionOk="0" h="81307" w="6398">
                  <a:moveTo>
                    <a:pt x="126" y="1"/>
                  </a:moveTo>
                  <a:cubicBezTo>
                    <a:pt x="81" y="1"/>
                    <a:pt x="44" y="24"/>
                    <a:pt x="27" y="57"/>
                  </a:cubicBezTo>
                  <a:cubicBezTo>
                    <a:pt x="27" y="84"/>
                    <a:pt x="1" y="110"/>
                    <a:pt x="1" y="137"/>
                  </a:cubicBezTo>
                  <a:cubicBezTo>
                    <a:pt x="1" y="164"/>
                    <a:pt x="27" y="217"/>
                    <a:pt x="81" y="244"/>
                  </a:cubicBezTo>
                  <a:cubicBezTo>
                    <a:pt x="1821" y="1234"/>
                    <a:pt x="2972" y="3162"/>
                    <a:pt x="2918" y="5035"/>
                  </a:cubicBezTo>
                  <a:cubicBezTo>
                    <a:pt x="2945" y="5089"/>
                    <a:pt x="2945" y="5142"/>
                    <a:pt x="2998" y="5142"/>
                  </a:cubicBezTo>
                  <a:cubicBezTo>
                    <a:pt x="4952" y="6133"/>
                    <a:pt x="6157" y="8086"/>
                    <a:pt x="6157" y="10254"/>
                  </a:cubicBezTo>
                  <a:cubicBezTo>
                    <a:pt x="6157" y="12422"/>
                    <a:pt x="4952" y="14376"/>
                    <a:pt x="2998" y="15367"/>
                  </a:cubicBezTo>
                  <a:cubicBezTo>
                    <a:pt x="2945" y="15393"/>
                    <a:pt x="2918" y="15447"/>
                    <a:pt x="2918" y="15474"/>
                  </a:cubicBezTo>
                  <a:cubicBezTo>
                    <a:pt x="2972" y="17321"/>
                    <a:pt x="1848" y="19248"/>
                    <a:pt x="108" y="20265"/>
                  </a:cubicBezTo>
                  <a:cubicBezTo>
                    <a:pt x="54" y="20292"/>
                    <a:pt x="27" y="20318"/>
                    <a:pt x="27" y="20345"/>
                  </a:cubicBezTo>
                  <a:cubicBezTo>
                    <a:pt x="1" y="20425"/>
                    <a:pt x="27" y="20479"/>
                    <a:pt x="81" y="20506"/>
                  </a:cubicBezTo>
                  <a:cubicBezTo>
                    <a:pt x="1794" y="21496"/>
                    <a:pt x="2865" y="23289"/>
                    <a:pt x="2918" y="25297"/>
                  </a:cubicBezTo>
                  <a:cubicBezTo>
                    <a:pt x="2945" y="25350"/>
                    <a:pt x="2972"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106" y="37823"/>
                    <a:pt x="1633" y="39643"/>
                    <a:pt x="108" y="40526"/>
                  </a:cubicBezTo>
                  <a:cubicBezTo>
                    <a:pt x="54" y="40553"/>
                    <a:pt x="27" y="40580"/>
                    <a:pt x="27" y="40633"/>
                  </a:cubicBezTo>
                  <a:cubicBezTo>
                    <a:pt x="1" y="40687"/>
                    <a:pt x="27" y="40741"/>
                    <a:pt x="81" y="40767"/>
                  </a:cubicBezTo>
                  <a:cubicBezTo>
                    <a:pt x="1821" y="41784"/>
                    <a:pt x="2918" y="43631"/>
                    <a:pt x="2918" y="45532"/>
                  </a:cubicBezTo>
                  <a:cubicBezTo>
                    <a:pt x="2918" y="45558"/>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108" y="60815"/>
                  </a:cubicBezTo>
                  <a:cubicBezTo>
                    <a:pt x="54" y="60815"/>
                    <a:pt x="27" y="60841"/>
                    <a:pt x="27" y="60895"/>
                  </a:cubicBezTo>
                  <a:cubicBezTo>
                    <a:pt x="1" y="60949"/>
                    <a:pt x="27"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7" y="81103"/>
                    <a:pt x="1" y="81183"/>
                    <a:pt x="27" y="81237"/>
                  </a:cubicBezTo>
                  <a:cubicBezTo>
                    <a:pt x="61" y="81288"/>
                    <a:pt x="95" y="81306"/>
                    <a:pt x="136" y="81306"/>
                  </a:cubicBezTo>
                  <a:cubicBezTo>
                    <a:pt x="160" y="81306"/>
                    <a:pt x="185" y="81300"/>
                    <a:pt x="215" y="81290"/>
                  </a:cubicBezTo>
                  <a:cubicBezTo>
                    <a:pt x="2008" y="80247"/>
                    <a:pt x="3106" y="78400"/>
                    <a:pt x="3186" y="76366"/>
                  </a:cubicBezTo>
                  <a:cubicBezTo>
                    <a:pt x="5166" y="75322"/>
                    <a:pt x="6398" y="73288"/>
                    <a:pt x="6398" y="71066"/>
                  </a:cubicBezTo>
                  <a:cubicBezTo>
                    <a:pt x="6398" y="68818"/>
                    <a:pt x="5166" y="66783"/>
                    <a:pt x="3186" y="65766"/>
                  </a:cubicBezTo>
                  <a:cubicBezTo>
                    <a:pt x="3106" y="63759"/>
                    <a:pt x="2062" y="61992"/>
                    <a:pt x="375" y="60922"/>
                  </a:cubicBezTo>
                  <a:cubicBezTo>
                    <a:pt x="2062" y="59878"/>
                    <a:pt x="3106" y="58085"/>
                    <a:pt x="3186" y="56077"/>
                  </a:cubicBezTo>
                  <a:cubicBezTo>
                    <a:pt x="5166" y="55060"/>
                    <a:pt x="6398" y="53026"/>
                    <a:pt x="6398" y="50778"/>
                  </a:cubicBezTo>
                  <a:cubicBezTo>
                    <a:pt x="6398" y="48556"/>
                    <a:pt x="5166" y="46522"/>
                    <a:pt x="3186" y="45505"/>
                  </a:cubicBezTo>
                  <a:cubicBezTo>
                    <a:pt x="3159" y="43604"/>
                    <a:pt x="2088" y="41731"/>
                    <a:pt x="375" y="40660"/>
                  </a:cubicBezTo>
                  <a:cubicBezTo>
                    <a:pt x="1901" y="39697"/>
                    <a:pt x="3293" y="37877"/>
                    <a:pt x="3186" y="35816"/>
                  </a:cubicBezTo>
                  <a:cubicBezTo>
                    <a:pt x="5166" y="34799"/>
                    <a:pt x="6398" y="32764"/>
                    <a:pt x="6398" y="30516"/>
                  </a:cubicBezTo>
                  <a:cubicBezTo>
                    <a:pt x="6398" y="28268"/>
                    <a:pt x="5166" y="26260"/>
                    <a:pt x="3186" y="25216"/>
                  </a:cubicBezTo>
                  <a:cubicBezTo>
                    <a:pt x="3079" y="23236"/>
                    <a:pt x="2062" y="21442"/>
                    <a:pt x="375" y="20399"/>
                  </a:cubicBezTo>
                  <a:cubicBezTo>
                    <a:pt x="2088" y="19328"/>
                    <a:pt x="3186" y="17454"/>
                    <a:pt x="3186" y="15608"/>
                  </a:cubicBezTo>
                  <a:cubicBezTo>
                    <a:pt x="3186" y="15581"/>
                    <a:pt x="3186" y="15581"/>
                    <a:pt x="3186" y="15554"/>
                  </a:cubicBezTo>
                  <a:cubicBezTo>
                    <a:pt x="5166" y="14510"/>
                    <a:pt x="6398" y="12503"/>
                    <a:pt x="6398" y="10254"/>
                  </a:cubicBezTo>
                  <a:cubicBezTo>
                    <a:pt x="6398" y="8006"/>
                    <a:pt x="5166" y="5999"/>
                    <a:pt x="3186" y="4955"/>
                  </a:cubicBezTo>
                  <a:cubicBezTo>
                    <a:pt x="3186" y="3028"/>
                    <a:pt x="1981" y="1047"/>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61" name="Google Shape;861;p165"/>
          <p:cNvSpPr/>
          <p:nvPr/>
        </p:nvSpPr>
        <p:spPr>
          <a:xfrm flipH="1" rot="-3415034">
            <a:off x="5358889" y="524097"/>
            <a:ext cx="4814608" cy="4095305"/>
          </a:xfrm>
          <a:custGeom>
            <a:rect b="b" l="l" r="r" t="t"/>
            <a:pathLst>
              <a:path extrusionOk="0" h="52038" w="61178">
                <a:moveTo>
                  <a:pt x="4170" y="12043"/>
                </a:moveTo>
                <a:cubicBezTo>
                  <a:pt x="7339" y="7239"/>
                  <a:pt x="14177" y="1"/>
                  <a:pt x="24184" y="5571"/>
                </a:cubicBezTo>
                <a:cubicBezTo>
                  <a:pt x="34191" y="11142"/>
                  <a:pt x="29988" y="17146"/>
                  <a:pt x="34024" y="21249"/>
                </a:cubicBezTo>
                <a:cubicBezTo>
                  <a:pt x="38061" y="25319"/>
                  <a:pt x="43198" y="25586"/>
                  <a:pt x="51103" y="27253"/>
                </a:cubicBezTo>
                <a:cubicBezTo>
                  <a:pt x="58976" y="28921"/>
                  <a:pt x="61177" y="36093"/>
                  <a:pt x="54472" y="41664"/>
                </a:cubicBezTo>
                <a:cubicBezTo>
                  <a:pt x="47801" y="47268"/>
                  <a:pt x="33758" y="52038"/>
                  <a:pt x="26819" y="46467"/>
                </a:cubicBezTo>
                <a:cubicBezTo>
                  <a:pt x="19848" y="40930"/>
                  <a:pt x="11108" y="34826"/>
                  <a:pt x="5537" y="31590"/>
                </a:cubicBezTo>
                <a:cubicBezTo>
                  <a:pt x="0" y="28388"/>
                  <a:pt x="967" y="16879"/>
                  <a:pt x="4170" y="12043"/>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 name="Google Shape;862;p165"/>
          <p:cNvSpPr/>
          <p:nvPr/>
        </p:nvSpPr>
        <p:spPr>
          <a:xfrm flipH="1" rot="-1379372">
            <a:off x="5148635" y="1183665"/>
            <a:ext cx="1343009" cy="1754062"/>
          </a:xfrm>
          <a:custGeom>
            <a:rect b="b" l="l" r="r" t="t"/>
            <a:pathLst>
              <a:path extrusionOk="0" h="22564" w="17277">
                <a:moveTo>
                  <a:pt x="9074" y="0"/>
                </a:moveTo>
                <a:cubicBezTo>
                  <a:pt x="8555" y="0"/>
                  <a:pt x="8010" y="60"/>
                  <a:pt x="7441" y="188"/>
                </a:cubicBezTo>
                <a:cubicBezTo>
                  <a:pt x="2543" y="1285"/>
                  <a:pt x="1" y="6692"/>
                  <a:pt x="54" y="12607"/>
                </a:cubicBezTo>
                <a:cubicBezTo>
                  <a:pt x="134" y="18683"/>
                  <a:pt x="3989" y="22189"/>
                  <a:pt x="8592" y="22564"/>
                </a:cubicBezTo>
                <a:cubicBezTo>
                  <a:pt x="14641" y="22082"/>
                  <a:pt x="16354" y="18388"/>
                  <a:pt x="16836" y="12312"/>
                </a:cubicBezTo>
                <a:cubicBezTo>
                  <a:pt x="17276" y="6737"/>
                  <a:pt x="14567" y="0"/>
                  <a:pt x="90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 name="Google Shape;863;p165"/>
          <p:cNvSpPr/>
          <p:nvPr/>
        </p:nvSpPr>
        <p:spPr>
          <a:xfrm flipH="1">
            <a:off x="794051" y="3667402"/>
            <a:ext cx="1062209" cy="936955"/>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2">
  <p:cSld name="CUSTOM_60">
    <p:spTree>
      <p:nvGrpSpPr>
        <p:cNvPr id="864" name="Shape 864"/>
        <p:cNvGrpSpPr/>
        <p:nvPr/>
      </p:nvGrpSpPr>
      <p:grpSpPr>
        <a:xfrm>
          <a:off x="0" y="0"/>
          <a:ext cx="0" cy="0"/>
          <a:chOff x="0" y="0"/>
          <a:chExt cx="0" cy="0"/>
        </a:xfrm>
      </p:grpSpPr>
      <p:sp>
        <p:nvSpPr>
          <p:cNvPr id="865" name="Google Shape;865;p166"/>
          <p:cNvSpPr/>
          <p:nvPr/>
        </p:nvSpPr>
        <p:spPr>
          <a:xfrm flipH="1">
            <a:off x="1008588" y="534225"/>
            <a:ext cx="3513000" cy="40317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1"/>
              </a:solidFill>
              <a:latin typeface="Arial"/>
              <a:ea typeface="Arial"/>
              <a:cs typeface="Arial"/>
              <a:sym typeface="Arial"/>
            </a:endParaRPr>
          </a:p>
        </p:txBody>
      </p:sp>
      <p:sp>
        <p:nvSpPr>
          <p:cNvPr id="866" name="Google Shape;866;p166"/>
          <p:cNvSpPr/>
          <p:nvPr/>
        </p:nvSpPr>
        <p:spPr>
          <a:xfrm flipH="1" rot="-5096759">
            <a:off x="5974001" y="2294202"/>
            <a:ext cx="4913557" cy="3022954"/>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 name="Google Shape;867;p166"/>
          <p:cNvSpPr/>
          <p:nvPr/>
        </p:nvSpPr>
        <p:spPr>
          <a:xfrm>
            <a:off x="4236525" y="3712869"/>
            <a:ext cx="764314" cy="674188"/>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68" name="Google Shape;868;p166"/>
          <p:cNvGrpSpPr/>
          <p:nvPr/>
        </p:nvGrpSpPr>
        <p:grpSpPr>
          <a:xfrm>
            <a:off x="6148229" y="1251727"/>
            <a:ext cx="1830972" cy="1822411"/>
            <a:chOff x="2414491" y="671177"/>
            <a:chExt cx="1830972" cy="1822411"/>
          </a:xfrm>
        </p:grpSpPr>
        <p:sp>
          <p:nvSpPr>
            <p:cNvPr id="869" name="Google Shape;869;p166"/>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 name="Google Shape;870;p166"/>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 name="Google Shape;871;p166"/>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 name="Google Shape;872;p166"/>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 name="Google Shape;873;p166"/>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 name="Google Shape;874;p166"/>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 name="Google Shape;875;p166"/>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 name="Google Shape;876;p166"/>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 name="Google Shape;877;p166"/>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 name="Google Shape;878;p166"/>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 name="Google Shape;879;p166"/>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 name="Google Shape;880;p166"/>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 name="Google Shape;881;p166"/>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 name="Google Shape;882;p166"/>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 name="Google Shape;883;p166"/>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 name="Google Shape;884;p166"/>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 name="Google Shape;885;p166"/>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 name="Google Shape;886;p166"/>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 name="Google Shape;887;p166"/>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 name="Google Shape;888;p166"/>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 name="Google Shape;889;p166"/>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 name="Google Shape;890;p166"/>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 name="Google Shape;891;p166"/>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 name="Google Shape;892;p166"/>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 name="Google Shape;893;p166"/>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 name="Google Shape;894;p166"/>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 name="Google Shape;895;p166"/>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 name="Google Shape;896;p166"/>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 name="Google Shape;897;p166"/>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 name="Google Shape;898;p166"/>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 name="Google Shape;899;p166"/>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 name="Google Shape;900;p166"/>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 name="Google Shape;901;p166"/>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 name="Google Shape;902;p166"/>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03" name="Google Shape;903;p166"/>
          <p:cNvSpPr/>
          <p:nvPr/>
        </p:nvSpPr>
        <p:spPr>
          <a:xfrm rot="-4619829">
            <a:off x="5338279" y="-1392653"/>
            <a:ext cx="3210852" cy="3197538"/>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13">
    <p:spTree>
      <p:nvGrpSpPr>
        <p:cNvPr id="904" name="Shape 904"/>
        <p:cNvGrpSpPr/>
        <p:nvPr/>
      </p:nvGrpSpPr>
      <p:grpSpPr>
        <a:xfrm>
          <a:off x="0" y="0"/>
          <a:ext cx="0" cy="0"/>
          <a:chOff x="0" y="0"/>
          <a:chExt cx="0" cy="0"/>
        </a:xfrm>
      </p:grpSpPr>
      <p:sp>
        <p:nvSpPr>
          <p:cNvPr id="905" name="Google Shape;905;p167"/>
          <p:cNvSpPr/>
          <p:nvPr/>
        </p:nvSpPr>
        <p:spPr>
          <a:xfrm rot="-5716269">
            <a:off x="3090772" y="121523"/>
            <a:ext cx="3242308" cy="5108995"/>
          </a:xfrm>
          <a:custGeom>
            <a:rect b="b" l="l" r="r" t="t"/>
            <a:pathLst>
              <a:path extrusionOk="0" h="83294" w="72386">
                <a:moveTo>
                  <a:pt x="50403" y="3137"/>
                </a:moveTo>
                <a:cubicBezTo>
                  <a:pt x="56941" y="6272"/>
                  <a:pt x="64246" y="10108"/>
                  <a:pt x="60711" y="17614"/>
                </a:cubicBezTo>
                <a:cubicBezTo>
                  <a:pt x="57175" y="25119"/>
                  <a:pt x="44632" y="42031"/>
                  <a:pt x="52938" y="45433"/>
                </a:cubicBezTo>
                <a:cubicBezTo>
                  <a:pt x="61211" y="48803"/>
                  <a:pt x="72386" y="48302"/>
                  <a:pt x="71885" y="57942"/>
                </a:cubicBezTo>
                <a:cubicBezTo>
                  <a:pt x="71351" y="67583"/>
                  <a:pt x="54640" y="83294"/>
                  <a:pt x="40096" y="76189"/>
                </a:cubicBezTo>
                <a:cubicBezTo>
                  <a:pt x="25552" y="69084"/>
                  <a:pt x="35359" y="53839"/>
                  <a:pt x="20982" y="50137"/>
                </a:cubicBezTo>
                <a:cubicBezTo>
                  <a:pt x="6605" y="46434"/>
                  <a:pt x="1" y="20916"/>
                  <a:pt x="6939" y="13477"/>
                </a:cubicBezTo>
                <a:cubicBezTo>
                  <a:pt x="13877" y="6039"/>
                  <a:pt x="43865" y="1"/>
                  <a:pt x="50403" y="3137"/>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06" name="Google Shape;906;p167"/>
          <p:cNvGrpSpPr/>
          <p:nvPr/>
        </p:nvGrpSpPr>
        <p:grpSpPr>
          <a:xfrm flipH="1">
            <a:off x="6918862" y="-84862"/>
            <a:ext cx="2277317" cy="5304377"/>
            <a:chOff x="224725" y="566950"/>
            <a:chExt cx="1850875" cy="4311100"/>
          </a:xfrm>
        </p:grpSpPr>
        <p:sp>
          <p:nvSpPr>
            <p:cNvPr id="907" name="Google Shape;907;p167"/>
            <p:cNvSpPr/>
            <p:nvPr/>
          </p:nvSpPr>
          <p:spPr>
            <a:xfrm>
              <a:off x="1914975" y="566950"/>
              <a:ext cx="160625" cy="2033000"/>
            </a:xfrm>
            <a:custGeom>
              <a:rect b="b" l="l" r="r" t="t"/>
              <a:pathLst>
                <a:path extrusionOk="0" h="81320" w="6425">
                  <a:moveTo>
                    <a:pt x="126" y="1"/>
                  </a:moveTo>
                  <a:cubicBezTo>
                    <a:pt x="81" y="1"/>
                    <a:pt x="44" y="24"/>
                    <a:pt x="27" y="57"/>
                  </a:cubicBezTo>
                  <a:cubicBezTo>
                    <a:pt x="27" y="84"/>
                    <a:pt x="27" y="110"/>
                    <a:pt x="27" y="137"/>
                  </a:cubicBezTo>
                  <a:cubicBezTo>
                    <a:pt x="27" y="164"/>
                    <a:pt x="27"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45" y="15394"/>
                    <a:pt x="2945" y="15447"/>
                    <a:pt x="2945" y="15501"/>
                  </a:cubicBezTo>
                  <a:cubicBezTo>
                    <a:pt x="2998" y="17321"/>
                    <a:pt x="1848" y="19248"/>
                    <a:pt x="108" y="20292"/>
                  </a:cubicBezTo>
                  <a:cubicBezTo>
                    <a:pt x="54" y="20292"/>
                    <a:pt x="27" y="20318"/>
                    <a:pt x="27" y="20372"/>
                  </a:cubicBezTo>
                  <a:cubicBezTo>
                    <a:pt x="1" y="20425"/>
                    <a:pt x="27" y="20479"/>
                    <a:pt x="81" y="20506"/>
                  </a:cubicBezTo>
                  <a:cubicBezTo>
                    <a:pt x="1794" y="21496"/>
                    <a:pt x="2865" y="23316"/>
                    <a:pt x="2945" y="25324"/>
                  </a:cubicBezTo>
                  <a:cubicBezTo>
                    <a:pt x="2945" y="25350"/>
                    <a:pt x="2972" y="25404"/>
                    <a:pt x="2998" y="25431"/>
                  </a:cubicBezTo>
                  <a:cubicBezTo>
                    <a:pt x="4952" y="26394"/>
                    <a:pt x="6157" y="28348"/>
                    <a:pt x="6157" y="30543"/>
                  </a:cubicBezTo>
                  <a:cubicBezTo>
                    <a:pt x="6157" y="32711"/>
                    <a:pt x="4952" y="34665"/>
                    <a:pt x="2998" y="35628"/>
                  </a:cubicBezTo>
                  <a:cubicBezTo>
                    <a:pt x="2945" y="35655"/>
                    <a:pt x="2918" y="35709"/>
                    <a:pt x="2945" y="35762"/>
                  </a:cubicBezTo>
                  <a:cubicBezTo>
                    <a:pt x="3106"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1" y="81297"/>
                    <a:pt x="104" y="81320"/>
                    <a:pt x="145" y="81320"/>
                  </a:cubicBezTo>
                  <a:cubicBezTo>
                    <a:pt x="170" y="81320"/>
                    <a:pt x="194" y="81311"/>
                    <a:pt x="215" y="81290"/>
                  </a:cubicBezTo>
                  <a:cubicBezTo>
                    <a:pt x="2008" y="80273"/>
                    <a:pt x="3106" y="78427"/>
                    <a:pt x="3186" y="76366"/>
                  </a:cubicBezTo>
                  <a:cubicBezTo>
                    <a:pt x="5166" y="75322"/>
                    <a:pt x="6424" y="73314"/>
                    <a:pt x="6424" y="71066"/>
                  </a:cubicBezTo>
                  <a:cubicBezTo>
                    <a:pt x="6424" y="68818"/>
                    <a:pt x="5166" y="66784"/>
                    <a:pt x="3186" y="65766"/>
                  </a:cubicBezTo>
                  <a:cubicBezTo>
                    <a:pt x="3106" y="63786"/>
                    <a:pt x="2062" y="61992"/>
                    <a:pt x="375" y="60922"/>
                  </a:cubicBezTo>
                  <a:cubicBezTo>
                    <a:pt x="2062" y="59878"/>
                    <a:pt x="3106" y="58085"/>
                    <a:pt x="3186" y="56104"/>
                  </a:cubicBezTo>
                  <a:cubicBezTo>
                    <a:pt x="5166" y="55060"/>
                    <a:pt x="6424" y="53053"/>
                    <a:pt x="6424" y="50804"/>
                  </a:cubicBezTo>
                  <a:cubicBezTo>
                    <a:pt x="6424" y="48556"/>
                    <a:pt x="5166" y="46522"/>
                    <a:pt x="3186" y="45505"/>
                  </a:cubicBezTo>
                  <a:cubicBezTo>
                    <a:pt x="3159" y="43604"/>
                    <a:pt x="2088" y="41731"/>
                    <a:pt x="375" y="40660"/>
                  </a:cubicBezTo>
                  <a:cubicBezTo>
                    <a:pt x="1901" y="39723"/>
                    <a:pt x="3320" y="37877"/>
                    <a:pt x="3186" y="35816"/>
                  </a:cubicBezTo>
                  <a:cubicBezTo>
                    <a:pt x="5193" y="34799"/>
                    <a:pt x="6424" y="32764"/>
                    <a:pt x="6424" y="30543"/>
                  </a:cubicBezTo>
                  <a:cubicBezTo>
                    <a:pt x="6424" y="28295"/>
                    <a:pt x="5166" y="26260"/>
                    <a:pt x="3186" y="25243"/>
                  </a:cubicBezTo>
                  <a:cubicBezTo>
                    <a:pt x="3106" y="23236"/>
                    <a:pt x="2062" y="21443"/>
                    <a:pt x="375" y="20399"/>
                  </a:cubicBezTo>
                  <a:cubicBezTo>
                    <a:pt x="2088" y="19328"/>
                    <a:pt x="3186" y="17454"/>
                    <a:pt x="3186" y="15608"/>
                  </a:cubicBezTo>
                  <a:cubicBezTo>
                    <a:pt x="3186" y="15608"/>
                    <a:pt x="3186" y="15581"/>
                    <a:pt x="3186" y="15554"/>
                  </a:cubicBezTo>
                  <a:cubicBezTo>
                    <a:pt x="5166" y="14537"/>
                    <a:pt x="6424" y="12503"/>
                    <a:pt x="6424" y="10255"/>
                  </a:cubicBezTo>
                  <a:cubicBezTo>
                    <a:pt x="6424" y="8033"/>
                    <a:pt x="5166" y="5999"/>
                    <a:pt x="3186" y="4982"/>
                  </a:cubicBezTo>
                  <a:lnTo>
                    <a:pt x="3186" y="4955"/>
                  </a:lnTo>
                  <a:cubicBezTo>
                    <a:pt x="3186" y="3028"/>
                    <a:pt x="2008" y="1074"/>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 name="Google Shape;908;p167"/>
            <p:cNvSpPr/>
            <p:nvPr/>
          </p:nvSpPr>
          <p:spPr>
            <a:xfrm>
              <a:off x="1761075" y="818875"/>
              <a:ext cx="160625" cy="2032875"/>
            </a:xfrm>
            <a:custGeom>
              <a:rect b="b" l="l" r="r" t="t"/>
              <a:pathLst>
                <a:path extrusionOk="0" h="81315" w="6425">
                  <a:moveTo>
                    <a:pt x="149" y="1"/>
                  </a:moveTo>
                  <a:cubicBezTo>
                    <a:pt x="110" y="1"/>
                    <a:pt x="71" y="20"/>
                    <a:pt x="54" y="70"/>
                  </a:cubicBezTo>
                  <a:cubicBezTo>
                    <a:pt x="27" y="70"/>
                    <a:pt x="27" y="97"/>
                    <a:pt x="27" y="124"/>
                  </a:cubicBezTo>
                  <a:cubicBezTo>
                    <a:pt x="27" y="178"/>
                    <a:pt x="54" y="204"/>
                    <a:pt x="81" y="231"/>
                  </a:cubicBezTo>
                  <a:cubicBezTo>
                    <a:pt x="1821" y="1248"/>
                    <a:pt x="2972" y="3175"/>
                    <a:pt x="2945" y="5022"/>
                  </a:cubicBezTo>
                  <a:cubicBezTo>
                    <a:pt x="2945" y="5076"/>
                    <a:pt x="2972" y="5129"/>
                    <a:pt x="2998" y="5156"/>
                  </a:cubicBezTo>
                  <a:cubicBezTo>
                    <a:pt x="4952" y="6119"/>
                    <a:pt x="6183" y="8073"/>
                    <a:pt x="6183" y="10268"/>
                  </a:cubicBezTo>
                  <a:cubicBezTo>
                    <a:pt x="6183" y="12436"/>
                    <a:pt x="4952" y="14390"/>
                    <a:pt x="2998" y="15354"/>
                  </a:cubicBezTo>
                  <a:cubicBezTo>
                    <a:pt x="2972" y="15380"/>
                    <a:pt x="2945" y="15461"/>
                    <a:pt x="2945" y="15487"/>
                  </a:cubicBezTo>
                  <a:cubicBezTo>
                    <a:pt x="2998" y="17334"/>
                    <a:pt x="1847" y="19235"/>
                    <a:pt x="108" y="20278"/>
                  </a:cubicBezTo>
                  <a:cubicBezTo>
                    <a:pt x="81" y="20278"/>
                    <a:pt x="27" y="20305"/>
                    <a:pt x="27" y="20359"/>
                  </a:cubicBezTo>
                  <a:cubicBezTo>
                    <a:pt x="27" y="20412"/>
                    <a:pt x="27" y="20466"/>
                    <a:pt x="81" y="20493"/>
                  </a:cubicBezTo>
                  <a:cubicBezTo>
                    <a:pt x="1821" y="21510"/>
                    <a:pt x="2891" y="23303"/>
                    <a:pt x="2945" y="25310"/>
                  </a:cubicBezTo>
                  <a:cubicBezTo>
                    <a:pt x="2945" y="25364"/>
                    <a:pt x="2972" y="25391"/>
                    <a:pt x="2998" y="25417"/>
                  </a:cubicBezTo>
                  <a:cubicBezTo>
                    <a:pt x="4952" y="26381"/>
                    <a:pt x="6183" y="28362"/>
                    <a:pt x="6183" y="30530"/>
                  </a:cubicBezTo>
                  <a:cubicBezTo>
                    <a:pt x="6183" y="32698"/>
                    <a:pt x="4952" y="34652"/>
                    <a:pt x="2998" y="35642"/>
                  </a:cubicBezTo>
                  <a:cubicBezTo>
                    <a:pt x="2972" y="35642"/>
                    <a:pt x="2945" y="35695"/>
                    <a:pt x="2945" y="35749"/>
                  </a:cubicBezTo>
                  <a:cubicBezTo>
                    <a:pt x="3105" y="37837"/>
                    <a:pt x="1633" y="39630"/>
                    <a:pt x="108" y="40540"/>
                  </a:cubicBezTo>
                  <a:cubicBezTo>
                    <a:pt x="81" y="40540"/>
                    <a:pt x="27" y="40594"/>
                    <a:pt x="27" y="40620"/>
                  </a:cubicBezTo>
                  <a:cubicBezTo>
                    <a:pt x="27" y="40674"/>
                    <a:pt x="27" y="40727"/>
                    <a:pt x="81" y="40754"/>
                  </a:cubicBezTo>
                  <a:cubicBezTo>
                    <a:pt x="1821" y="41771"/>
                    <a:pt x="2945" y="43645"/>
                    <a:pt x="2945" y="45545"/>
                  </a:cubicBezTo>
                  <a:cubicBezTo>
                    <a:pt x="2945" y="45545"/>
                    <a:pt x="2945" y="45545"/>
                    <a:pt x="2945" y="45572"/>
                  </a:cubicBezTo>
                  <a:cubicBezTo>
                    <a:pt x="2945" y="45626"/>
                    <a:pt x="2972" y="45652"/>
                    <a:pt x="2998" y="45679"/>
                  </a:cubicBezTo>
                  <a:cubicBezTo>
                    <a:pt x="4952" y="46669"/>
                    <a:pt x="6183" y="48623"/>
                    <a:pt x="6183" y="50791"/>
                  </a:cubicBezTo>
                  <a:cubicBezTo>
                    <a:pt x="6183" y="52959"/>
                    <a:pt x="4952" y="54913"/>
                    <a:pt x="2998" y="55904"/>
                  </a:cubicBezTo>
                  <a:cubicBezTo>
                    <a:pt x="2972" y="55930"/>
                    <a:pt x="2945" y="55957"/>
                    <a:pt x="2945" y="56011"/>
                  </a:cubicBezTo>
                  <a:cubicBezTo>
                    <a:pt x="2891" y="57991"/>
                    <a:pt x="1847" y="59785"/>
                    <a:pt x="108" y="60802"/>
                  </a:cubicBezTo>
                  <a:cubicBezTo>
                    <a:pt x="81" y="60828"/>
                    <a:pt x="27" y="60855"/>
                    <a:pt x="27" y="60882"/>
                  </a:cubicBezTo>
                  <a:cubicBezTo>
                    <a:pt x="27" y="60935"/>
                    <a:pt x="27" y="60989"/>
                    <a:pt x="81" y="61016"/>
                  </a:cubicBezTo>
                  <a:cubicBezTo>
                    <a:pt x="1821" y="62033"/>
                    <a:pt x="2891" y="63826"/>
                    <a:pt x="2945" y="65834"/>
                  </a:cubicBezTo>
                  <a:cubicBezTo>
                    <a:pt x="2945" y="65887"/>
                    <a:pt x="2972" y="65914"/>
                    <a:pt x="2998" y="65941"/>
                  </a:cubicBezTo>
                  <a:cubicBezTo>
                    <a:pt x="4952" y="66931"/>
                    <a:pt x="6183" y="68885"/>
                    <a:pt x="6183" y="71053"/>
                  </a:cubicBezTo>
                  <a:cubicBezTo>
                    <a:pt x="6183" y="73221"/>
                    <a:pt x="4952" y="75175"/>
                    <a:pt x="2998" y="76165"/>
                  </a:cubicBezTo>
                  <a:cubicBezTo>
                    <a:pt x="2972" y="76192"/>
                    <a:pt x="2945" y="76219"/>
                    <a:pt x="2945" y="76272"/>
                  </a:cubicBezTo>
                  <a:cubicBezTo>
                    <a:pt x="2891" y="78280"/>
                    <a:pt x="1821" y="80073"/>
                    <a:pt x="81" y="81090"/>
                  </a:cubicBezTo>
                  <a:cubicBezTo>
                    <a:pt x="27" y="81117"/>
                    <a:pt x="1" y="81197"/>
                    <a:pt x="54" y="81251"/>
                  </a:cubicBezTo>
                  <a:cubicBezTo>
                    <a:pt x="74" y="81290"/>
                    <a:pt x="122" y="81315"/>
                    <a:pt x="167" y="81315"/>
                  </a:cubicBezTo>
                  <a:cubicBezTo>
                    <a:pt x="184" y="81315"/>
                    <a:pt x="200" y="81311"/>
                    <a:pt x="215" y="81304"/>
                  </a:cubicBezTo>
                  <a:cubicBezTo>
                    <a:pt x="2008" y="80260"/>
                    <a:pt x="3105" y="78413"/>
                    <a:pt x="3186" y="76352"/>
                  </a:cubicBezTo>
                  <a:cubicBezTo>
                    <a:pt x="5193" y="75309"/>
                    <a:pt x="6424" y="73301"/>
                    <a:pt x="6424" y="71053"/>
                  </a:cubicBezTo>
                  <a:cubicBezTo>
                    <a:pt x="6424" y="68805"/>
                    <a:pt x="5193" y="66797"/>
                    <a:pt x="3186" y="65753"/>
                  </a:cubicBezTo>
                  <a:cubicBezTo>
                    <a:pt x="3132" y="63773"/>
                    <a:pt x="2088" y="61979"/>
                    <a:pt x="402" y="60909"/>
                  </a:cubicBezTo>
                  <a:cubicBezTo>
                    <a:pt x="2088" y="59865"/>
                    <a:pt x="3132" y="58072"/>
                    <a:pt x="3186" y="56091"/>
                  </a:cubicBezTo>
                  <a:cubicBezTo>
                    <a:pt x="5193" y="55047"/>
                    <a:pt x="6424" y="53040"/>
                    <a:pt x="6424" y="50791"/>
                  </a:cubicBezTo>
                  <a:cubicBezTo>
                    <a:pt x="6424" y="48543"/>
                    <a:pt x="5193" y="46536"/>
                    <a:pt x="3186" y="45492"/>
                  </a:cubicBezTo>
                  <a:cubicBezTo>
                    <a:pt x="3186" y="43591"/>
                    <a:pt x="2088" y="41718"/>
                    <a:pt x="402" y="40647"/>
                  </a:cubicBezTo>
                  <a:cubicBezTo>
                    <a:pt x="1901" y="39710"/>
                    <a:pt x="3320" y="37890"/>
                    <a:pt x="3186" y="35829"/>
                  </a:cubicBezTo>
                  <a:cubicBezTo>
                    <a:pt x="5193" y="34785"/>
                    <a:pt x="6424" y="32751"/>
                    <a:pt x="6424" y="30530"/>
                  </a:cubicBezTo>
                  <a:cubicBezTo>
                    <a:pt x="6424" y="28281"/>
                    <a:pt x="5193" y="26247"/>
                    <a:pt x="3186" y="25230"/>
                  </a:cubicBezTo>
                  <a:cubicBezTo>
                    <a:pt x="3105" y="23223"/>
                    <a:pt x="2062" y="21429"/>
                    <a:pt x="402" y="20386"/>
                  </a:cubicBezTo>
                  <a:cubicBezTo>
                    <a:pt x="2115" y="19315"/>
                    <a:pt x="3212" y="17415"/>
                    <a:pt x="3186" y="15541"/>
                  </a:cubicBezTo>
                  <a:cubicBezTo>
                    <a:pt x="5193" y="14524"/>
                    <a:pt x="6424" y="12490"/>
                    <a:pt x="6424" y="10268"/>
                  </a:cubicBezTo>
                  <a:cubicBezTo>
                    <a:pt x="6424" y="8020"/>
                    <a:pt x="5193" y="5986"/>
                    <a:pt x="3186" y="4969"/>
                  </a:cubicBezTo>
                  <a:lnTo>
                    <a:pt x="3186" y="4942"/>
                  </a:lnTo>
                  <a:cubicBezTo>
                    <a:pt x="3186" y="3041"/>
                    <a:pt x="2008" y="1061"/>
                    <a:pt x="215" y="17"/>
                  </a:cubicBezTo>
                  <a:cubicBezTo>
                    <a:pt x="195" y="7"/>
                    <a:pt x="172" y="1"/>
                    <a:pt x="1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 name="Google Shape;909;p167"/>
            <p:cNvSpPr/>
            <p:nvPr/>
          </p:nvSpPr>
          <p:spPr>
            <a:xfrm>
              <a:off x="1607850" y="566950"/>
              <a:ext cx="159950" cy="2033000"/>
            </a:xfrm>
            <a:custGeom>
              <a:rect b="b" l="l" r="r" t="t"/>
              <a:pathLst>
                <a:path extrusionOk="0" h="81320" w="6398">
                  <a:moveTo>
                    <a:pt x="119" y="1"/>
                  </a:moveTo>
                  <a:cubicBezTo>
                    <a:pt x="81" y="1"/>
                    <a:pt x="44" y="24"/>
                    <a:pt x="27" y="57"/>
                  </a:cubicBezTo>
                  <a:cubicBezTo>
                    <a:pt x="0"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71" y="17347"/>
                    <a:pt x="1847" y="19248"/>
                    <a:pt x="81" y="20292"/>
                  </a:cubicBezTo>
                  <a:cubicBezTo>
                    <a:pt x="54" y="20292"/>
                    <a:pt x="27" y="20318"/>
                    <a:pt x="0"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0"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64" y="58004"/>
                    <a:pt x="1820" y="59798"/>
                    <a:pt x="81" y="60815"/>
                  </a:cubicBezTo>
                  <a:cubicBezTo>
                    <a:pt x="54" y="60815"/>
                    <a:pt x="27" y="60868"/>
                    <a:pt x="0" y="60895"/>
                  </a:cubicBezTo>
                  <a:cubicBezTo>
                    <a:pt x="0" y="60949"/>
                    <a:pt x="27" y="61002"/>
                    <a:pt x="81" y="61029"/>
                  </a:cubicBezTo>
                  <a:cubicBezTo>
                    <a:pt x="1820" y="62046"/>
                    <a:pt x="2864"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64" y="78266"/>
                    <a:pt x="1820" y="80086"/>
                    <a:pt x="81" y="81076"/>
                  </a:cubicBezTo>
                  <a:cubicBezTo>
                    <a:pt x="27" y="81130"/>
                    <a:pt x="0" y="81183"/>
                    <a:pt x="27" y="81264"/>
                  </a:cubicBezTo>
                  <a:cubicBezTo>
                    <a:pt x="44" y="81297"/>
                    <a:pt x="81" y="81320"/>
                    <a:pt x="119" y="81320"/>
                  </a:cubicBezTo>
                  <a:cubicBezTo>
                    <a:pt x="143" y="81320"/>
                    <a:pt x="167" y="81311"/>
                    <a:pt x="188" y="81290"/>
                  </a:cubicBezTo>
                  <a:cubicBezTo>
                    <a:pt x="1981"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61" y="41731"/>
                    <a:pt x="375" y="40660"/>
                  </a:cubicBezTo>
                  <a:cubicBezTo>
                    <a:pt x="1901" y="39723"/>
                    <a:pt x="3292" y="37877"/>
                    <a:pt x="3185" y="35816"/>
                  </a:cubicBezTo>
                  <a:cubicBezTo>
                    <a:pt x="5166" y="34799"/>
                    <a:pt x="6397" y="32764"/>
                    <a:pt x="6397" y="30543"/>
                  </a:cubicBezTo>
                  <a:cubicBezTo>
                    <a:pt x="6397" y="28295"/>
                    <a:pt x="5166" y="26260"/>
                    <a:pt x="3185" y="25243"/>
                  </a:cubicBezTo>
                  <a:cubicBezTo>
                    <a:pt x="3078" y="23236"/>
                    <a:pt x="2061" y="21443"/>
                    <a:pt x="375" y="20399"/>
                  </a:cubicBezTo>
                  <a:cubicBezTo>
                    <a:pt x="2061" y="19328"/>
                    <a:pt x="3185" y="17454"/>
                    <a:pt x="3185" y="15608"/>
                  </a:cubicBezTo>
                  <a:cubicBezTo>
                    <a:pt x="3185" y="15608"/>
                    <a:pt x="3185" y="1558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 name="Google Shape;910;p167"/>
            <p:cNvSpPr/>
            <p:nvPr/>
          </p:nvSpPr>
          <p:spPr>
            <a:xfrm>
              <a:off x="1453950" y="818875"/>
              <a:ext cx="160600" cy="2032875"/>
            </a:xfrm>
            <a:custGeom>
              <a:rect b="b" l="l" r="r" t="t"/>
              <a:pathLst>
                <a:path extrusionOk="0" h="81315" w="6424">
                  <a:moveTo>
                    <a:pt x="136" y="1"/>
                  </a:moveTo>
                  <a:cubicBezTo>
                    <a:pt x="95" y="1"/>
                    <a:pt x="61" y="20"/>
                    <a:pt x="27" y="70"/>
                  </a:cubicBezTo>
                  <a:cubicBezTo>
                    <a:pt x="27" y="70"/>
                    <a:pt x="27" y="97"/>
                    <a:pt x="27" y="124"/>
                  </a:cubicBezTo>
                  <a:cubicBezTo>
                    <a:pt x="27" y="178"/>
                    <a:pt x="27"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34"/>
                    <a:pt x="2944" y="15487"/>
                  </a:cubicBezTo>
                  <a:cubicBezTo>
                    <a:pt x="2944" y="15514"/>
                    <a:pt x="2944" y="15568"/>
                    <a:pt x="2944" y="15595"/>
                  </a:cubicBezTo>
                  <a:cubicBezTo>
                    <a:pt x="2944" y="17415"/>
                    <a:pt x="1820" y="19261"/>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44" y="35642"/>
                    <a:pt x="2918"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72"/>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27" y="81251"/>
                  </a:cubicBezTo>
                  <a:cubicBezTo>
                    <a:pt x="66" y="81290"/>
                    <a:pt x="120" y="81315"/>
                    <a:pt x="167" y="81315"/>
                  </a:cubicBezTo>
                  <a:cubicBezTo>
                    <a:pt x="184" y="81315"/>
                    <a:pt x="200" y="81311"/>
                    <a:pt x="214" y="81304"/>
                  </a:cubicBezTo>
                  <a:cubicBezTo>
                    <a:pt x="2008" y="80260"/>
                    <a:pt x="3105" y="78413"/>
                    <a:pt x="3185" y="76352"/>
                  </a:cubicBezTo>
                  <a:cubicBezTo>
                    <a:pt x="5166" y="75309"/>
                    <a:pt x="6424" y="73301"/>
                    <a:pt x="6424" y="71053"/>
                  </a:cubicBezTo>
                  <a:cubicBezTo>
                    <a:pt x="6424" y="68805"/>
                    <a:pt x="5166" y="66797"/>
                    <a:pt x="3185" y="65753"/>
                  </a:cubicBezTo>
                  <a:cubicBezTo>
                    <a:pt x="3105" y="63773"/>
                    <a:pt x="2061" y="61979"/>
                    <a:pt x="375" y="60909"/>
                  </a:cubicBezTo>
                  <a:cubicBezTo>
                    <a:pt x="2061" y="59865"/>
                    <a:pt x="3105" y="58072"/>
                    <a:pt x="3185" y="56091"/>
                  </a:cubicBezTo>
                  <a:cubicBezTo>
                    <a:pt x="5166" y="55047"/>
                    <a:pt x="6424" y="53040"/>
                    <a:pt x="6424" y="50791"/>
                  </a:cubicBezTo>
                  <a:cubicBezTo>
                    <a:pt x="6424" y="48543"/>
                    <a:pt x="5193" y="46536"/>
                    <a:pt x="3185" y="45492"/>
                  </a:cubicBezTo>
                  <a:cubicBezTo>
                    <a:pt x="3159" y="43591"/>
                    <a:pt x="2088" y="41718"/>
                    <a:pt x="375" y="40647"/>
                  </a:cubicBezTo>
                  <a:cubicBezTo>
                    <a:pt x="1901" y="39710"/>
                    <a:pt x="3319" y="37890"/>
                    <a:pt x="3185" y="35829"/>
                  </a:cubicBezTo>
                  <a:cubicBezTo>
                    <a:pt x="5193" y="34785"/>
                    <a:pt x="6424" y="32751"/>
                    <a:pt x="6424" y="30530"/>
                  </a:cubicBezTo>
                  <a:cubicBezTo>
                    <a:pt x="6424" y="28281"/>
                    <a:pt x="5166" y="26247"/>
                    <a:pt x="3185" y="25230"/>
                  </a:cubicBezTo>
                  <a:cubicBezTo>
                    <a:pt x="3105" y="23223"/>
                    <a:pt x="2061" y="21429"/>
                    <a:pt x="375"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cubicBezTo>
                    <a:pt x="3185" y="3041"/>
                    <a:pt x="2008" y="1061"/>
                    <a:pt x="214" y="17"/>
                  </a:cubicBezTo>
                  <a:cubicBezTo>
                    <a:pt x="185" y="7"/>
                    <a:pt x="159" y="1"/>
                    <a:pt x="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 name="Google Shape;911;p167"/>
            <p:cNvSpPr/>
            <p:nvPr/>
          </p:nvSpPr>
          <p:spPr>
            <a:xfrm>
              <a:off x="1300050" y="566950"/>
              <a:ext cx="160600" cy="2033000"/>
            </a:xfrm>
            <a:custGeom>
              <a:rect b="b" l="l" r="r" t="t"/>
              <a:pathLst>
                <a:path extrusionOk="0" h="81320" w="6424">
                  <a:moveTo>
                    <a:pt x="146" y="1"/>
                  </a:moveTo>
                  <a:cubicBezTo>
                    <a:pt x="107" y="1"/>
                    <a:pt x="70" y="24"/>
                    <a:pt x="54" y="57"/>
                  </a:cubicBezTo>
                  <a:cubicBezTo>
                    <a:pt x="27" y="84"/>
                    <a:pt x="27" y="110"/>
                    <a:pt x="27" y="137"/>
                  </a:cubicBezTo>
                  <a:cubicBezTo>
                    <a:pt x="27" y="164"/>
                    <a:pt x="54" y="217"/>
                    <a:pt x="80" y="244"/>
                  </a:cubicBezTo>
                  <a:cubicBezTo>
                    <a:pt x="1820" y="1261"/>
                    <a:pt x="2971" y="3188"/>
                    <a:pt x="2944" y="5035"/>
                  </a:cubicBezTo>
                  <a:cubicBezTo>
                    <a:pt x="2944" y="5089"/>
                    <a:pt x="2971" y="5142"/>
                    <a:pt x="3025" y="5169"/>
                  </a:cubicBezTo>
                  <a:cubicBezTo>
                    <a:pt x="4952" y="6133"/>
                    <a:pt x="6183" y="8086"/>
                    <a:pt x="6183" y="10255"/>
                  </a:cubicBezTo>
                  <a:cubicBezTo>
                    <a:pt x="6183" y="12449"/>
                    <a:pt x="4952" y="14403"/>
                    <a:pt x="3025" y="15367"/>
                  </a:cubicBezTo>
                  <a:cubicBezTo>
                    <a:pt x="2971" y="15394"/>
                    <a:pt x="2944" y="15447"/>
                    <a:pt x="2944" y="15501"/>
                  </a:cubicBezTo>
                  <a:cubicBezTo>
                    <a:pt x="2998" y="17321"/>
                    <a:pt x="1847" y="19248"/>
                    <a:pt x="107" y="20292"/>
                  </a:cubicBezTo>
                  <a:cubicBezTo>
                    <a:pt x="80" y="20292"/>
                    <a:pt x="54" y="20318"/>
                    <a:pt x="27" y="20372"/>
                  </a:cubicBezTo>
                  <a:cubicBezTo>
                    <a:pt x="27" y="20425"/>
                    <a:pt x="27" y="20479"/>
                    <a:pt x="80" y="20506"/>
                  </a:cubicBezTo>
                  <a:cubicBezTo>
                    <a:pt x="1820" y="21496"/>
                    <a:pt x="2891" y="23316"/>
                    <a:pt x="2944" y="25324"/>
                  </a:cubicBezTo>
                  <a:cubicBezTo>
                    <a:pt x="2944" y="25350"/>
                    <a:pt x="2971" y="25404"/>
                    <a:pt x="3025" y="25431"/>
                  </a:cubicBezTo>
                  <a:cubicBezTo>
                    <a:pt x="4952" y="26394"/>
                    <a:pt x="6183" y="28348"/>
                    <a:pt x="6183" y="30543"/>
                  </a:cubicBezTo>
                  <a:cubicBezTo>
                    <a:pt x="6183" y="32711"/>
                    <a:pt x="4952" y="34665"/>
                    <a:pt x="3025" y="35628"/>
                  </a:cubicBezTo>
                  <a:cubicBezTo>
                    <a:pt x="2971" y="35655"/>
                    <a:pt x="2944" y="35709"/>
                    <a:pt x="2944" y="35762"/>
                  </a:cubicBezTo>
                  <a:cubicBezTo>
                    <a:pt x="3105" y="37823"/>
                    <a:pt x="1633" y="39643"/>
                    <a:pt x="107" y="40553"/>
                  </a:cubicBezTo>
                  <a:cubicBezTo>
                    <a:pt x="80" y="40553"/>
                    <a:pt x="54" y="40580"/>
                    <a:pt x="27" y="40633"/>
                  </a:cubicBezTo>
                  <a:cubicBezTo>
                    <a:pt x="27" y="40687"/>
                    <a:pt x="27" y="40741"/>
                    <a:pt x="80" y="40767"/>
                  </a:cubicBezTo>
                  <a:cubicBezTo>
                    <a:pt x="1820" y="41784"/>
                    <a:pt x="2944" y="43658"/>
                    <a:pt x="2944" y="45532"/>
                  </a:cubicBezTo>
                  <a:cubicBezTo>
                    <a:pt x="2944" y="45558"/>
                    <a:pt x="2944" y="45558"/>
                    <a:pt x="2944" y="45585"/>
                  </a:cubicBezTo>
                  <a:cubicBezTo>
                    <a:pt x="2944" y="45612"/>
                    <a:pt x="2971" y="45665"/>
                    <a:pt x="3025" y="45692"/>
                  </a:cubicBezTo>
                  <a:cubicBezTo>
                    <a:pt x="4952" y="46656"/>
                    <a:pt x="6183" y="48636"/>
                    <a:pt x="6183" y="50804"/>
                  </a:cubicBezTo>
                  <a:cubicBezTo>
                    <a:pt x="6183" y="52972"/>
                    <a:pt x="4952" y="54926"/>
                    <a:pt x="3025" y="55917"/>
                  </a:cubicBezTo>
                  <a:cubicBezTo>
                    <a:pt x="2971" y="55917"/>
                    <a:pt x="2944" y="55970"/>
                    <a:pt x="2944" y="56024"/>
                  </a:cubicBezTo>
                  <a:cubicBezTo>
                    <a:pt x="2891" y="58004"/>
                    <a:pt x="1847" y="59798"/>
                    <a:pt x="107" y="60815"/>
                  </a:cubicBezTo>
                  <a:cubicBezTo>
                    <a:pt x="80" y="60815"/>
                    <a:pt x="54" y="60868"/>
                    <a:pt x="27" y="60895"/>
                  </a:cubicBezTo>
                  <a:cubicBezTo>
                    <a:pt x="27" y="60949"/>
                    <a:pt x="27" y="61002"/>
                    <a:pt x="80" y="61029"/>
                  </a:cubicBezTo>
                  <a:cubicBezTo>
                    <a:pt x="1820" y="62046"/>
                    <a:pt x="2891" y="63839"/>
                    <a:pt x="2944" y="65847"/>
                  </a:cubicBezTo>
                  <a:cubicBezTo>
                    <a:pt x="2944" y="65900"/>
                    <a:pt x="2971" y="65927"/>
                    <a:pt x="3025" y="65954"/>
                  </a:cubicBezTo>
                  <a:cubicBezTo>
                    <a:pt x="4952" y="66944"/>
                    <a:pt x="6183" y="68898"/>
                    <a:pt x="6183" y="71066"/>
                  </a:cubicBezTo>
                  <a:cubicBezTo>
                    <a:pt x="6183" y="73234"/>
                    <a:pt x="4952" y="75188"/>
                    <a:pt x="3025" y="76178"/>
                  </a:cubicBezTo>
                  <a:cubicBezTo>
                    <a:pt x="2971" y="76178"/>
                    <a:pt x="2944" y="76232"/>
                    <a:pt x="2944" y="76285"/>
                  </a:cubicBezTo>
                  <a:cubicBezTo>
                    <a:pt x="2891" y="78266"/>
                    <a:pt x="1820" y="80086"/>
                    <a:pt x="80" y="81076"/>
                  </a:cubicBezTo>
                  <a:cubicBezTo>
                    <a:pt x="27" y="81130"/>
                    <a:pt x="0" y="81183"/>
                    <a:pt x="54" y="81264"/>
                  </a:cubicBezTo>
                  <a:cubicBezTo>
                    <a:pt x="70" y="81297"/>
                    <a:pt x="107" y="81320"/>
                    <a:pt x="146" y="81320"/>
                  </a:cubicBezTo>
                  <a:cubicBezTo>
                    <a:pt x="169" y="81320"/>
                    <a:pt x="194" y="81311"/>
                    <a:pt x="214" y="81290"/>
                  </a:cubicBezTo>
                  <a:cubicBezTo>
                    <a:pt x="2007" y="80273"/>
                    <a:pt x="3105" y="78427"/>
                    <a:pt x="3185" y="76366"/>
                  </a:cubicBezTo>
                  <a:cubicBezTo>
                    <a:pt x="5193" y="75322"/>
                    <a:pt x="6424" y="73314"/>
                    <a:pt x="6424" y="71066"/>
                  </a:cubicBezTo>
                  <a:cubicBezTo>
                    <a:pt x="6424" y="68818"/>
                    <a:pt x="5193" y="66784"/>
                    <a:pt x="3185" y="65766"/>
                  </a:cubicBezTo>
                  <a:cubicBezTo>
                    <a:pt x="3132" y="63786"/>
                    <a:pt x="2088" y="61992"/>
                    <a:pt x="402" y="60922"/>
                  </a:cubicBezTo>
                  <a:cubicBezTo>
                    <a:pt x="2088" y="59878"/>
                    <a:pt x="3132" y="58085"/>
                    <a:pt x="3185" y="56104"/>
                  </a:cubicBezTo>
                  <a:cubicBezTo>
                    <a:pt x="5193" y="55060"/>
                    <a:pt x="6424" y="53053"/>
                    <a:pt x="6424" y="50804"/>
                  </a:cubicBezTo>
                  <a:cubicBezTo>
                    <a:pt x="6424" y="48556"/>
                    <a:pt x="5193" y="46522"/>
                    <a:pt x="3185" y="45505"/>
                  </a:cubicBezTo>
                  <a:cubicBezTo>
                    <a:pt x="3185" y="43604"/>
                    <a:pt x="2088" y="41731"/>
                    <a:pt x="402" y="40660"/>
                  </a:cubicBezTo>
                  <a:cubicBezTo>
                    <a:pt x="1927" y="39723"/>
                    <a:pt x="3319" y="37903"/>
                    <a:pt x="3212" y="35816"/>
                  </a:cubicBezTo>
                  <a:cubicBezTo>
                    <a:pt x="5193" y="34799"/>
                    <a:pt x="6424" y="32764"/>
                    <a:pt x="6424" y="30543"/>
                  </a:cubicBezTo>
                  <a:cubicBezTo>
                    <a:pt x="6424" y="28295"/>
                    <a:pt x="5193" y="26260"/>
                    <a:pt x="3185" y="25243"/>
                  </a:cubicBezTo>
                  <a:cubicBezTo>
                    <a:pt x="3105" y="23236"/>
                    <a:pt x="2061" y="21443"/>
                    <a:pt x="402" y="20399"/>
                  </a:cubicBezTo>
                  <a:cubicBezTo>
                    <a:pt x="2088" y="19328"/>
                    <a:pt x="3185" y="17454"/>
                    <a:pt x="3185" y="15608"/>
                  </a:cubicBezTo>
                  <a:cubicBezTo>
                    <a:pt x="3185" y="15608"/>
                    <a:pt x="3185" y="15581"/>
                    <a:pt x="3185" y="15554"/>
                  </a:cubicBezTo>
                  <a:cubicBezTo>
                    <a:pt x="5193" y="14537"/>
                    <a:pt x="6424" y="12503"/>
                    <a:pt x="6424" y="10255"/>
                  </a:cubicBezTo>
                  <a:cubicBezTo>
                    <a:pt x="6424" y="8033"/>
                    <a:pt x="5193" y="5999"/>
                    <a:pt x="3185" y="4982"/>
                  </a:cubicBezTo>
                  <a:lnTo>
                    <a:pt x="3185" y="4955"/>
                  </a:lnTo>
                  <a:cubicBezTo>
                    <a:pt x="3185" y="3028"/>
                    <a:pt x="2007" y="1074"/>
                    <a:pt x="214" y="30"/>
                  </a:cubicBezTo>
                  <a:cubicBezTo>
                    <a:pt x="194" y="10"/>
                    <a:pt x="169"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 name="Google Shape;912;p167"/>
            <p:cNvSpPr/>
            <p:nvPr/>
          </p:nvSpPr>
          <p:spPr>
            <a:xfrm>
              <a:off x="1146800" y="818875"/>
              <a:ext cx="159950" cy="2032875"/>
            </a:xfrm>
            <a:custGeom>
              <a:rect b="b" l="l" r="r" t="t"/>
              <a:pathLst>
                <a:path extrusionOk="0" h="81315" w="6398">
                  <a:moveTo>
                    <a:pt x="123" y="1"/>
                  </a:moveTo>
                  <a:cubicBezTo>
                    <a:pt x="83" y="1"/>
                    <a:pt x="44" y="20"/>
                    <a:pt x="28" y="70"/>
                  </a:cubicBezTo>
                  <a:cubicBezTo>
                    <a:pt x="28" y="70"/>
                    <a:pt x="1" y="97"/>
                    <a:pt x="1" y="124"/>
                  </a:cubicBezTo>
                  <a:cubicBezTo>
                    <a:pt x="1" y="178"/>
                    <a:pt x="28" y="204"/>
                    <a:pt x="81" y="231"/>
                  </a:cubicBezTo>
                  <a:cubicBezTo>
                    <a:pt x="1821" y="1248"/>
                    <a:pt x="2972" y="3175"/>
                    <a:pt x="2918" y="5022"/>
                  </a:cubicBezTo>
                  <a:cubicBezTo>
                    <a:pt x="2918" y="5076"/>
                    <a:pt x="2945" y="5129"/>
                    <a:pt x="2998" y="5156"/>
                  </a:cubicBezTo>
                  <a:cubicBezTo>
                    <a:pt x="4952" y="6119"/>
                    <a:pt x="6157" y="8073"/>
                    <a:pt x="6157" y="10268"/>
                  </a:cubicBezTo>
                  <a:cubicBezTo>
                    <a:pt x="6157" y="12436"/>
                    <a:pt x="4952" y="14390"/>
                    <a:pt x="2998" y="15354"/>
                  </a:cubicBezTo>
                  <a:cubicBezTo>
                    <a:pt x="2945" y="15380"/>
                    <a:pt x="2918" y="15434"/>
                    <a:pt x="2918" y="15487"/>
                  </a:cubicBezTo>
                  <a:cubicBezTo>
                    <a:pt x="2998" y="17334"/>
                    <a:pt x="1848" y="19235"/>
                    <a:pt x="81" y="20278"/>
                  </a:cubicBezTo>
                  <a:cubicBezTo>
                    <a:pt x="54" y="20278"/>
                    <a:pt x="28" y="20305"/>
                    <a:pt x="1" y="20359"/>
                  </a:cubicBezTo>
                  <a:cubicBezTo>
                    <a:pt x="1" y="20412"/>
                    <a:pt x="28" y="20466"/>
                    <a:pt x="81" y="20493"/>
                  </a:cubicBezTo>
                  <a:cubicBezTo>
                    <a:pt x="1794" y="21510"/>
                    <a:pt x="2865" y="23303"/>
                    <a:pt x="2918" y="25310"/>
                  </a:cubicBezTo>
                  <a:cubicBezTo>
                    <a:pt x="2918" y="25364"/>
                    <a:pt x="2945"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079" y="37837"/>
                    <a:pt x="1633" y="39630"/>
                    <a:pt x="81" y="40540"/>
                  </a:cubicBezTo>
                  <a:cubicBezTo>
                    <a:pt x="54" y="40540"/>
                    <a:pt x="28" y="40594"/>
                    <a:pt x="1" y="40620"/>
                  </a:cubicBezTo>
                  <a:cubicBezTo>
                    <a:pt x="1" y="40674"/>
                    <a:pt x="28"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81" y="60802"/>
                  </a:cubicBezTo>
                  <a:cubicBezTo>
                    <a:pt x="54" y="60828"/>
                    <a:pt x="28" y="60855"/>
                    <a:pt x="1" y="60882"/>
                  </a:cubicBezTo>
                  <a:cubicBezTo>
                    <a:pt x="1" y="60935"/>
                    <a:pt x="28"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8" y="81117"/>
                    <a:pt x="1" y="81197"/>
                    <a:pt x="28" y="81251"/>
                  </a:cubicBezTo>
                  <a:cubicBezTo>
                    <a:pt x="47" y="81290"/>
                    <a:pt x="95" y="81315"/>
                    <a:pt x="151" y="81315"/>
                  </a:cubicBezTo>
                  <a:cubicBezTo>
                    <a:pt x="172" y="81315"/>
                    <a:pt x="193" y="81311"/>
                    <a:pt x="215" y="81304"/>
                  </a:cubicBezTo>
                  <a:cubicBezTo>
                    <a:pt x="1981" y="80260"/>
                    <a:pt x="3106" y="78413"/>
                    <a:pt x="3186" y="76352"/>
                  </a:cubicBezTo>
                  <a:cubicBezTo>
                    <a:pt x="5167" y="75309"/>
                    <a:pt x="6398" y="73301"/>
                    <a:pt x="6398" y="71053"/>
                  </a:cubicBezTo>
                  <a:cubicBezTo>
                    <a:pt x="6398" y="68805"/>
                    <a:pt x="5167" y="66797"/>
                    <a:pt x="3186" y="65753"/>
                  </a:cubicBezTo>
                  <a:cubicBezTo>
                    <a:pt x="3106" y="63773"/>
                    <a:pt x="2062" y="61979"/>
                    <a:pt x="375" y="60909"/>
                  </a:cubicBezTo>
                  <a:cubicBezTo>
                    <a:pt x="2062" y="59865"/>
                    <a:pt x="3106" y="58072"/>
                    <a:pt x="3186" y="56091"/>
                  </a:cubicBezTo>
                  <a:cubicBezTo>
                    <a:pt x="5167" y="55047"/>
                    <a:pt x="6398" y="53040"/>
                    <a:pt x="6398" y="50791"/>
                  </a:cubicBezTo>
                  <a:cubicBezTo>
                    <a:pt x="6398" y="48543"/>
                    <a:pt x="5167" y="46536"/>
                    <a:pt x="3186" y="45492"/>
                  </a:cubicBezTo>
                  <a:cubicBezTo>
                    <a:pt x="3159" y="43591"/>
                    <a:pt x="2088" y="41718"/>
                    <a:pt x="375" y="40647"/>
                  </a:cubicBezTo>
                  <a:cubicBezTo>
                    <a:pt x="1901" y="39710"/>
                    <a:pt x="3293" y="37890"/>
                    <a:pt x="3186" y="35829"/>
                  </a:cubicBezTo>
                  <a:cubicBezTo>
                    <a:pt x="5167" y="34785"/>
                    <a:pt x="6398" y="32751"/>
                    <a:pt x="6398" y="30530"/>
                  </a:cubicBezTo>
                  <a:cubicBezTo>
                    <a:pt x="6398" y="28281"/>
                    <a:pt x="5167" y="26247"/>
                    <a:pt x="3186" y="25230"/>
                  </a:cubicBezTo>
                  <a:cubicBezTo>
                    <a:pt x="3079" y="23223"/>
                    <a:pt x="2062" y="21429"/>
                    <a:pt x="375" y="20386"/>
                  </a:cubicBezTo>
                  <a:cubicBezTo>
                    <a:pt x="2088" y="19315"/>
                    <a:pt x="3186" y="17415"/>
                    <a:pt x="3186" y="15541"/>
                  </a:cubicBezTo>
                  <a:cubicBezTo>
                    <a:pt x="5167" y="14524"/>
                    <a:pt x="6398" y="12490"/>
                    <a:pt x="6398" y="10268"/>
                  </a:cubicBezTo>
                  <a:cubicBezTo>
                    <a:pt x="6398" y="8020"/>
                    <a:pt x="5167" y="5986"/>
                    <a:pt x="3186" y="4969"/>
                  </a:cubicBezTo>
                  <a:lnTo>
                    <a:pt x="3186" y="4942"/>
                  </a:lnTo>
                  <a:cubicBezTo>
                    <a:pt x="3186" y="3041"/>
                    <a:pt x="1981" y="1061"/>
                    <a:pt x="188" y="17"/>
                  </a:cubicBezTo>
                  <a:cubicBezTo>
                    <a:pt x="169" y="7"/>
                    <a:pt x="145"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 name="Google Shape;913;p167"/>
            <p:cNvSpPr/>
            <p:nvPr/>
          </p:nvSpPr>
          <p:spPr>
            <a:xfrm>
              <a:off x="992900" y="566950"/>
              <a:ext cx="160625" cy="2033000"/>
            </a:xfrm>
            <a:custGeom>
              <a:rect b="b" l="l" r="r" t="t"/>
              <a:pathLst>
                <a:path extrusionOk="0" h="81320" w="6425">
                  <a:moveTo>
                    <a:pt x="145" y="1"/>
                  </a:moveTo>
                  <a:cubicBezTo>
                    <a:pt x="104" y="1"/>
                    <a:pt x="60" y="24"/>
                    <a:pt x="27" y="57"/>
                  </a:cubicBezTo>
                  <a:cubicBezTo>
                    <a:pt x="27" y="84"/>
                    <a:pt x="27" y="110"/>
                    <a:pt x="27" y="137"/>
                  </a:cubicBezTo>
                  <a:cubicBezTo>
                    <a:pt x="27" y="164"/>
                    <a:pt x="54"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72" y="15394"/>
                    <a:pt x="2945" y="15447"/>
                    <a:pt x="2945" y="15501"/>
                  </a:cubicBezTo>
                  <a:cubicBezTo>
                    <a:pt x="2998" y="17347"/>
                    <a:pt x="1847" y="19248"/>
                    <a:pt x="108" y="20292"/>
                  </a:cubicBezTo>
                  <a:cubicBezTo>
                    <a:pt x="54" y="20292"/>
                    <a:pt x="27" y="20318"/>
                    <a:pt x="27" y="20372"/>
                  </a:cubicBezTo>
                  <a:cubicBezTo>
                    <a:pt x="1" y="20425"/>
                    <a:pt x="27" y="20479"/>
                    <a:pt x="81" y="20506"/>
                  </a:cubicBezTo>
                  <a:cubicBezTo>
                    <a:pt x="1794" y="21496"/>
                    <a:pt x="2865" y="23289"/>
                    <a:pt x="2945" y="25324"/>
                  </a:cubicBezTo>
                  <a:cubicBezTo>
                    <a:pt x="2945" y="25350"/>
                    <a:pt x="2972" y="25404"/>
                    <a:pt x="2998" y="25431"/>
                  </a:cubicBezTo>
                  <a:cubicBezTo>
                    <a:pt x="4952" y="26394"/>
                    <a:pt x="6157" y="28348"/>
                    <a:pt x="6157" y="30543"/>
                  </a:cubicBezTo>
                  <a:cubicBezTo>
                    <a:pt x="6157" y="32711"/>
                    <a:pt x="4952" y="34665"/>
                    <a:pt x="2998" y="35628"/>
                  </a:cubicBezTo>
                  <a:cubicBezTo>
                    <a:pt x="2972" y="35655"/>
                    <a:pt x="2945" y="35709"/>
                    <a:pt x="2945" y="35762"/>
                  </a:cubicBezTo>
                  <a:cubicBezTo>
                    <a:pt x="3105"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0" y="81297"/>
                    <a:pt x="104" y="81320"/>
                    <a:pt x="145" y="81320"/>
                  </a:cubicBezTo>
                  <a:cubicBezTo>
                    <a:pt x="170" y="81320"/>
                    <a:pt x="194" y="81311"/>
                    <a:pt x="215" y="81290"/>
                  </a:cubicBezTo>
                  <a:cubicBezTo>
                    <a:pt x="2008" y="80273"/>
                    <a:pt x="3105" y="78427"/>
                    <a:pt x="3186" y="76366"/>
                  </a:cubicBezTo>
                  <a:cubicBezTo>
                    <a:pt x="5193" y="75322"/>
                    <a:pt x="6424" y="73314"/>
                    <a:pt x="6424" y="71066"/>
                  </a:cubicBezTo>
                  <a:cubicBezTo>
                    <a:pt x="6424" y="68818"/>
                    <a:pt x="5193" y="66784"/>
                    <a:pt x="3186" y="65766"/>
                  </a:cubicBezTo>
                  <a:cubicBezTo>
                    <a:pt x="3105" y="63786"/>
                    <a:pt x="2088" y="61992"/>
                    <a:pt x="402" y="60922"/>
                  </a:cubicBezTo>
                  <a:cubicBezTo>
                    <a:pt x="2088" y="59878"/>
                    <a:pt x="3105" y="58085"/>
                    <a:pt x="3186" y="56104"/>
                  </a:cubicBezTo>
                  <a:cubicBezTo>
                    <a:pt x="5193" y="55060"/>
                    <a:pt x="6424" y="53053"/>
                    <a:pt x="6424" y="50804"/>
                  </a:cubicBezTo>
                  <a:cubicBezTo>
                    <a:pt x="6424" y="48556"/>
                    <a:pt x="5193" y="46522"/>
                    <a:pt x="3186" y="45505"/>
                  </a:cubicBezTo>
                  <a:cubicBezTo>
                    <a:pt x="3159" y="43604"/>
                    <a:pt x="2088" y="41731"/>
                    <a:pt x="402" y="40660"/>
                  </a:cubicBezTo>
                  <a:cubicBezTo>
                    <a:pt x="1901" y="39723"/>
                    <a:pt x="3320" y="37877"/>
                    <a:pt x="3186" y="35816"/>
                  </a:cubicBezTo>
                  <a:cubicBezTo>
                    <a:pt x="5193" y="34799"/>
                    <a:pt x="6424" y="32764"/>
                    <a:pt x="6424" y="30543"/>
                  </a:cubicBezTo>
                  <a:cubicBezTo>
                    <a:pt x="6424" y="28295"/>
                    <a:pt x="5193" y="26260"/>
                    <a:pt x="3186" y="25243"/>
                  </a:cubicBezTo>
                  <a:cubicBezTo>
                    <a:pt x="3105" y="23236"/>
                    <a:pt x="2062" y="21443"/>
                    <a:pt x="402" y="20399"/>
                  </a:cubicBezTo>
                  <a:cubicBezTo>
                    <a:pt x="2088" y="19328"/>
                    <a:pt x="3186" y="17454"/>
                    <a:pt x="3186" y="15608"/>
                  </a:cubicBezTo>
                  <a:cubicBezTo>
                    <a:pt x="3186" y="15608"/>
                    <a:pt x="3186" y="15581"/>
                    <a:pt x="3186" y="15554"/>
                  </a:cubicBezTo>
                  <a:cubicBezTo>
                    <a:pt x="5193" y="14537"/>
                    <a:pt x="6424" y="12503"/>
                    <a:pt x="6424" y="10255"/>
                  </a:cubicBezTo>
                  <a:cubicBezTo>
                    <a:pt x="6424" y="8033"/>
                    <a:pt x="5193" y="5999"/>
                    <a:pt x="3186" y="4982"/>
                  </a:cubicBezTo>
                  <a:lnTo>
                    <a:pt x="3186" y="4955"/>
                  </a:lnTo>
                  <a:cubicBezTo>
                    <a:pt x="3186" y="3028"/>
                    <a:pt x="2008" y="1074"/>
                    <a:pt x="215" y="30"/>
                  </a:cubicBezTo>
                  <a:cubicBezTo>
                    <a:pt x="194" y="10"/>
                    <a:pt x="170" y="1"/>
                    <a:pt x="1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 name="Google Shape;914;p167"/>
            <p:cNvSpPr/>
            <p:nvPr/>
          </p:nvSpPr>
          <p:spPr>
            <a:xfrm>
              <a:off x="839675" y="818875"/>
              <a:ext cx="159950" cy="2032875"/>
            </a:xfrm>
            <a:custGeom>
              <a:rect b="b" l="l" r="r" t="t"/>
              <a:pathLst>
                <a:path extrusionOk="0" h="81315" w="6398">
                  <a:moveTo>
                    <a:pt x="122" y="1"/>
                  </a:moveTo>
                  <a:cubicBezTo>
                    <a:pt x="83" y="1"/>
                    <a:pt x="44" y="20"/>
                    <a:pt x="27" y="70"/>
                  </a:cubicBezTo>
                  <a:cubicBezTo>
                    <a:pt x="0" y="70"/>
                    <a:pt x="0" y="97"/>
                    <a:pt x="0" y="124"/>
                  </a:cubicBezTo>
                  <a:cubicBezTo>
                    <a:pt x="0" y="178"/>
                    <a:pt x="27" y="204"/>
                    <a:pt x="54" y="231"/>
                  </a:cubicBezTo>
                  <a:cubicBezTo>
                    <a:pt x="1794" y="1248"/>
                    <a:pt x="2971" y="3175"/>
                    <a:pt x="2918" y="5022"/>
                  </a:cubicBezTo>
                  <a:cubicBezTo>
                    <a:pt x="2918" y="5076"/>
                    <a:pt x="2945" y="5129"/>
                    <a:pt x="2998" y="5156"/>
                  </a:cubicBezTo>
                  <a:cubicBezTo>
                    <a:pt x="4925" y="6119"/>
                    <a:pt x="6156" y="8073"/>
                    <a:pt x="6156" y="10268"/>
                  </a:cubicBezTo>
                  <a:cubicBezTo>
                    <a:pt x="6156" y="12436"/>
                    <a:pt x="4925" y="14390"/>
                    <a:pt x="2998" y="15354"/>
                  </a:cubicBezTo>
                  <a:cubicBezTo>
                    <a:pt x="2945" y="15380"/>
                    <a:pt x="2918" y="15434"/>
                    <a:pt x="2918" y="15487"/>
                  </a:cubicBezTo>
                  <a:cubicBezTo>
                    <a:pt x="2971" y="17334"/>
                    <a:pt x="1847" y="19235"/>
                    <a:pt x="81" y="20278"/>
                  </a:cubicBezTo>
                  <a:cubicBezTo>
                    <a:pt x="54" y="20278"/>
                    <a:pt x="27" y="20305"/>
                    <a:pt x="0" y="20359"/>
                  </a:cubicBezTo>
                  <a:cubicBezTo>
                    <a:pt x="0" y="20412"/>
                    <a:pt x="27" y="20466"/>
                    <a:pt x="54" y="20493"/>
                  </a:cubicBezTo>
                  <a:cubicBezTo>
                    <a:pt x="1794" y="21510"/>
                    <a:pt x="2864" y="23303"/>
                    <a:pt x="2918" y="25310"/>
                  </a:cubicBezTo>
                  <a:cubicBezTo>
                    <a:pt x="2918" y="25364"/>
                    <a:pt x="2945" y="25391"/>
                    <a:pt x="2998" y="25417"/>
                  </a:cubicBezTo>
                  <a:cubicBezTo>
                    <a:pt x="4925" y="26381"/>
                    <a:pt x="6156" y="28362"/>
                    <a:pt x="6156" y="30530"/>
                  </a:cubicBezTo>
                  <a:cubicBezTo>
                    <a:pt x="6156" y="32698"/>
                    <a:pt x="4925" y="34652"/>
                    <a:pt x="2998" y="35642"/>
                  </a:cubicBezTo>
                  <a:cubicBezTo>
                    <a:pt x="2945" y="35642"/>
                    <a:pt x="2918" y="35695"/>
                    <a:pt x="2918" y="35749"/>
                  </a:cubicBezTo>
                  <a:cubicBezTo>
                    <a:pt x="3078" y="37837"/>
                    <a:pt x="1606" y="39630"/>
                    <a:pt x="81" y="40540"/>
                  </a:cubicBezTo>
                  <a:cubicBezTo>
                    <a:pt x="54" y="40540"/>
                    <a:pt x="27" y="40594"/>
                    <a:pt x="0" y="40620"/>
                  </a:cubicBezTo>
                  <a:cubicBezTo>
                    <a:pt x="0" y="40674"/>
                    <a:pt x="27" y="40727"/>
                    <a:pt x="54" y="40754"/>
                  </a:cubicBezTo>
                  <a:cubicBezTo>
                    <a:pt x="1794" y="41771"/>
                    <a:pt x="2918" y="43645"/>
                    <a:pt x="2918" y="45545"/>
                  </a:cubicBezTo>
                  <a:cubicBezTo>
                    <a:pt x="2918" y="45545"/>
                    <a:pt x="2918" y="45545"/>
                    <a:pt x="2918" y="45572"/>
                  </a:cubicBezTo>
                  <a:cubicBezTo>
                    <a:pt x="2918" y="45626"/>
                    <a:pt x="2945" y="45652"/>
                    <a:pt x="2998" y="45679"/>
                  </a:cubicBezTo>
                  <a:cubicBezTo>
                    <a:pt x="4925" y="46669"/>
                    <a:pt x="6156" y="48623"/>
                    <a:pt x="6156" y="50791"/>
                  </a:cubicBezTo>
                  <a:cubicBezTo>
                    <a:pt x="6156" y="52959"/>
                    <a:pt x="4925" y="54913"/>
                    <a:pt x="2998" y="55904"/>
                  </a:cubicBezTo>
                  <a:cubicBezTo>
                    <a:pt x="2945" y="55930"/>
                    <a:pt x="2918" y="55957"/>
                    <a:pt x="2918" y="56011"/>
                  </a:cubicBezTo>
                  <a:cubicBezTo>
                    <a:pt x="2864" y="57991"/>
                    <a:pt x="1820" y="59785"/>
                    <a:pt x="81" y="60802"/>
                  </a:cubicBezTo>
                  <a:cubicBezTo>
                    <a:pt x="54" y="60828"/>
                    <a:pt x="27" y="60855"/>
                    <a:pt x="0" y="60882"/>
                  </a:cubicBezTo>
                  <a:cubicBezTo>
                    <a:pt x="0" y="60935"/>
                    <a:pt x="27" y="60989"/>
                    <a:pt x="54" y="61016"/>
                  </a:cubicBezTo>
                  <a:cubicBezTo>
                    <a:pt x="1794" y="62033"/>
                    <a:pt x="2864" y="63826"/>
                    <a:pt x="2918" y="65834"/>
                  </a:cubicBezTo>
                  <a:cubicBezTo>
                    <a:pt x="2918" y="65887"/>
                    <a:pt x="2945" y="65914"/>
                    <a:pt x="2998" y="65941"/>
                  </a:cubicBezTo>
                  <a:cubicBezTo>
                    <a:pt x="4925" y="66931"/>
                    <a:pt x="6156" y="68885"/>
                    <a:pt x="6156" y="71053"/>
                  </a:cubicBezTo>
                  <a:cubicBezTo>
                    <a:pt x="6156" y="73221"/>
                    <a:pt x="4925" y="75175"/>
                    <a:pt x="2998" y="76165"/>
                  </a:cubicBezTo>
                  <a:cubicBezTo>
                    <a:pt x="2945" y="76192"/>
                    <a:pt x="2918" y="76219"/>
                    <a:pt x="2918" y="76272"/>
                  </a:cubicBezTo>
                  <a:cubicBezTo>
                    <a:pt x="2864" y="78280"/>
                    <a:pt x="1794" y="80073"/>
                    <a:pt x="81" y="81090"/>
                  </a:cubicBezTo>
                  <a:cubicBezTo>
                    <a:pt x="0" y="81117"/>
                    <a:pt x="0" y="81197"/>
                    <a:pt x="27" y="81251"/>
                  </a:cubicBezTo>
                  <a:cubicBezTo>
                    <a:pt x="47" y="81290"/>
                    <a:pt x="95" y="81315"/>
                    <a:pt x="140" y="81315"/>
                  </a:cubicBezTo>
                  <a:cubicBezTo>
                    <a:pt x="157" y="81315"/>
                    <a:pt x="173" y="81311"/>
                    <a:pt x="188" y="81304"/>
                  </a:cubicBezTo>
                  <a:cubicBezTo>
                    <a:pt x="1981" y="80260"/>
                    <a:pt x="3105" y="78413"/>
                    <a:pt x="3159" y="76352"/>
                  </a:cubicBezTo>
                  <a:cubicBezTo>
                    <a:pt x="5166" y="75309"/>
                    <a:pt x="6397" y="73301"/>
                    <a:pt x="6397" y="71053"/>
                  </a:cubicBezTo>
                  <a:cubicBezTo>
                    <a:pt x="6397" y="68805"/>
                    <a:pt x="5166" y="66797"/>
                    <a:pt x="3159" y="65753"/>
                  </a:cubicBezTo>
                  <a:cubicBezTo>
                    <a:pt x="3105" y="63773"/>
                    <a:pt x="2061" y="61979"/>
                    <a:pt x="375" y="60909"/>
                  </a:cubicBezTo>
                  <a:cubicBezTo>
                    <a:pt x="2061" y="59865"/>
                    <a:pt x="3105" y="58072"/>
                    <a:pt x="3159" y="56091"/>
                  </a:cubicBezTo>
                  <a:cubicBezTo>
                    <a:pt x="5166" y="55047"/>
                    <a:pt x="6397" y="53040"/>
                    <a:pt x="6397" y="50791"/>
                  </a:cubicBezTo>
                  <a:cubicBezTo>
                    <a:pt x="6397" y="48543"/>
                    <a:pt x="5166" y="46536"/>
                    <a:pt x="3159" y="45492"/>
                  </a:cubicBezTo>
                  <a:cubicBezTo>
                    <a:pt x="3159" y="43591"/>
                    <a:pt x="2061" y="41718"/>
                    <a:pt x="375" y="40647"/>
                  </a:cubicBezTo>
                  <a:cubicBezTo>
                    <a:pt x="1901" y="39710"/>
                    <a:pt x="3292" y="37890"/>
                    <a:pt x="3185" y="35829"/>
                  </a:cubicBezTo>
                  <a:cubicBezTo>
                    <a:pt x="5166" y="34785"/>
                    <a:pt x="6397" y="32751"/>
                    <a:pt x="6397" y="30530"/>
                  </a:cubicBezTo>
                  <a:cubicBezTo>
                    <a:pt x="6397" y="28281"/>
                    <a:pt x="5166" y="26247"/>
                    <a:pt x="3159" y="25230"/>
                  </a:cubicBezTo>
                  <a:cubicBezTo>
                    <a:pt x="3078" y="23223"/>
                    <a:pt x="2035" y="21429"/>
                    <a:pt x="375" y="20386"/>
                  </a:cubicBezTo>
                  <a:cubicBezTo>
                    <a:pt x="2061" y="19315"/>
                    <a:pt x="3159" y="17441"/>
                    <a:pt x="3159" y="15595"/>
                  </a:cubicBezTo>
                  <a:cubicBezTo>
                    <a:pt x="3159" y="15595"/>
                    <a:pt x="3159" y="15568"/>
                    <a:pt x="3159" y="15541"/>
                  </a:cubicBezTo>
                  <a:cubicBezTo>
                    <a:pt x="5166" y="14524"/>
                    <a:pt x="6397" y="12490"/>
                    <a:pt x="6397" y="10268"/>
                  </a:cubicBezTo>
                  <a:cubicBezTo>
                    <a:pt x="6397" y="8020"/>
                    <a:pt x="5166" y="5986"/>
                    <a:pt x="3159" y="4969"/>
                  </a:cubicBezTo>
                  <a:lnTo>
                    <a:pt x="3159" y="4942"/>
                  </a:lnTo>
                  <a:cubicBezTo>
                    <a:pt x="3159" y="3041"/>
                    <a:pt x="1981" y="1061"/>
                    <a:pt x="188" y="17"/>
                  </a:cubicBezTo>
                  <a:cubicBezTo>
                    <a:pt x="168" y="7"/>
                    <a:pt x="145" y="1"/>
                    <a:pt x="1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 name="Google Shape;915;p167"/>
            <p:cNvSpPr/>
            <p:nvPr/>
          </p:nvSpPr>
          <p:spPr>
            <a:xfrm>
              <a:off x="685775" y="566950"/>
              <a:ext cx="159950" cy="2033000"/>
            </a:xfrm>
            <a:custGeom>
              <a:rect b="b" l="l" r="r" t="t"/>
              <a:pathLst>
                <a:path extrusionOk="0" h="81320" w="6398">
                  <a:moveTo>
                    <a:pt x="119" y="1"/>
                  </a:moveTo>
                  <a:cubicBezTo>
                    <a:pt x="81" y="1"/>
                    <a:pt x="44" y="24"/>
                    <a:pt x="27" y="57"/>
                  </a:cubicBezTo>
                  <a:cubicBezTo>
                    <a:pt x="27"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98" y="17347"/>
                    <a:pt x="1847" y="19248"/>
                    <a:pt x="81" y="20292"/>
                  </a:cubicBezTo>
                  <a:cubicBezTo>
                    <a:pt x="54" y="20292"/>
                    <a:pt x="27" y="20318"/>
                    <a:pt x="27"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27"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91" y="58004"/>
                    <a:pt x="1820" y="59798"/>
                    <a:pt x="81" y="60815"/>
                  </a:cubicBezTo>
                  <a:cubicBezTo>
                    <a:pt x="54" y="60815"/>
                    <a:pt x="27" y="60868"/>
                    <a:pt x="27" y="60895"/>
                  </a:cubicBezTo>
                  <a:cubicBezTo>
                    <a:pt x="0" y="60949"/>
                    <a:pt x="27" y="61002"/>
                    <a:pt x="81" y="61029"/>
                  </a:cubicBezTo>
                  <a:cubicBezTo>
                    <a:pt x="1820" y="62046"/>
                    <a:pt x="2891"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91" y="78293"/>
                    <a:pt x="1820" y="80086"/>
                    <a:pt x="81" y="81076"/>
                  </a:cubicBezTo>
                  <a:cubicBezTo>
                    <a:pt x="27" y="81130"/>
                    <a:pt x="0" y="81183"/>
                    <a:pt x="27" y="81264"/>
                  </a:cubicBezTo>
                  <a:cubicBezTo>
                    <a:pt x="60" y="81297"/>
                    <a:pt x="93" y="81320"/>
                    <a:pt x="133" y="81320"/>
                  </a:cubicBezTo>
                  <a:cubicBezTo>
                    <a:pt x="157" y="81320"/>
                    <a:pt x="184" y="81311"/>
                    <a:pt x="214" y="81290"/>
                  </a:cubicBezTo>
                  <a:cubicBezTo>
                    <a:pt x="2008"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88" y="41731"/>
                    <a:pt x="375" y="40660"/>
                  </a:cubicBezTo>
                  <a:cubicBezTo>
                    <a:pt x="1901" y="39723"/>
                    <a:pt x="3292" y="37903"/>
                    <a:pt x="3185" y="35816"/>
                  </a:cubicBezTo>
                  <a:cubicBezTo>
                    <a:pt x="5166" y="34799"/>
                    <a:pt x="6397" y="32764"/>
                    <a:pt x="6397" y="30543"/>
                  </a:cubicBezTo>
                  <a:cubicBezTo>
                    <a:pt x="6397" y="28295"/>
                    <a:pt x="5166" y="26260"/>
                    <a:pt x="3185" y="25243"/>
                  </a:cubicBezTo>
                  <a:cubicBezTo>
                    <a:pt x="3078" y="23236"/>
                    <a:pt x="2061" y="21443"/>
                    <a:pt x="375" y="20399"/>
                  </a:cubicBezTo>
                  <a:cubicBezTo>
                    <a:pt x="2088" y="19328"/>
                    <a:pt x="3185" y="1740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 name="Google Shape;916;p167"/>
            <p:cNvSpPr/>
            <p:nvPr/>
          </p:nvSpPr>
          <p:spPr>
            <a:xfrm>
              <a:off x="531875" y="818875"/>
              <a:ext cx="160600" cy="2032875"/>
            </a:xfrm>
            <a:custGeom>
              <a:rect b="b" l="l" r="r" t="t"/>
              <a:pathLst>
                <a:path extrusionOk="0" h="81315" w="6424">
                  <a:moveTo>
                    <a:pt x="147" y="1"/>
                  </a:moveTo>
                  <a:cubicBezTo>
                    <a:pt x="106" y="1"/>
                    <a:pt x="61" y="20"/>
                    <a:pt x="27" y="70"/>
                  </a:cubicBezTo>
                  <a:cubicBezTo>
                    <a:pt x="27" y="70"/>
                    <a:pt x="27" y="97"/>
                    <a:pt x="27" y="124"/>
                  </a:cubicBezTo>
                  <a:cubicBezTo>
                    <a:pt x="27" y="178"/>
                    <a:pt x="54"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61"/>
                    <a:pt x="2944" y="15487"/>
                  </a:cubicBezTo>
                  <a:cubicBezTo>
                    <a:pt x="2998" y="17334"/>
                    <a:pt x="1847" y="19235"/>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71" y="35642"/>
                    <a:pt x="2944"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45"/>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54" y="81251"/>
                  </a:cubicBezTo>
                  <a:cubicBezTo>
                    <a:pt x="73" y="81290"/>
                    <a:pt x="122" y="81315"/>
                    <a:pt x="167" y="81315"/>
                  </a:cubicBezTo>
                  <a:cubicBezTo>
                    <a:pt x="184" y="81315"/>
                    <a:pt x="200" y="81311"/>
                    <a:pt x="214" y="81304"/>
                  </a:cubicBezTo>
                  <a:cubicBezTo>
                    <a:pt x="2008" y="80260"/>
                    <a:pt x="3105" y="78413"/>
                    <a:pt x="3185" y="76352"/>
                  </a:cubicBezTo>
                  <a:cubicBezTo>
                    <a:pt x="5193" y="75309"/>
                    <a:pt x="6424" y="73301"/>
                    <a:pt x="6424" y="71053"/>
                  </a:cubicBezTo>
                  <a:cubicBezTo>
                    <a:pt x="6424" y="68805"/>
                    <a:pt x="5193" y="66797"/>
                    <a:pt x="3185" y="65753"/>
                  </a:cubicBezTo>
                  <a:cubicBezTo>
                    <a:pt x="3105" y="63773"/>
                    <a:pt x="2088" y="61979"/>
                    <a:pt x="402" y="60909"/>
                  </a:cubicBezTo>
                  <a:cubicBezTo>
                    <a:pt x="2088" y="59865"/>
                    <a:pt x="3105" y="58072"/>
                    <a:pt x="3185" y="56091"/>
                  </a:cubicBezTo>
                  <a:cubicBezTo>
                    <a:pt x="5193" y="55047"/>
                    <a:pt x="6424" y="53040"/>
                    <a:pt x="6424" y="50791"/>
                  </a:cubicBezTo>
                  <a:cubicBezTo>
                    <a:pt x="6424" y="48543"/>
                    <a:pt x="5193" y="46536"/>
                    <a:pt x="3185" y="45492"/>
                  </a:cubicBezTo>
                  <a:cubicBezTo>
                    <a:pt x="3185" y="43591"/>
                    <a:pt x="2088" y="41718"/>
                    <a:pt x="402" y="40647"/>
                  </a:cubicBezTo>
                  <a:cubicBezTo>
                    <a:pt x="1900" y="39710"/>
                    <a:pt x="3319" y="37890"/>
                    <a:pt x="3185" y="35829"/>
                  </a:cubicBezTo>
                  <a:cubicBezTo>
                    <a:pt x="5193" y="34785"/>
                    <a:pt x="6424" y="32751"/>
                    <a:pt x="6424" y="30530"/>
                  </a:cubicBezTo>
                  <a:cubicBezTo>
                    <a:pt x="6424" y="28281"/>
                    <a:pt x="5193" y="26247"/>
                    <a:pt x="3185" y="25230"/>
                  </a:cubicBezTo>
                  <a:cubicBezTo>
                    <a:pt x="3105" y="23223"/>
                    <a:pt x="2061" y="21429"/>
                    <a:pt x="402"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lnTo>
                    <a:pt x="3185" y="4942"/>
                  </a:lnTo>
                  <a:cubicBezTo>
                    <a:pt x="3185" y="3041"/>
                    <a:pt x="2008" y="1061"/>
                    <a:pt x="214" y="17"/>
                  </a:cubicBezTo>
                  <a:cubicBezTo>
                    <a:pt x="195" y="7"/>
                    <a:pt x="171" y="1"/>
                    <a:pt x="1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 name="Google Shape;917;p167"/>
            <p:cNvSpPr/>
            <p:nvPr/>
          </p:nvSpPr>
          <p:spPr>
            <a:xfrm>
              <a:off x="378625" y="566950"/>
              <a:ext cx="159950" cy="2033000"/>
            </a:xfrm>
            <a:custGeom>
              <a:rect b="b" l="l" r="r" t="t"/>
              <a:pathLst>
                <a:path extrusionOk="0" h="81320" w="6398">
                  <a:moveTo>
                    <a:pt x="120" y="1"/>
                  </a:moveTo>
                  <a:cubicBezTo>
                    <a:pt x="81" y="1"/>
                    <a:pt x="44" y="24"/>
                    <a:pt x="28" y="57"/>
                  </a:cubicBezTo>
                  <a:cubicBezTo>
                    <a:pt x="1" y="84"/>
                    <a:pt x="1" y="110"/>
                    <a:pt x="1" y="137"/>
                  </a:cubicBezTo>
                  <a:cubicBezTo>
                    <a:pt x="1" y="164"/>
                    <a:pt x="28" y="217"/>
                    <a:pt x="54" y="244"/>
                  </a:cubicBezTo>
                  <a:cubicBezTo>
                    <a:pt x="1821" y="1261"/>
                    <a:pt x="2972" y="3188"/>
                    <a:pt x="2918" y="5035"/>
                  </a:cubicBezTo>
                  <a:cubicBezTo>
                    <a:pt x="2918" y="5116"/>
                    <a:pt x="2945" y="5142"/>
                    <a:pt x="2999" y="5169"/>
                  </a:cubicBezTo>
                  <a:cubicBezTo>
                    <a:pt x="4952" y="6133"/>
                    <a:pt x="6157" y="8086"/>
                    <a:pt x="6157" y="10255"/>
                  </a:cubicBezTo>
                  <a:cubicBezTo>
                    <a:pt x="6157" y="12449"/>
                    <a:pt x="4952" y="14403"/>
                    <a:pt x="2999" y="15367"/>
                  </a:cubicBezTo>
                  <a:cubicBezTo>
                    <a:pt x="2945" y="15394"/>
                    <a:pt x="2918" y="15447"/>
                    <a:pt x="2918" y="15501"/>
                  </a:cubicBezTo>
                  <a:cubicBezTo>
                    <a:pt x="2972" y="17347"/>
                    <a:pt x="1848" y="19248"/>
                    <a:pt x="81" y="20292"/>
                  </a:cubicBezTo>
                  <a:cubicBezTo>
                    <a:pt x="54" y="20292"/>
                    <a:pt x="28" y="20318"/>
                    <a:pt x="1" y="20372"/>
                  </a:cubicBezTo>
                  <a:cubicBezTo>
                    <a:pt x="1" y="20425"/>
                    <a:pt x="28" y="20479"/>
                    <a:pt x="54" y="20506"/>
                  </a:cubicBezTo>
                  <a:cubicBezTo>
                    <a:pt x="1794" y="21496"/>
                    <a:pt x="2865" y="23316"/>
                    <a:pt x="2918" y="25324"/>
                  </a:cubicBezTo>
                  <a:cubicBezTo>
                    <a:pt x="2918" y="25350"/>
                    <a:pt x="2945" y="25404"/>
                    <a:pt x="2999" y="25431"/>
                  </a:cubicBezTo>
                  <a:cubicBezTo>
                    <a:pt x="4952" y="26394"/>
                    <a:pt x="6157" y="28348"/>
                    <a:pt x="6157" y="30543"/>
                  </a:cubicBezTo>
                  <a:cubicBezTo>
                    <a:pt x="6157" y="32711"/>
                    <a:pt x="4952" y="34665"/>
                    <a:pt x="2999" y="35628"/>
                  </a:cubicBezTo>
                  <a:cubicBezTo>
                    <a:pt x="2945" y="35655"/>
                    <a:pt x="2918" y="35709"/>
                    <a:pt x="2918" y="35762"/>
                  </a:cubicBezTo>
                  <a:cubicBezTo>
                    <a:pt x="3079" y="37823"/>
                    <a:pt x="1607" y="39643"/>
                    <a:pt x="81" y="40553"/>
                  </a:cubicBezTo>
                  <a:cubicBezTo>
                    <a:pt x="54" y="40553"/>
                    <a:pt x="28" y="40580"/>
                    <a:pt x="1" y="40633"/>
                  </a:cubicBezTo>
                  <a:cubicBezTo>
                    <a:pt x="1" y="40687"/>
                    <a:pt x="28" y="40741"/>
                    <a:pt x="54" y="40767"/>
                  </a:cubicBezTo>
                  <a:cubicBezTo>
                    <a:pt x="1794" y="41784"/>
                    <a:pt x="2918" y="43658"/>
                    <a:pt x="2918" y="45532"/>
                  </a:cubicBezTo>
                  <a:cubicBezTo>
                    <a:pt x="2918" y="45558"/>
                    <a:pt x="2918" y="45558"/>
                    <a:pt x="2918" y="45585"/>
                  </a:cubicBezTo>
                  <a:cubicBezTo>
                    <a:pt x="2918" y="45612"/>
                    <a:pt x="2945" y="45665"/>
                    <a:pt x="2999" y="45692"/>
                  </a:cubicBezTo>
                  <a:cubicBezTo>
                    <a:pt x="4952" y="46656"/>
                    <a:pt x="6157" y="48636"/>
                    <a:pt x="6157" y="50804"/>
                  </a:cubicBezTo>
                  <a:cubicBezTo>
                    <a:pt x="6157" y="52972"/>
                    <a:pt x="4952" y="54926"/>
                    <a:pt x="2999" y="55917"/>
                  </a:cubicBezTo>
                  <a:cubicBezTo>
                    <a:pt x="2945" y="55917"/>
                    <a:pt x="2918" y="55970"/>
                    <a:pt x="2918" y="56024"/>
                  </a:cubicBezTo>
                  <a:cubicBezTo>
                    <a:pt x="2865" y="58004"/>
                    <a:pt x="1821" y="59798"/>
                    <a:pt x="81" y="60815"/>
                  </a:cubicBezTo>
                  <a:cubicBezTo>
                    <a:pt x="54" y="60815"/>
                    <a:pt x="28" y="60868"/>
                    <a:pt x="1" y="60895"/>
                  </a:cubicBezTo>
                  <a:cubicBezTo>
                    <a:pt x="1" y="60949"/>
                    <a:pt x="28" y="61002"/>
                    <a:pt x="54" y="61029"/>
                  </a:cubicBezTo>
                  <a:cubicBezTo>
                    <a:pt x="1794" y="62046"/>
                    <a:pt x="2865" y="63839"/>
                    <a:pt x="2918" y="65847"/>
                  </a:cubicBezTo>
                  <a:cubicBezTo>
                    <a:pt x="2918" y="65900"/>
                    <a:pt x="2945" y="65927"/>
                    <a:pt x="2999" y="65954"/>
                  </a:cubicBezTo>
                  <a:cubicBezTo>
                    <a:pt x="4952" y="66944"/>
                    <a:pt x="6157" y="68898"/>
                    <a:pt x="6157" y="71066"/>
                  </a:cubicBezTo>
                  <a:cubicBezTo>
                    <a:pt x="6157" y="73234"/>
                    <a:pt x="4952" y="75188"/>
                    <a:pt x="2999" y="76178"/>
                  </a:cubicBezTo>
                  <a:cubicBezTo>
                    <a:pt x="2945" y="76178"/>
                    <a:pt x="2918" y="76232"/>
                    <a:pt x="2918" y="76285"/>
                  </a:cubicBezTo>
                  <a:cubicBezTo>
                    <a:pt x="2865" y="78293"/>
                    <a:pt x="1821" y="80086"/>
                    <a:pt x="81" y="81076"/>
                  </a:cubicBezTo>
                  <a:cubicBezTo>
                    <a:pt x="1" y="81130"/>
                    <a:pt x="1" y="81183"/>
                    <a:pt x="28" y="81264"/>
                  </a:cubicBezTo>
                  <a:cubicBezTo>
                    <a:pt x="44" y="81297"/>
                    <a:pt x="81" y="81320"/>
                    <a:pt x="120" y="81320"/>
                  </a:cubicBezTo>
                  <a:cubicBezTo>
                    <a:pt x="143" y="81320"/>
                    <a:pt x="168" y="81311"/>
                    <a:pt x="188" y="81290"/>
                  </a:cubicBezTo>
                  <a:cubicBezTo>
                    <a:pt x="1981" y="80273"/>
                    <a:pt x="3106" y="78427"/>
                    <a:pt x="3159" y="76366"/>
                  </a:cubicBezTo>
                  <a:cubicBezTo>
                    <a:pt x="5167" y="75322"/>
                    <a:pt x="6398" y="73314"/>
                    <a:pt x="6398" y="71066"/>
                  </a:cubicBezTo>
                  <a:cubicBezTo>
                    <a:pt x="6398" y="68818"/>
                    <a:pt x="5167" y="66784"/>
                    <a:pt x="3159" y="65766"/>
                  </a:cubicBezTo>
                  <a:cubicBezTo>
                    <a:pt x="3106" y="63786"/>
                    <a:pt x="2062" y="61992"/>
                    <a:pt x="376" y="60922"/>
                  </a:cubicBezTo>
                  <a:cubicBezTo>
                    <a:pt x="2062" y="59878"/>
                    <a:pt x="3106" y="58085"/>
                    <a:pt x="3159" y="56104"/>
                  </a:cubicBezTo>
                  <a:cubicBezTo>
                    <a:pt x="5167" y="55060"/>
                    <a:pt x="6398" y="53053"/>
                    <a:pt x="6398" y="50804"/>
                  </a:cubicBezTo>
                  <a:cubicBezTo>
                    <a:pt x="6398" y="48556"/>
                    <a:pt x="5167" y="46522"/>
                    <a:pt x="3159" y="45505"/>
                  </a:cubicBezTo>
                  <a:cubicBezTo>
                    <a:pt x="3159" y="43604"/>
                    <a:pt x="2062" y="41731"/>
                    <a:pt x="376" y="40660"/>
                  </a:cubicBezTo>
                  <a:cubicBezTo>
                    <a:pt x="1901" y="39723"/>
                    <a:pt x="3293" y="37903"/>
                    <a:pt x="3186" y="35816"/>
                  </a:cubicBezTo>
                  <a:cubicBezTo>
                    <a:pt x="5167" y="34799"/>
                    <a:pt x="6398" y="32764"/>
                    <a:pt x="6398" y="30543"/>
                  </a:cubicBezTo>
                  <a:cubicBezTo>
                    <a:pt x="6398" y="28295"/>
                    <a:pt x="5167" y="26260"/>
                    <a:pt x="3159" y="25243"/>
                  </a:cubicBezTo>
                  <a:cubicBezTo>
                    <a:pt x="3079" y="23236"/>
                    <a:pt x="2035" y="21443"/>
                    <a:pt x="376" y="20399"/>
                  </a:cubicBezTo>
                  <a:cubicBezTo>
                    <a:pt x="2089" y="19328"/>
                    <a:pt x="3186" y="17401"/>
                    <a:pt x="3186" y="15554"/>
                  </a:cubicBezTo>
                  <a:cubicBezTo>
                    <a:pt x="5167" y="14537"/>
                    <a:pt x="6398" y="12503"/>
                    <a:pt x="6398" y="10255"/>
                  </a:cubicBezTo>
                  <a:cubicBezTo>
                    <a:pt x="6398" y="8033"/>
                    <a:pt x="5167" y="5999"/>
                    <a:pt x="3186" y="4982"/>
                  </a:cubicBezTo>
                  <a:lnTo>
                    <a:pt x="3186" y="4955"/>
                  </a:lnTo>
                  <a:cubicBezTo>
                    <a:pt x="3186" y="3028"/>
                    <a:pt x="1981" y="1074"/>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 name="Google Shape;918;p167"/>
            <p:cNvSpPr/>
            <p:nvPr/>
          </p:nvSpPr>
          <p:spPr>
            <a:xfrm>
              <a:off x="224725" y="818875"/>
              <a:ext cx="159950" cy="2032875"/>
            </a:xfrm>
            <a:custGeom>
              <a:rect b="b" l="l" r="r" t="t"/>
              <a:pathLst>
                <a:path extrusionOk="0" h="81315" w="6398">
                  <a:moveTo>
                    <a:pt x="129" y="1"/>
                  </a:moveTo>
                  <a:cubicBezTo>
                    <a:pt x="83" y="1"/>
                    <a:pt x="44" y="20"/>
                    <a:pt x="27" y="70"/>
                  </a:cubicBezTo>
                  <a:cubicBezTo>
                    <a:pt x="27" y="70"/>
                    <a:pt x="1" y="97"/>
                    <a:pt x="1" y="124"/>
                  </a:cubicBezTo>
                  <a:cubicBezTo>
                    <a:pt x="1" y="178"/>
                    <a:pt x="27" y="204"/>
                    <a:pt x="81" y="231"/>
                  </a:cubicBezTo>
                  <a:cubicBezTo>
                    <a:pt x="1821" y="1248"/>
                    <a:pt x="2972" y="3175"/>
                    <a:pt x="2918" y="5022"/>
                  </a:cubicBezTo>
                  <a:cubicBezTo>
                    <a:pt x="2945" y="5076"/>
                    <a:pt x="2945" y="5129"/>
                    <a:pt x="2998" y="5156"/>
                  </a:cubicBezTo>
                  <a:cubicBezTo>
                    <a:pt x="4952" y="6119"/>
                    <a:pt x="6157" y="8073"/>
                    <a:pt x="6157" y="10268"/>
                  </a:cubicBezTo>
                  <a:cubicBezTo>
                    <a:pt x="6157" y="12436"/>
                    <a:pt x="4952" y="14390"/>
                    <a:pt x="2998" y="15354"/>
                  </a:cubicBezTo>
                  <a:cubicBezTo>
                    <a:pt x="2945" y="15380"/>
                    <a:pt x="2918" y="15461"/>
                    <a:pt x="2918" y="15487"/>
                  </a:cubicBezTo>
                  <a:cubicBezTo>
                    <a:pt x="2998" y="17334"/>
                    <a:pt x="1848" y="19235"/>
                    <a:pt x="108" y="20278"/>
                  </a:cubicBezTo>
                  <a:cubicBezTo>
                    <a:pt x="54" y="20278"/>
                    <a:pt x="27" y="20305"/>
                    <a:pt x="27" y="20359"/>
                  </a:cubicBezTo>
                  <a:cubicBezTo>
                    <a:pt x="1" y="20412"/>
                    <a:pt x="27" y="20466"/>
                    <a:pt x="81" y="20493"/>
                  </a:cubicBezTo>
                  <a:cubicBezTo>
                    <a:pt x="1794" y="21510"/>
                    <a:pt x="2865" y="23303"/>
                    <a:pt x="2918" y="25310"/>
                  </a:cubicBezTo>
                  <a:cubicBezTo>
                    <a:pt x="2945" y="25364"/>
                    <a:pt x="2972"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106" y="37837"/>
                    <a:pt x="1633" y="39630"/>
                    <a:pt x="108" y="40540"/>
                  </a:cubicBezTo>
                  <a:cubicBezTo>
                    <a:pt x="54" y="40540"/>
                    <a:pt x="27" y="40594"/>
                    <a:pt x="27" y="40620"/>
                  </a:cubicBezTo>
                  <a:cubicBezTo>
                    <a:pt x="1" y="40674"/>
                    <a:pt x="27"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108" y="60802"/>
                  </a:cubicBezTo>
                  <a:cubicBezTo>
                    <a:pt x="54" y="60828"/>
                    <a:pt x="27" y="60855"/>
                    <a:pt x="27" y="60882"/>
                  </a:cubicBezTo>
                  <a:cubicBezTo>
                    <a:pt x="1" y="60935"/>
                    <a:pt x="27"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7" y="81117"/>
                    <a:pt x="1" y="81197"/>
                    <a:pt x="27" y="81251"/>
                  </a:cubicBezTo>
                  <a:cubicBezTo>
                    <a:pt x="67" y="81290"/>
                    <a:pt x="106" y="81315"/>
                    <a:pt x="156" y="81315"/>
                  </a:cubicBezTo>
                  <a:cubicBezTo>
                    <a:pt x="174" y="81315"/>
                    <a:pt x="193" y="81311"/>
                    <a:pt x="215" y="81304"/>
                  </a:cubicBezTo>
                  <a:cubicBezTo>
                    <a:pt x="2008" y="80260"/>
                    <a:pt x="3106" y="78413"/>
                    <a:pt x="3186" y="76352"/>
                  </a:cubicBezTo>
                  <a:cubicBezTo>
                    <a:pt x="5166" y="75309"/>
                    <a:pt x="6398" y="73301"/>
                    <a:pt x="6398" y="71053"/>
                  </a:cubicBezTo>
                  <a:cubicBezTo>
                    <a:pt x="6398" y="68805"/>
                    <a:pt x="5166" y="66797"/>
                    <a:pt x="3186" y="65753"/>
                  </a:cubicBezTo>
                  <a:cubicBezTo>
                    <a:pt x="3106" y="63773"/>
                    <a:pt x="2062" y="61979"/>
                    <a:pt x="375" y="60909"/>
                  </a:cubicBezTo>
                  <a:cubicBezTo>
                    <a:pt x="2062" y="59865"/>
                    <a:pt x="3106" y="58072"/>
                    <a:pt x="3186" y="56091"/>
                  </a:cubicBezTo>
                  <a:cubicBezTo>
                    <a:pt x="5166" y="55047"/>
                    <a:pt x="6398" y="53040"/>
                    <a:pt x="6398" y="50791"/>
                  </a:cubicBezTo>
                  <a:cubicBezTo>
                    <a:pt x="6398" y="48543"/>
                    <a:pt x="5166" y="46536"/>
                    <a:pt x="3186" y="45492"/>
                  </a:cubicBezTo>
                  <a:cubicBezTo>
                    <a:pt x="3159" y="43591"/>
                    <a:pt x="2088" y="41718"/>
                    <a:pt x="375" y="40647"/>
                  </a:cubicBezTo>
                  <a:cubicBezTo>
                    <a:pt x="1901" y="39710"/>
                    <a:pt x="3320" y="37890"/>
                    <a:pt x="3186" y="35829"/>
                  </a:cubicBezTo>
                  <a:cubicBezTo>
                    <a:pt x="5166" y="34785"/>
                    <a:pt x="6398" y="32751"/>
                    <a:pt x="6398" y="30530"/>
                  </a:cubicBezTo>
                  <a:cubicBezTo>
                    <a:pt x="6398" y="28281"/>
                    <a:pt x="5166" y="26247"/>
                    <a:pt x="3186" y="25230"/>
                  </a:cubicBezTo>
                  <a:cubicBezTo>
                    <a:pt x="3079" y="23223"/>
                    <a:pt x="2062" y="21429"/>
                    <a:pt x="375" y="20386"/>
                  </a:cubicBezTo>
                  <a:cubicBezTo>
                    <a:pt x="2088" y="19315"/>
                    <a:pt x="3186" y="17441"/>
                    <a:pt x="3186" y="15595"/>
                  </a:cubicBezTo>
                  <a:cubicBezTo>
                    <a:pt x="3186" y="15595"/>
                    <a:pt x="3186" y="15568"/>
                    <a:pt x="3186" y="15541"/>
                  </a:cubicBezTo>
                  <a:cubicBezTo>
                    <a:pt x="5166" y="14524"/>
                    <a:pt x="6398" y="12490"/>
                    <a:pt x="6398" y="10268"/>
                  </a:cubicBezTo>
                  <a:cubicBezTo>
                    <a:pt x="6398" y="8020"/>
                    <a:pt x="5166" y="5986"/>
                    <a:pt x="3186" y="4969"/>
                  </a:cubicBezTo>
                  <a:lnTo>
                    <a:pt x="3186" y="4942"/>
                  </a:lnTo>
                  <a:cubicBezTo>
                    <a:pt x="3186" y="3041"/>
                    <a:pt x="1981" y="1061"/>
                    <a:pt x="215" y="17"/>
                  </a:cubicBezTo>
                  <a:cubicBezTo>
                    <a:pt x="185" y="7"/>
                    <a:pt x="156" y="1"/>
                    <a:pt x="1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 name="Google Shape;919;p167"/>
            <p:cNvSpPr/>
            <p:nvPr/>
          </p:nvSpPr>
          <p:spPr>
            <a:xfrm>
              <a:off x="1914975" y="2593575"/>
              <a:ext cx="160625" cy="2032875"/>
            </a:xfrm>
            <a:custGeom>
              <a:rect b="b" l="l" r="r" t="t"/>
              <a:pathLst>
                <a:path extrusionOk="0" h="81315" w="6425">
                  <a:moveTo>
                    <a:pt x="151" y="1"/>
                  </a:moveTo>
                  <a:cubicBezTo>
                    <a:pt x="95" y="1"/>
                    <a:pt x="47" y="26"/>
                    <a:pt x="27" y="65"/>
                  </a:cubicBezTo>
                  <a:cubicBezTo>
                    <a:pt x="27" y="92"/>
                    <a:pt x="27" y="118"/>
                    <a:pt x="27" y="118"/>
                  </a:cubicBezTo>
                  <a:cubicBezTo>
                    <a:pt x="27" y="172"/>
                    <a:pt x="27"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45" y="15402"/>
                    <a:pt x="2945" y="15428"/>
                    <a:pt x="2945" y="15482"/>
                  </a:cubicBezTo>
                  <a:cubicBezTo>
                    <a:pt x="2998" y="17355"/>
                    <a:pt x="1848"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45" y="35663"/>
                    <a:pt x="2918" y="35717"/>
                    <a:pt x="2945" y="35770"/>
                  </a:cubicBezTo>
                  <a:cubicBezTo>
                    <a:pt x="3106"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45"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6" y="78408"/>
                    <a:pt x="3186" y="76347"/>
                  </a:cubicBezTo>
                  <a:cubicBezTo>
                    <a:pt x="5166" y="75330"/>
                    <a:pt x="6424" y="73296"/>
                    <a:pt x="6424" y="71047"/>
                  </a:cubicBezTo>
                  <a:cubicBezTo>
                    <a:pt x="6424" y="68826"/>
                    <a:pt x="5166" y="66792"/>
                    <a:pt x="3186" y="65748"/>
                  </a:cubicBezTo>
                  <a:cubicBezTo>
                    <a:pt x="3106" y="63767"/>
                    <a:pt x="2062" y="61974"/>
                    <a:pt x="375" y="60930"/>
                  </a:cubicBezTo>
                  <a:cubicBezTo>
                    <a:pt x="2062" y="59859"/>
                    <a:pt x="3106" y="58093"/>
                    <a:pt x="3186" y="56085"/>
                  </a:cubicBezTo>
                  <a:cubicBezTo>
                    <a:pt x="5166" y="55068"/>
                    <a:pt x="6424" y="53034"/>
                    <a:pt x="6424" y="50786"/>
                  </a:cubicBezTo>
                  <a:cubicBezTo>
                    <a:pt x="6424" y="48537"/>
                    <a:pt x="5166" y="46530"/>
                    <a:pt x="3186" y="45486"/>
                  </a:cubicBezTo>
                  <a:cubicBezTo>
                    <a:pt x="3159" y="43586"/>
                    <a:pt x="2088" y="41739"/>
                    <a:pt x="375" y="40668"/>
                  </a:cubicBezTo>
                  <a:cubicBezTo>
                    <a:pt x="1901" y="39705"/>
                    <a:pt x="3320" y="37885"/>
                    <a:pt x="3186" y="35824"/>
                  </a:cubicBezTo>
                  <a:cubicBezTo>
                    <a:pt x="5193" y="34780"/>
                    <a:pt x="6424" y="32772"/>
                    <a:pt x="6424" y="30524"/>
                  </a:cubicBezTo>
                  <a:cubicBezTo>
                    <a:pt x="6424" y="28276"/>
                    <a:pt x="5166" y="26268"/>
                    <a:pt x="3186" y="25225"/>
                  </a:cubicBezTo>
                  <a:cubicBezTo>
                    <a:pt x="3106" y="23244"/>
                    <a:pt x="2062" y="21451"/>
                    <a:pt x="375" y="20407"/>
                  </a:cubicBezTo>
                  <a:cubicBezTo>
                    <a:pt x="2088" y="19336"/>
                    <a:pt x="3186" y="17436"/>
                    <a:pt x="3186" y="15616"/>
                  </a:cubicBezTo>
                  <a:cubicBezTo>
                    <a:pt x="3186" y="15589"/>
                    <a:pt x="3186" y="15562"/>
                    <a:pt x="3186" y="15562"/>
                  </a:cubicBezTo>
                  <a:cubicBezTo>
                    <a:pt x="5166" y="14518"/>
                    <a:pt x="6424" y="12511"/>
                    <a:pt x="6424" y="10263"/>
                  </a:cubicBezTo>
                  <a:cubicBezTo>
                    <a:pt x="6424" y="8014"/>
                    <a:pt x="5166" y="6007"/>
                    <a:pt x="3186" y="4963"/>
                  </a:cubicBezTo>
                  <a:cubicBezTo>
                    <a:pt x="3186" y="3036"/>
                    <a:pt x="2008" y="1055"/>
                    <a:pt x="215" y="11"/>
                  </a:cubicBezTo>
                  <a:cubicBezTo>
                    <a:pt x="193" y="4"/>
                    <a:pt x="172" y="1"/>
                    <a:pt x="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 name="Google Shape;920;p167"/>
            <p:cNvSpPr/>
            <p:nvPr/>
          </p:nvSpPr>
          <p:spPr>
            <a:xfrm>
              <a:off x="1761075" y="2845375"/>
              <a:ext cx="160625" cy="2032675"/>
            </a:xfrm>
            <a:custGeom>
              <a:rect b="b" l="l" r="r" t="t"/>
              <a:pathLst>
                <a:path extrusionOk="0" h="81307" w="6425">
                  <a:moveTo>
                    <a:pt x="146" y="1"/>
                  </a:moveTo>
                  <a:cubicBezTo>
                    <a:pt x="108" y="1"/>
                    <a:pt x="71" y="24"/>
                    <a:pt x="54" y="57"/>
                  </a:cubicBezTo>
                  <a:cubicBezTo>
                    <a:pt x="27" y="84"/>
                    <a:pt x="27" y="110"/>
                    <a:pt x="27" y="137"/>
                  </a:cubicBezTo>
                  <a:cubicBezTo>
                    <a:pt x="27" y="164"/>
                    <a:pt x="54" y="217"/>
                    <a:pt x="81" y="244"/>
                  </a:cubicBezTo>
                  <a:cubicBezTo>
                    <a:pt x="1821" y="1234"/>
                    <a:pt x="2972" y="3162"/>
                    <a:pt x="2945" y="5035"/>
                  </a:cubicBezTo>
                  <a:cubicBezTo>
                    <a:pt x="2945" y="5089"/>
                    <a:pt x="2972" y="5142"/>
                    <a:pt x="2998" y="5142"/>
                  </a:cubicBezTo>
                  <a:cubicBezTo>
                    <a:pt x="4952" y="6133"/>
                    <a:pt x="6183" y="8086"/>
                    <a:pt x="6183" y="10254"/>
                  </a:cubicBezTo>
                  <a:cubicBezTo>
                    <a:pt x="6183" y="12422"/>
                    <a:pt x="4952" y="14376"/>
                    <a:pt x="2998" y="15367"/>
                  </a:cubicBezTo>
                  <a:cubicBezTo>
                    <a:pt x="2972" y="15393"/>
                    <a:pt x="2945" y="15447"/>
                    <a:pt x="2945" y="15474"/>
                  </a:cubicBezTo>
                  <a:cubicBezTo>
                    <a:pt x="2998" y="17321"/>
                    <a:pt x="1847" y="19248"/>
                    <a:pt x="108" y="20265"/>
                  </a:cubicBezTo>
                  <a:cubicBezTo>
                    <a:pt x="81" y="20292"/>
                    <a:pt x="27" y="20318"/>
                    <a:pt x="27" y="20345"/>
                  </a:cubicBezTo>
                  <a:cubicBezTo>
                    <a:pt x="27" y="20425"/>
                    <a:pt x="27" y="20479"/>
                    <a:pt x="81" y="20506"/>
                  </a:cubicBezTo>
                  <a:cubicBezTo>
                    <a:pt x="1821" y="21496"/>
                    <a:pt x="2891" y="23289"/>
                    <a:pt x="2945" y="25297"/>
                  </a:cubicBezTo>
                  <a:cubicBezTo>
                    <a:pt x="2945" y="25350"/>
                    <a:pt x="2972" y="25404"/>
                    <a:pt x="2998" y="25404"/>
                  </a:cubicBezTo>
                  <a:cubicBezTo>
                    <a:pt x="4952" y="26394"/>
                    <a:pt x="6183" y="28348"/>
                    <a:pt x="6183" y="30516"/>
                  </a:cubicBezTo>
                  <a:cubicBezTo>
                    <a:pt x="6183" y="32684"/>
                    <a:pt x="4952" y="34665"/>
                    <a:pt x="2998" y="35628"/>
                  </a:cubicBezTo>
                  <a:cubicBezTo>
                    <a:pt x="2972" y="35655"/>
                    <a:pt x="2945" y="35709"/>
                    <a:pt x="2945" y="35762"/>
                  </a:cubicBezTo>
                  <a:cubicBezTo>
                    <a:pt x="3105" y="37823"/>
                    <a:pt x="1633" y="39643"/>
                    <a:pt x="108" y="40526"/>
                  </a:cubicBezTo>
                  <a:cubicBezTo>
                    <a:pt x="81" y="40553"/>
                    <a:pt x="27" y="40580"/>
                    <a:pt x="27" y="40633"/>
                  </a:cubicBezTo>
                  <a:cubicBezTo>
                    <a:pt x="27" y="40687"/>
                    <a:pt x="27" y="40741"/>
                    <a:pt x="81" y="40767"/>
                  </a:cubicBezTo>
                  <a:cubicBezTo>
                    <a:pt x="1821" y="41784"/>
                    <a:pt x="2945" y="43631"/>
                    <a:pt x="2945" y="45532"/>
                  </a:cubicBezTo>
                  <a:lnTo>
                    <a:pt x="2945" y="45558"/>
                  </a:lnTo>
                  <a:cubicBezTo>
                    <a:pt x="2945" y="45612"/>
                    <a:pt x="2972" y="45665"/>
                    <a:pt x="2998" y="45692"/>
                  </a:cubicBezTo>
                  <a:cubicBezTo>
                    <a:pt x="4952" y="46656"/>
                    <a:pt x="6183" y="48610"/>
                    <a:pt x="6183" y="50778"/>
                  </a:cubicBezTo>
                  <a:cubicBezTo>
                    <a:pt x="6183" y="52972"/>
                    <a:pt x="4952" y="54926"/>
                    <a:pt x="2998" y="55890"/>
                  </a:cubicBezTo>
                  <a:cubicBezTo>
                    <a:pt x="2972" y="55917"/>
                    <a:pt x="2945" y="55970"/>
                    <a:pt x="2945" y="55997"/>
                  </a:cubicBezTo>
                  <a:cubicBezTo>
                    <a:pt x="2891" y="58004"/>
                    <a:pt x="1847" y="59798"/>
                    <a:pt x="108" y="60815"/>
                  </a:cubicBezTo>
                  <a:cubicBezTo>
                    <a:pt x="81" y="60815"/>
                    <a:pt x="27" y="60841"/>
                    <a:pt x="27" y="60895"/>
                  </a:cubicBezTo>
                  <a:cubicBezTo>
                    <a:pt x="27" y="60949"/>
                    <a:pt x="27" y="61002"/>
                    <a:pt x="81" y="61029"/>
                  </a:cubicBezTo>
                  <a:cubicBezTo>
                    <a:pt x="1821" y="62046"/>
                    <a:pt x="2891" y="63839"/>
                    <a:pt x="2945" y="65847"/>
                  </a:cubicBezTo>
                  <a:cubicBezTo>
                    <a:pt x="2945" y="65873"/>
                    <a:pt x="2972" y="65927"/>
                    <a:pt x="2998" y="65954"/>
                  </a:cubicBezTo>
                  <a:cubicBezTo>
                    <a:pt x="4952" y="66917"/>
                    <a:pt x="6183" y="68871"/>
                    <a:pt x="6183" y="71066"/>
                  </a:cubicBezTo>
                  <a:cubicBezTo>
                    <a:pt x="6183" y="73234"/>
                    <a:pt x="4952" y="75188"/>
                    <a:pt x="2998" y="76151"/>
                  </a:cubicBezTo>
                  <a:cubicBezTo>
                    <a:pt x="2972" y="76178"/>
                    <a:pt x="2945" y="76232"/>
                    <a:pt x="2945" y="76285"/>
                  </a:cubicBezTo>
                  <a:cubicBezTo>
                    <a:pt x="2891" y="78266"/>
                    <a:pt x="1821" y="80059"/>
                    <a:pt x="81" y="81076"/>
                  </a:cubicBezTo>
                  <a:cubicBezTo>
                    <a:pt x="27" y="81103"/>
                    <a:pt x="1" y="81183"/>
                    <a:pt x="54" y="81237"/>
                  </a:cubicBezTo>
                  <a:cubicBezTo>
                    <a:pt x="71" y="81288"/>
                    <a:pt x="110" y="81306"/>
                    <a:pt x="149" y="81306"/>
                  </a:cubicBezTo>
                  <a:cubicBezTo>
                    <a:pt x="172" y="81306"/>
                    <a:pt x="195" y="81300"/>
                    <a:pt x="215" y="81290"/>
                  </a:cubicBezTo>
                  <a:cubicBezTo>
                    <a:pt x="2008" y="80247"/>
                    <a:pt x="3105" y="78400"/>
                    <a:pt x="3186" y="76366"/>
                  </a:cubicBezTo>
                  <a:cubicBezTo>
                    <a:pt x="5193" y="75322"/>
                    <a:pt x="6424" y="73288"/>
                    <a:pt x="6424" y="71066"/>
                  </a:cubicBezTo>
                  <a:cubicBezTo>
                    <a:pt x="6424" y="68818"/>
                    <a:pt x="5193" y="66783"/>
                    <a:pt x="3186" y="65766"/>
                  </a:cubicBezTo>
                  <a:cubicBezTo>
                    <a:pt x="3132" y="63759"/>
                    <a:pt x="2088" y="61992"/>
                    <a:pt x="402" y="60922"/>
                  </a:cubicBezTo>
                  <a:cubicBezTo>
                    <a:pt x="2088" y="59878"/>
                    <a:pt x="3132" y="58085"/>
                    <a:pt x="3186" y="56077"/>
                  </a:cubicBezTo>
                  <a:cubicBezTo>
                    <a:pt x="5193" y="55060"/>
                    <a:pt x="6424" y="53026"/>
                    <a:pt x="6424" y="50778"/>
                  </a:cubicBezTo>
                  <a:cubicBezTo>
                    <a:pt x="6424" y="48556"/>
                    <a:pt x="5193" y="46522"/>
                    <a:pt x="3186" y="45505"/>
                  </a:cubicBezTo>
                  <a:cubicBezTo>
                    <a:pt x="3186" y="43604"/>
                    <a:pt x="2088" y="41731"/>
                    <a:pt x="402" y="40660"/>
                  </a:cubicBezTo>
                  <a:cubicBezTo>
                    <a:pt x="1901" y="39697"/>
                    <a:pt x="3320" y="37877"/>
                    <a:pt x="3186" y="35816"/>
                  </a:cubicBezTo>
                  <a:cubicBezTo>
                    <a:pt x="5193" y="34799"/>
                    <a:pt x="6424" y="32764"/>
                    <a:pt x="6424" y="30516"/>
                  </a:cubicBezTo>
                  <a:cubicBezTo>
                    <a:pt x="6424" y="28268"/>
                    <a:pt x="5193" y="26260"/>
                    <a:pt x="3186" y="25216"/>
                  </a:cubicBezTo>
                  <a:cubicBezTo>
                    <a:pt x="3105" y="23236"/>
                    <a:pt x="2062" y="21442"/>
                    <a:pt x="402" y="20399"/>
                  </a:cubicBezTo>
                  <a:cubicBezTo>
                    <a:pt x="2115" y="19328"/>
                    <a:pt x="3212" y="17401"/>
                    <a:pt x="3186" y="15554"/>
                  </a:cubicBezTo>
                  <a:cubicBezTo>
                    <a:pt x="5193" y="14510"/>
                    <a:pt x="6424" y="12503"/>
                    <a:pt x="6424" y="10254"/>
                  </a:cubicBezTo>
                  <a:cubicBezTo>
                    <a:pt x="6424" y="8006"/>
                    <a:pt x="5193" y="5999"/>
                    <a:pt x="3186" y="4955"/>
                  </a:cubicBezTo>
                  <a:cubicBezTo>
                    <a:pt x="3186" y="3028"/>
                    <a:pt x="2008" y="1047"/>
                    <a:pt x="215" y="30"/>
                  </a:cubicBezTo>
                  <a:cubicBezTo>
                    <a:pt x="194" y="10"/>
                    <a:pt x="170"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 name="Google Shape;921;p167"/>
            <p:cNvSpPr/>
            <p:nvPr/>
          </p:nvSpPr>
          <p:spPr>
            <a:xfrm>
              <a:off x="1607850" y="2593575"/>
              <a:ext cx="159950" cy="2032875"/>
            </a:xfrm>
            <a:custGeom>
              <a:rect b="b" l="l" r="r" t="t"/>
              <a:pathLst>
                <a:path extrusionOk="0" h="81315" w="6398">
                  <a:moveTo>
                    <a:pt x="140" y="1"/>
                  </a:moveTo>
                  <a:cubicBezTo>
                    <a:pt x="95" y="1"/>
                    <a:pt x="47" y="26"/>
                    <a:pt x="27" y="65"/>
                  </a:cubicBezTo>
                  <a:cubicBezTo>
                    <a:pt x="0"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71" y="17329"/>
                    <a:pt x="1847" y="19256"/>
                    <a:pt x="81" y="20273"/>
                  </a:cubicBezTo>
                  <a:cubicBezTo>
                    <a:pt x="54" y="20300"/>
                    <a:pt x="27" y="20326"/>
                    <a:pt x="0"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0" y="40615"/>
                  </a:cubicBezTo>
                  <a:cubicBezTo>
                    <a:pt x="0" y="40668"/>
                    <a:pt x="27" y="40749"/>
                    <a:pt x="81" y="40775"/>
                  </a:cubicBezTo>
                  <a:cubicBezTo>
                    <a:pt x="1820" y="41766"/>
                    <a:pt x="2918" y="43639"/>
                    <a:pt x="2918" y="45540"/>
                  </a:cubicBezTo>
                  <a:cubicBezTo>
                    <a:pt x="2918" y="45540"/>
                    <a:pt x="2918" y="45566"/>
                    <a:pt x="2918" y="45566"/>
                  </a:cubicBez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64" y="58012"/>
                    <a:pt x="1820" y="59806"/>
                    <a:pt x="81" y="60796"/>
                  </a:cubicBezTo>
                  <a:cubicBezTo>
                    <a:pt x="54" y="60823"/>
                    <a:pt x="27" y="60850"/>
                    <a:pt x="0" y="60903"/>
                  </a:cubicBezTo>
                  <a:cubicBezTo>
                    <a:pt x="0" y="60957"/>
                    <a:pt x="27" y="61010"/>
                    <a:pt x="81" y="61037"/>
                  </a:cubicBezTo>
                  <a:cubicBezTo>
                    <a:pt x="1820" y="62054"/>
                    <a:pt x="2864"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64" y="78274"/>
                    <a:pt x="1820" y="80067"/>
                    <a:pt x="81" y="81084"/>
                  </a:cubicBezTo>
                  <a:cubicBezTo>
                    <a:pt x="27" y="81111"/>
                    <a:pt x="0" y="81191"/>
                    <a:pt x="27" y="81245"/>
                  </a:cubicBezTo>
                  <a:cubicBezTo>
                    <a:pt x="44" y="81296"/>
                    <a:pt x="82" y="81315"/>
                    <a:pt x="122" y="81315"/>
                  </a:cubicBezTo>
                  <a:cubicBezTo>
                    <a:pt x="145" y="81315"/>
                    <a:pt x="168" y="81308"/>
                    <a:pt x="188" y="81299"/>
                  </a:cubicBezTo>
                  <a:cubicBezTo>
                    <a:pt x="1981"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61"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61" y="19336"/>
                    <a:pt x="3185" y="17436"/>
                    <a:pt x="3185" y="15616"/>
                  </a:cubicBezTo>
                  <a:cubicBezTo>
                    <a:pt x="3185" y="15589"/>
                    <a:pt x="3185" y="15562"/>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 name="Google Shape;922;p167"/>
            <p:cNvSpPr/>
            <p:nvPr/>
          </p:nvSpPr>
          <p:spPr>
            <a:xfrm>
              <a:off x="1453950" y="2845375"/>
              <a:ext cx="160600" cy="2032675"/>
            </a:xfrm>
            <a:custGeom>
              <a:rect b="b" l="l" r="r" t="t"/>
              <a:pathLst>
                <a:path extrusionOk="0" h="81307" w="6424">
                  <a:moveTo>
                    <a:pt x="133" y="1"/>
                  </a:moveTo>
                  <a:cubicBezTo>
                    <a:pt x="93" y="1"/>
                    <a:pt x="60" y="24"/>
                    <a:pt x="27" y="57"/>
                  </a:cubicBezTo>
                  <a:cubicBezTo>
                    <a:pt x="27" y="84"/>
                    <a:pt x="27" y="110"/>
                    <a:pt x="27" y="137"/>
                  </a:cubicBezTo>
                  <a:cubicBezTo>
                    <a:pt x="27" y="164"/>
                    <a:pt x="27" y="217"/>
                    <a:pt x="80" y="244"/>
                  </a:cubicBezTo>
                  <a:cubicBezTo>
                    <a:pt x="1820" y="1234"/>
                    <a:pt x="2971" y="3188"/>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20"/>
                    <a:pt x="2944" y="15474"/>
                  </a:cubicBezTo>
                  <a:cubicBezTo>
                    <a:pt x="2998" y="17347"/>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44" y="35655"/>
                    <a:pt x="2918"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cubicBezTo>
                    <a:pt x="2944" y="45558"/>
                    <a:pt x="2944" y="45558"/>
                    <a:pt x="2944" y="45558"/>
                  </a:cubicBez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27" y="81237"/>
                  </a:cubicBezTo>
                  <a:cubicBezTo>
                    <a:pt x="61" y="81288"/>
                    <a:pt x="106" y="81306"/>
                    <a:pt x="147" y="81306"/>
                  </a:cubicBezTo>
                  <a:cubicBezTo>
                    <a:pt x="172" y="81306"/>
                    <a:pt x="195" y="81300"/>
                    <a:pt x="214" y="81290"/>
                  </a:cubicBezTo>
                  <a:cubicBezTo>
                    <a:pt x="2008" y="80247"/>
                    <a:pt x="3105" y="78400"/>
                    <a:pt x="3185" y="76366"/>
                  </a:cubicBezTo>
                  <a:cubicBezTo>
                    <a:pt x="5166" y="75322"/>
                    <a:pt x="6424" y="73288"/>
                    <a:pt x="6424" y="71066"/>
                  </a:cubicBezTo>
                  <a:cubicBezTo>
                    <a:pt x="6424" y="68818"/>
                    <a:pt x="5166" y="66783"/>
                    <a:pt x="3185" y="65766"/>
                  </a:cubicBezTo>
                  <a:cubicBezTo>
                    <a:pt x="3105" y="63759"/>
                    <a:pt x="2061" y="61992"/>
                    <a:pt x="375" y="60922"/>
                  </a:cubicBezTo>
                  <a:cubicBezTo>
                    <a:pt x="2061" y="59878"/>
                    <a:pt x="3105" y="58085"/>
                    <a:pt x="3185" y="56077"/>
                  </a:cubicBezTo>
                  <a:cubicBezTo>
                    <a:pt x="5166" y="55060"/>
                    <a:pt x="6424" y="53026"/>
                    <a:pt x="6424" y="50778"/>
                  </a:cubicBezTo>
                  <a:cubicBezTo>
                    <a:pt x="6424" y="48556"/>
                    <a:pt x="5193" y="46522"/>
                    <a:pt x="3185" y="45505"/>
                  </a:cubicBezTo>
                  <a:cubicBezTo>
                    <a:pt x="3159" y="43604"/>
                    <a:pt x="2088" y="41731"/>
                    <a:pt x="375" y="40660"/>
                  </a:cubicBezTo>
                  <a:cubicBezTo>
                    <a:pt x="1901" y="39697"/>
                    <a:pt x="3319" y="37877"/>
                    <a:pt x="3185" y="35816"/>
                  </a:cubicBezTo>
                  <a:cubicBezTo>
                    <a:pt x="5193" y="34799"/>
                    <a:pt x="6424" y="32764"/>
                    <a:pt x="6424" y="30516"/>
                  </a:cubicBezTo>
                  <a:cubicBezTo>
                    <a:pt x="6424" y="28268"/>
                    <a:pt x="5166" y="26260"/>
                    <a:pt x="3185" y="25216"/>
                  </a:cubicBezTo>
                  <a:cubicBezTo>
                    <a:pt x="3105" y="23236"/>
                    <a:pt x="2061" y="21442"/>
                    <a:pt x="375"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84" y="10"/>
                    <a:pt x="157" y="1"/>
                    <a:pt x="1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 name="Google Shape;923;p167"/>
            <p:cNvSpPr/>
            <p:nvPr/>
          </p:nvSpPr>
          <p:spPr>
            <a:xfrm>
              <a:off x="1300050" y="2593575"/>
              <a:ext cx="160600" cy="2032875"/>
            </a:xfrm>
            <a:custGeom>
              <a:rect b="b" l="l" r="r" t="t"/>
              <a:pathLst>
                <a:path extrusionOk="0" h="81315" w="6424">
                  <a:moveTo>
                    <a:pt x="167" y="1"/>
                  </a:moveTo>
                  <a:cubicBezTo>
                    <a:pt x="121" y="1"/>
                    <a:pt x="73" y="26"/>
                    <a:pt x="54" y="65"/>
                  </a:cubicBezTo>
                  <a:cubicBezTo>
                    <a:pt x="27" y="92"/>
                    <a:pt x="27" y="118"/>
                    <a:pt x="27" y="118"/>
                  </a:cubicBezTo>
                  <a:cubicBezTo>
                    <a:pt x="27" y="172"/>
                    <a:pt x="54" y="225"/>
                    <a:pt x="80" y="225"/>
                  </a:cubicBezTo>
                  <a:cubicBezTo>
                    <a:pt x="1820" y="1243"/>
                    <a:pt x="2971" y="3170"/>
                    <a:pt x="2944" y="5043"/>
                  </a:cubicBezTo>
                  <a:cubicBezTo>
                    <a:pt x="2944" y="5070"/>
                    <a:pt x="2971" y="5124"/>
                    <a:pt x="3025" y="5150"/>
                  </a:cubicBezTo>
                  <a:cubicBezTo>
                    <a:pt x="4952" y="6141"/>
                    <a:pt x="6183" y="8095"/>
                    <a:pt x="6183" y="10263"/>
                  </a:cubicBezTo>
                  <a:cubicBezTo>
                    <a:pt x="6183" y="12431"/>
                    <a:pt x="4952" y="14384"/>
                    <a:pt x="3025" y="15375"/>
                  </a:cubicBezTo>
                  <a:cubicBezTo>
                    <a:pt x="2971" y="15402"/>
                    <a:pt x="2944" y="15428"/>
                    <a:pt x="2944" y="15482"/>
                  </a:cubicBezTo>
                  <a:cubicBezTo>
                    <a:pt x="2998" y="17355"/>
                    <a:pt x="1847" y="19256"/>
                    <a:pt x="107" y="20273"/>
                  </a:cubicBezTo>
                  <a:cubicBezTo>
                    <a:pt x="80" y="20300"/>
                    <a:pt x="54" y="20326"/>
                    <a:pt x="27" y="20353"/>
                  </a:cubicBezTo>
                  <a:cubicBezTo>
                    <a:pt x="27" y="20407"/>
                    <a:pt x="27" y="20460"/>
                    <a:pt x="80" y="20514"/>
                  </a:cubicBezTo>
                  <a:cubicBezTo>
                    <a:pt x="1820" y="21504"/>
                    <a:pt x="2891" y="23297"/>
                    <a:pt x="2944" y="25305"/>
                  </a:cubicBezTo>
                  <a:cubicBezTo>
                    <a:pt x="2944" y="25358"/>
                    <a:pt x="2971" y="25385"/>
                    <a:pt x="3025" y="25412"/>
                  </a:cubicBezTo>
                  <a:cubicBezTo>
                    <a:pt x="4952" y="26402"/>
                    <a:pt x="6183" y="28356"/>
                    <a:pt x="6183" y="30524"/>
                  </a:cubicBezTo>
                  <a:cubicBezTo>
                    <a:pt x="6183" y="32692"/>
                    <a:pt x="4952" y="34646"/>
                    <a:pt x="3025" y="35636"/>
                  </a:cubicBezTo>
                  <a:cubicBezTo>
                    <a:pt x="2971" y="35663"/>
                    <a:pt x="2944" y="35717"/>
                    <a:pt x="2944" y="35770"/>
                  </a:cubicBezTo>
                  <a:cubicBezTo>
                    <a:pt x="3105" y="37831"/>
                    <a:pt x="1633" y="39651"/>
                    <a:pt x="107" y="40535"/>
                  </a:cubicBezTo>
                  <a:cubicBezTo>
                    <a:pt x="80" y="40561"/>
                    <a:pt x="54" y="40588"/>
                    <a:pt x="27" y="40615"/>
                  </a:cubicBezTo>
                  <a:cubicBezTo>
                    <a:pt x="27" y="40668"/>
                    <a:pt x="27" y="40749"/>
                    <a:pt x="80" y="40775"/>
                  </a:cubicBezTo>
                  <a:cubicBezTo>
                    <a:pt x="1820" y="41766"/>
                    <a:pt x="2944" y="43639"/>
                    <a:pt x="2944" y="45540"/>
                  </a:cubicBezTo>
                  <a:cubicBezTo>
                    <a:pt x="2944" y="45540"/>
                    <a:pt x="2944" y="45566"/>
                    <a:pt x="2944" y="45566"/>
                  </a:cubicBezTo>
                  <a:cubicBezTo>
                    <a:pt x="2944" y="45620"/>
                    <a:pt x="2971" y="45674"/>
                    <a:pt x="3025" y="45674"/>
                  </a:cubicBezTo>
                  <a:cubicBezTo>
                    <a:pt x="4952" y="46664"/>
                    <a:pt x="6183" y="48618"/>
                    <a:pt x="6183" y="50786"/>
                  </a:cubicBezTo>
                  <a:cubicBezTo>
                    <a:pt x="6183" y="52954"/>
                    <a:pt x="4952" y="54934"/>
                    <a:pt x="3025" y="55898"/>
                  </a:cubicBezTo>
                  <a:cubicBezTo>
                    <a:pt x="2971" y="55925"/>
                    <a:pt x="2944" y="55952"/>
                    <a:pt x="2944" y="56005"/>
                  </a:cubicBezTo>
                  <a:cubicBezTo>
                    <a:pt x="2891" y="58012"/>
                    <a:pt x="1847" y="59806"/>
                    <a:pt x="107" y="60796"/>
                  </a:cubicBezTo>
                  <a:cubicBezTo>
                    <a:pt x="80" y="60823"/>
                    <a:pt x="54" y="60850"/>
                    <a:pt x="27" y="60903"/>
                  </a:cubicBezTo>
                  <a:cubicBezTo>
                    <a:pt x="27" y="60957"/>
                    <a:pt x="27" y="61010"/>
                    <a:pt x="80" y="61037"/>
                  </a:cubicBezTo>
                  <a:cubicBezTo>
                    <a:pt x="1820" y="62054"/>
                    <a:pt x="2891" y="63847"/>
                    <a:pt x="2944" y="65828"/>
                  </a:cubicBezTo>
                  <a:cubicBezTo>
                    <a:pt x="2944" y="65882"/>
                    <a:pt x="2971" y="65935"/>
                    <a:pt x="3025" y="65962"/>
                  </a:cubicBezTo>
                  <a:cubicBezTo>
                    <a:pt x="4952" y="66925"/>
                    <a:pt x="6183" y="68879"/>
                    <a:pt x="6183" y="71047"/>
                  </a:cubicBezTo>
                  <a:cubicBezTo>
                    <a:pt x="6183" y="73242"/>
                    <a:pt x="4952" y="75196"/>
                    <a:pt x="3025" y="76160"/>
                  </a:cubicBezTo>
                  <a:cubicBezTo>
                    <a:pt x="2971" y="76186"/>
                    <a:pt x="2944" y="76240"/>
                    <a:pt x="2944" y="76267"/>
                  </a:cubicBezTo>
                  <a:cubicBezTo>
                    <a:pt x="2891" y="78274"/>
                    <a:pt x="1820" y="80067"/>
                    <a:pt x="80" y="81084"/>
                  </a:cubicBezTo>
                  <a:cubicBezTo>
                    <a:pt x="27" y="81111"/>
                    <a:pt x="0" y="81191"/>
                    <a:pt x="54" y="81245"/>
                  </a:cubicBezTo>
                  <a:cubicBezTo>
                    <a:pt x="71" y="81296"/>
                    <a:pt x="109" y="81315"/>
                    <a:pt x="149" y="81315"/>
                  </a:cubicBezTo>
                  <a:cubicBezTo>
                    <a:pt x="171" y="81315"/>
                    <a:pt x="195" y="81308"/>
                    <a:pt x="214" y="81299"/>
                  </a:cubicBezTo>
                  <a:cubicBezTo>
                    <a:pt x="2007" y="80255"/>
                    <a:pt x="3105" y="78408"/>
                    <a:pt x="3185" y="76347"/>
                  </a:cubicBezTo>
                  <a:cubicBezTo>
                    <a:pt x="5193" y="75330"/>
                    <a:pt x="6424" y="73296"/>
                    <a:pt x="6424" y="71047"/>
                  </a:cubicBezTo>
                  <a:cubicBezTo>
                    <a:pt x="6424" y="68826"/>
                    <a:pt x="5193" y="66792"/>
                    <a:pt x="3185" y="65748"/>
                  </a:cubicBezTo>
                  <a:cubicBezTo>
                    <a:pt x="3132" y="63767"/>
                    <a:pt x="2088" y="61974"/>
                    <a:pt x="402" y="60930"/>
                  </a:cubicBezTo>
                  <a:cubicBezTo>
                    <a:pt x="2088" y="59859"/>
                    <a:pt x="3132" y="58093"/>
                    <a:pt x="3185" y="56085"/>
                  </a:cubicBezTo>
                  <a:cubicBezTo>
                    <a:pt x="5193" y="55068"/>
                    <a:pt x="6424" y="53034"/>
                    <a:pt x="6424" y="50786"/>
                  </a:cubicBezTo>
                  <a:cubicBezTo>
                    <a:pt x="6424" y="48537"/>
                    <a:pt x="5193" y="46530"/>
                    <a:pt x="3185" y="45486"/>
                  </a:cubicBezTo>
                  <a:cubicBezTo>
                    <a:pt x="3185" y="43586"/>
                    <a:pt x="2088" y="41739"/>
                    <a:pt x="402" y="40668"/>
                  </a:cubicBezTo>
                  <a:cubicBezTo>
                    <a:pt x="1927" y="39705"/>
                    <a:pt x="3319" y="37885"/>
                    <a:pt x="3212" y="35824"/>
                  </a:cubicBezTo>
                  <a:cubicBezTo>
                    <a:pt x="5193" y="34780"/>
                    <a:pt x="6424" y="32772"/>
                    <a:pt x="6424" y="30524"/>
                  </a:cubicBezTo>
                  <a:cubicBezTo>
                    <a:pt x="6424" y="28276"/>
                    <a:pt x="5193" y="26268"/>
                    <a:pt x="3185" y="25225"/>
                  </a:cubicBezTo>
                  <a:cubicBezTo>
                    <a:pt x="3105" y="23244"/>
                    <a:pt x="2061" y="21451"/>
                    <a:pt x="402" y="20407"/>
                  </a:cubicBezTo>
                  <a:cubicBezTo>
                    <a:pt x="2088" y="19336"/>
                    <a:pt x="3185" y="17436"/>
                    <a:pt x="3185" y="15616"/>
                  </a:cubicBezTo>
                  <a:cubicBezTo>
                    <a:pt x="3185" y="15589"/>
                    <a:pt x="3185" y="15562"/>
                    <a:pt x="3185" y="15562"/>
                  </a:cubicBezTo>
                  <a:cubicBezTo>
                    <a:pt x="5193" y="14518"/>
                    <a:pt x="6424" y="12511"/>
                    <a:pt x="6424" y="10263"/>
                  </a:cubicBezTo>
                  <a:cubicBezTo>
                    <a:pt x="6424" y="8014"/>
                    <a:pt x="5193" y="6007"/>
                    <a:pt x="3185" y="4963"/>
                  </a:cubicBezTo>
                  <a:cubicBezTo>
                    <a:pt x="3185" y="3036"/>
                    <a:pt x="2007" y="1055"/>
                    <a:pt x="214"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 name="Google Shape;924;p167"/>
            <p:cNvSpPr/>
            <p:nvPr/>
          </p:nvSpPr>
          <p:spPr>
            <a:xfrm>
              <a:off x="1146800" y="2845375"/>
              <a:ext cx="159950" cy="2032675"/>
            </a:xfrm>
            <a:custGeom>
              <a:rect b="b" l="l" r="r" t="t"/>
              <a:pathLst>
                <a:path extrusionOk="0" h="81307" w="6398">
                  <a:moveTo>
                    <a:pt x="120" y="1"/>
                  </a:moveTo>
                  <a:cubicBezTo>
                    <a:pt x="81" y="1"/>
                    <a:pt x="44" y="24"/>
                    <a:pt x="28" y="57"/>
                  </a:cubicBezTo>
                  <a:cubicBezTo>
                    <a:pt x="28" y="84"/>
                    <a:pt x="1" y="110"/>
                    <a:pt x="1" y="137"/>
                  </a:cubicBezTo>
                  <a:cubicBezTo>
                    <a:pt x="1" y="164"/>
                    <a:pt x="28" y="217"/>
                    <a:pt x="81" y="244"/>
                  </a:cubicBezTo>
                  <a:cubicBezTo>
                    <a:pt x="1821" y="1234"/>
                    <a:pt x="2972" y="3162"/>
                    <a:pt x="2918" y="5035"/>
                  </a:cubicBezTo>
                  <a:cubicBezTo>
                    <a:pt x="2918" y="5089"/>
                    <a:pt x="2945" y="5142"/>
                    <a:pt x="2998" y="5142"/>
                  </a:cubicBezTo>
                  <a:cubicBezTo>
                    <a:pt x="4952" y="6133"/>
                    <a:pt x="6157" y="8086"/>
                    <a:pt x="6157" y="10254"/>
                  </a:cubicBezTo>
                  <a:cubicBezTo>
                    <a:pt x="6157" y="12422"/>
                    <a:pt x="4952" y="14376"/>
                    <a:pt x="2998" y="15367"/>
                  </a:cubicBezTo>
                  <a:cubicBezTo>
                    <a:pt x="2945" y="15393"/>
                    <a:pt x="2918" y="15420"/>
                    <a:pt x="2918" y="15474"/>
                  </a:cubicBezTo>
                  <a:cubicBezTo>
                    <a:pt x="2972" y="17321"/>
                    <a:pt x="1848" y="19248"/>
                    <a:pt x="81" y="20265"/>
                  </a:cubicBezTo>
                  <a:cubicBezTo>
                    <a:pt x="54" y="20292"/>
                    <a:pt x="28" y="20318"/>
                    <a:pt x="1" y="20345"/>
                  </a:cubicBezTo>
                  <a:cubicBezTo>
                    <a:pt x="1" y="20425"/>
                    <a:pt x="28" y="20479"/>
                    <a:pt x="81" y="20506"/>
                  </a:cubicBezTo>
                  <a:cubicBezTo>
                    <a:pt x="1794" y="21496"/>
                    <a:pt x="2865" y="23289"/>
                    <a:pt x="2918" y="25297"/>
                  </a:cubicBezTo>
                  <a:cubicBezTo>
                    <a:pt x="2918" y="25350"/>
                    <a:pt x="2945"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079" y="37823"/>
                    <a:pt x="1633" y="39643"/>
                    <a:pt x="81" y="40526"/>
                  </a:cubicBezTo>
                  <a:cubicBezTo>
                    <a:pt x="54" y="40553"/>
                    <a:pt x="28" y="40580"/>
                    <a:pt x="1" y="40633"/>
                  </a:cubicBezTo>
                  <a:cubicBezTo>
                    <a:pt x="1" y="40687"/>
                    <a:pt x="28" y="40741"/>
                    <a:pt x="81" y="40767"/>
                  </a:cubicBezTo>
                  <a:cubicBezTo>
                    <a:pt x="1821" y="41784"/>
                    <a:pt x="2918" y="43631"/>
                    <a:pt x="2918" y="45532"/>
                  </a:cubicBezTo>
                  <a:cubicBezTo>
                    <a:pt x="2918" y="45532"/>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81" y="60815"/>
                  </a:cubicBezTo>
                  <a:cubicBezTo>
                    <a:pt x="54" y="60815"/>
                    <a:pt x="28" y="60841"/>
                    <a:pt x="1" y="60895"/>
                  </a:cubicBezTo>
                  <a:cubicBezTo>
                    <a:pt x="1" y="60949"/>
                    <a:pt x="28"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8" y="81103"/>
                    <a:pt x="1" y="81183"/>
                    <a:pt x="28" y="81237"/>
                  </a:cubicBezTo>
                  <a:cubicBezTo>
                    <a:pt x="44" y="81288"/>
                    <a:pt x="83" y="81306"/>
                    <a:pt x="129" y="81306"/>
                  </a:cubicBezTo>
                  <a:cubicBezTo>
                    <a:pt x="156" y="81306"/>
                    <a:pt x="185" y="81300"/>
                    <a:pt x="215" y="81290"/>
                  </a:cubicBezTo>
                  <a:cubicBezTo>
                    <a:pt x="1981" y="80247"/>
                    <a:pt x="3106" y="78400"/>
                    <a:pt x="3186" y="76366"/>
                  </a:cubicBezTo>
                  <a:cubicBezTo>
                    <a:pt x="5167" y="75322"/>
                    <a:pt x="6398" y="73288"/>
                    <a:pt x="6398" y="71066"/>
                  </a:cubicBezTo>
                  <a:cubicBezTo>
                    <a:pt x="6398" y="68818"/>
                    <a:pt x="5167" y="66783"/>
                    <a:pt x="3186" y="65766"/>
                  </a:cubicBezTo>
                  <a:cubicBezTo>
                    <a:pt x="3106" y="63759"/>
                    <a:pt x="2062" y="61992"/>
                    <a:pt x="375" y="60922"/>
                  </a:cubicBezTo>
                  <a:cubicBezTo>
                    <a:pt x="2062" y="59878"/>
                    <a:pt x="3106" y="58085"/>
                    <a:pt x="3186" y="56077"/>
                  </a:cubicBezTo>
                  <a:cubicBezTo>
                    <a:pt x="5167" y="55060"/>
                    <a:pt x="6398" y="53026"/>
                    <a:pt x="6398" y="50778"/>
                  </a:cubicBezTo>
                  <a:cubicBezTo>
                    <a:pt x="6398" y="48556"/>
                    <a:pt x="5167" y="46522"/>
                    <a:pt x="3186" y="45505"/>
                  </a:cubicBezTo>
                  <a:cubicBezTo>
                    <a:pt x="3159" y="43604"/>
                    <a:pt x="2088" y="41731"/>
                    <a:pt x="375" y="40660"/>
                  </a:cubicBezTo>
                  <a:cubicBezTo>
                    <a:pt x="1901" y="39697"/>
                    <a:pt x="3293" y="37877"/>
                    <a:pt x="3186" y="35816"/>
                  </a:cubicBezTo>
                  <a:cubicBezTo>
                    <a:pt x="5167" y="34799"/>
                    <a:pt x="6398" y="32764"/>
                    <a:pt x="6398" y="30516"/>
                  </a:cubicBezTo>
                  <a:cubicBezTo>
                    <a:pt x="6398" y="28268"/>
                    <a:pt x="5167" y="26260"/>
                    <a:pt x="3186" y="25216"/>
                  </a:cubicBezTo>
                  <a:cubicBezTo>
                    <a:pt x="3079" y="23236"/>
                    <a:pt x="2062" y="21442"/>
                    <a:pt x="375" y="20399"/>
                  </a:cubicBezTo>
                  <a:cubicBezTo>
                    <a:pt x="2088" y="19328"/>
                    <a:pt x="3186" y="17401"/>
                    <a:pt x="3186" y="15554"/>
                  </a:cubicBezTo>
                  <a:cubicBezTo>
                    <a:pt x="5167" y="14510"/>
                    <a:pt x="6398" y="12503"/>
                    <a:pt x="6398" y="10254"/>
                  </a:cubicBezTo>
                  <a:cubicBezTo>
                    <a:pt x="6398" y="8006"/>
                    <a:pt x="5167" y="5999"/>
                    <a:pt x="3186" y="4955"/>
                  </a:cubicBezTo>
                  <a:cubicBezTo>
                    <a:pt x="3186" y="3028"/>
                    <a:pt x="1981" y="1047"/>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 name="Google Shape;925;p167"/>
            <p:cNvSpPr/>
            <p:nvPr/>
          </p:nvSpPr>
          <p:spPr>
            <a:xfrm>
              <a:off x="992900" y="2593575"/>
              <a:ext cx="160625" cy="2032875"/>
            </a:xfrm>
            <a:custGeom>
              <a:rect b="b" l="l" r="r" t="t"/>
              <a:pathLst>
                <a:path extrusionOk="0" h="81315" w="6425">
                  <a:moveTo>
                    <a:pt x="167" y="1"/>
                  </a:moveTo>
                  <a:cubicBezTo>
                    <a:pt x="120" y="1"/>
                    <a:pt x="67" y="26"/>
                    <a:pt x="27" y="65"/>
                  </a:cubicBezTo>
                  <a:cubicBezTo>
                    <a:pt x="27" y="92"/>
                    <a:pt x="27" y="118"/>
                    <a:pt x="27" y="118"/>
                  </a:cubicBezTo>
                  <a:cubicBezTo>
                    <a:pt x="27" y="172"/>
                    <a:pt x="54"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72" y="15402"/>
                    <a:pt x="2945" y="15428"/>
                    <a:pt x="2945" y="15482"/>
                  </a:cubicBezTo>
                  <a:cubicBezTo>
                    <a:pt x="2998" y="17329"/>
                    <a:pt x="1847"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72" y="35663"/>
                    <a:pt x="2945" y="35717"/>
                    <a:pt x="2945" y="35770"/>
                  </a:cubicBezTo>
                  <a:cubicBezTo>
                    <a:pt x="3105"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18"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5" y="78408"/>
                    <a:pt x="3186" y="76347"/>
                  </a:cubicBezTo>
                  <a:cubicBezTo>
                    <a:pt x="5193" y="75330"/>
                    <a:pt x="6424" y="73296"/>
                    <a:pt x="6424" y="71047"/>
                  </a:cubicBezTo>
                  <a:cubicBezTo>
                    <a:pt x="6424" y="68826"/>
                    <a:pt x="5193" y="66792"/>
                    <a:pt x="3186" y="65748"/>
                  </a:cubicBezTo>
                  <a:cubicBezTo>
                    <a:pt x="3105" y="63767"/>
                    <a:pt x="2088" y="61974"/>
                    <a:pt x="402" y="60930"/>
                  </a:cubicBezTo>
                  <a:cubicBezTo>
                    <a:pt x="2088" y="59859"/>
                    <a:pt x="3105" y="58093"/>
                    <a:pt x="3186" y="56085"/>
                  </a:cubicBezTo>
                  <a:cubicBezTo>
                    <a:pt x="5193" y="55068"/>
                    <a:pt x="6424" y="53034"/>
                    <a:pt x="6424" y="50786"/>
                  </a:cubicBezTo>
                  <a:cubicBezTo>
                    <a:pt x="6424" y="48537"/>
                    <a:pt x="5193" y="46530"/>
                    <a:pt x="3186" y="45486"/>
                  </a:cubicBezTo>
                  <a:cubicBezTo>
                    <a:pt x="3159" y="43586"/>
                    <a:pt x="2088" y="41739"/>
                    <a:pt x="402" y="40668"/>
                  </a:cubicBezTo>
                  <a:cubicBezTo>
                    <a:pt x="1901" y="39705"/>
                    <a:pt x="3320" y="37885"/>
                    <a:pt x="3186" y="35824"/>
                  </a:cubicBezTo>
                  <a:cubicBezTo>
                    <a:pt x="5193" y="34780"/>
                    <a:pt x="6424" y="32772"/>
                    <a:pt x="6424" y="30524"/>
                  </a:cubicBezTo>
                  <a:cubicBezTo>
                    <a:pt x="6424" y="28276"/>
                    <a:pt x="5193" y="26268"/>
                    <a:pt x="3186" y="25225"/>
                  </a:cubicBezTo>
                  <a:cubicBezTo>
                    <a:pt x="3105" y="23244"/>
                    <a:pt x="2062" y="21451"/>
                    <a:pt x="402" y="20407"/>
                  </a:cubicBezTo>
                  <a:cubicBezTo>
                    <a:pt x="2088" y="19336"/>
                    <a:pt x="3186" y="17436"/>
                    <a:pt x="3186" y="15616"/>
                  </a:cubicBezTo>
                  <a:cubicBezTo>
                    <a:pt x="3186" y="15589"/>
                    <a:pt x="3186" y="15562"/>
                    <a:pt x="3186" y="15562"/>
                  </a:cubicBezTo>
                  <a:cubicBezTo>
                    <a:pt x="5193" y="14518"/>
                    <a:pt x="6424" y="12511"/>
                    <a:pt x="6424" y="10263"/>
                  </a:cubicBezTo>
                  <a:cubicBezTo>
                    <a:pt x="6424" y="8014"/>
                    <a:pt x="5193" y="6007"/>
                    <a:pt x="3186" y="4963"/>
                  </a:cubicBezTo>
                  <a:cubicBezTo>
                    <a:pt x="3186" y="3036"/>
                    <a:pt x="2008" y="1055"/>
                    <a:pt x="215"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 name="Google Shape;926;p167"/>
            <p:cNvSpPr/>
            <p:nvPr/>
          </p:nvSpPr>
          <p:spPr>
            <a:xfrm>
              <a:off x="839675" y="2845375"/>
              <a:ext cx="159950" cy="2032675"/>
            </a:xfrm>
            <a:custGeom>
              <a:rect b="b" l="l" r="r" t="t"/>
              <a:pathLst>
                <a:path extrusionOk="0" h="81307" w="6398">
                  <a:moveTo>
                    <a:pt x="119" y="1"/>
                  </a:moveTo>
                  <a:cubicBezTo>
                    <a:pt x="81" y="1"/>
                    <a:pt x="44" y="24"/>
                    <a:pt x="27" y="57"/>
                  </a:cubicBezTo>
                  <a:cubicBezTo>
                    <a:pt x="0" y="84"/>
                    <a:pt x="0" y="110"/>
                    <a:pt x="0" y="137"/>
                  </a:cubicBezTo>
                  <a:cubicBezTo>
                    <a:pt x="0" y="164"/>
                    <a:pt x="27" y="217"/>
                    <a:pt x="54" y="244"/>
                  </a:cubicBezTo>
                  <a:cubicBezTo>
                    <a:pt x="1794" y="1234"/>
                    <a:pt x="2971" y="3162"/>
                    <a:pt x="2918" y="5035"/>
                  </a:cubicBezTo>
                  <a:cubicBezTo>
                    <a:pt x="2918" y="5089"/>
                    <a:pt x="2945" y="5142"/>
                    <a:pt x="2998" y="5142"/>
                  </a:cubicBezTo>
                  <a:cubicBezTo>
                    <a:pt x="4925" y="6133"/>
                    <a:pt x="6156" y="8086"/>
                    <a:pt x="6156" y="10254"/>
                  </a:cubicBezTo>
                  <a:cubicBezTo>
                    <a:pt x="6156" y="12422"/>
                    <a:pt x="4925" y="14376"/>
                    <a:pt x="2998" y="15367"/>
                  </a:cubicBezTo>
                  <a:cubicBezTo>
                    <a:pt x="2945" y="15393"/>
                    <a:pt x="2918" y="15420"/>
                    <a:pt x="2918" y="15474"/>
                  </a:cubicBezTo>
                  <a:cubicBezTo>
                    <a:pt x="2971" y="17321"/>
                    <a:pt x="1847" y="19248"/>
                    <a:pt x="81" y="20265"/>
                  </a:cubicBezTo>
                  <a:cubicBezTo>
                    <a:pt x="54" y="20292"/>
                    <a:pt x="27" y="20318"/>
                    <a:pt x="0" y="20345"/>
                  </a:cubicBezTo>
                  <a:cubicBezTo>
                    <a:pt x="0" y="20425"/>
                    <a:pt x="27" y="20479"/>
                    <a:pt x="54" y="20506"/>
                  </a:cubicBezTo>
                  <a:cubicBezTo>
                    <a:pt x="1794" y="21496"/>
                    <a:pt x="2864" y="23289"/>
                    <a:pt x="2918" y="25297"/>
                  </a:cubicBezTo>
                  <a:cubicBezTo>
                    <a:pt x="2918" y="25350"/>
                    <a:pt x="2945" y="25404"/>
                    <a:pt x="2998" y="25404"/>
                  </a:cubicBezTo>
                  <a:cubicBezTo>
                    <a:pt x="4925" y="26394"/>
                    <a:pt x="6156" y="28348"/>
                    <a:pt x="6156" y="30516"/>
                  </a:cubicBezTo>
                  <a:cubicBezTo>
                    <a:pt x="6156" y="32684"/>
                    <a:pt x="4925" y="34665"/>
                    <a:pt x="2998" y="35628"/>
                  </a:cubicBezTo>
                  <a:cubicBezTo>
                    <a:pt x="2945" y="35655"/>
                    <a:pt x="2918" y="35709"/>
                    <a:pt x="2918" y="35762"/>
                  </a:cubicBezTo>
                  <a:cubicBezTo>
                    <a:pt x="3078" y="37823"/>
                    <a:pt x="1606" y="39643"/>
                    <a:pt x="81" y="40526"/>
                  </a:cubicBezTo>
                  <a:cubicBezTo>
                    <a:pt x="54" y="40553"/>
                    <a:pt x="27" y="40580"/>
                    <a:pt x="0" y="40633"/>
                  </a:cubicBezTo>
                  <a:cubicBezTo>
                    <a:pt x="0" y="40687"/>
                    <a:pt x="27" y="40741"/>
                    <a:pt x="54" y="40767"/>
                  </a:cubicBezTo>
                  <a:cubicBezTo>
                    <a:pt x="1794" y="41784"/>
                    <a:pt x="2918" y="43631"/>
                    <a:pt x="2918" y="45532"/>
                  </a:cubicBezTo>
                  <a:cubicBezTo>
                    <a:pt x="2918" y="45558"/>
                    <a:pt x="2918" y="45558"/>
                    <a:pt x="2918" y="45558"/>
                  </a:cubicBezTo>
                  <a:cubicBezTo>
                    <a:pt x="2918" y="45612"/>
                    <a:pt x="2945" y="45665"/>
                    <a:pt x="2998" y="45692"/>
                  </a:cubicBezTo>
                  <a:cubicBezTo>
                    <a:pt x="4925" y="46656"/>
                    <a:pt x="6156" y="48610"/>
                    <a:pt x="6156" y="50778"/>
                  </a:cubicBezTo>
                  <a:cubicBezTo>
                    <a:pt x="6156" y="52972"/>
                    <a:pt x="4925" y="54926"/>
                    <a:pt x="2998" y="55890"/>
                  </a:cubicBezTo>
                  <a:cubicBezTo>
                    <a:pt x="2945" y="55917"/>
                    <a:pt x="2918" y="55970"/>
                    <a:pt x="2918" y="55997"/>
                  </a:cubicBezTo>
                  <a:cubicBezTo>
                    <a:pt x="2864" y="58004"/>
                    <a:pt x="1820" y="59798"/>
                    <a:pt x="81" y="60815"/>
                  </a:cubicBezTo>
                  <a:cubicBezTo>
                    <a:pt x="54" y="60815"/>
                    <a:pt x="27" y="60841"/>
                    <a:pt x="0" y="60895"/>
                  </a:cubicBezTo>
                  <a:cubicBezTo>
                    <a:pt x="0" y="60949"/>
                    <a:pt x="27" y="61002"/>
                    <a:pt x="54" y="61029"/>
                  </a:cubicBezTo>
                  <a:cubicBezTo>
                    <a:pt x="1794" y="62046"/>
                    <a:pt x="2864" y="63839"/>
                    <a:pt x="2918" y="65847"/>
                  </a:cubicBezTo>
                  <a:cubicBezTo>
                    <a:pt x="2918" y="65873"/>
                    <a:pt x="2945" y="65927"/>
                    <a:pt x="2998" y="65954"/>
                  </a:cubicBezTo>
                  <a:cubicBezTo>
                    <a:pt x="4925" y="66917"/>
                    <a:pt x="6156" y="68871"/>
                    <a:pt x="6156" y="71066"/>
                  </a:cubicBezTo>
                  <a:cubicBezTo>
                    <a:pt x="6156" y="73234"/>
                    <a:pt x="4925" y="75188"/>
                    <a:pt x="2998" y="76151"/>
                  </a:cubicBezTo>
                  <a:cubicBezTo>
                    <a:pt x="2945" y="76178"/>
                    <a:pt x="2918" y="76232"/>
                    <a:pt x="2918" y="76285"/>
                  </a:cubicBezTo>
                  <a:cubicBezTo>
                    <a:pt x="2864" y="78266"/>
                    <a:pt x="1794" y="80059"/>
                    <a:pt x="81" y="81076"/>
                  </a:cubicBezTo>
                  <a:cubicBezTo>
                    <a:pt x="0" y="81103"/>
                    <a:pt x="0" y="81183"/>
                    <a:pt x="27" y="81237"/>
                  </a:cubicBezTo>
                  <a:cubicBezTo>
                    <a:pt x="44" y="81288"/>
                    <a:pt x="83" y="81306"/>
                    <a:pt x="122" y="81306"/>
                  </a:cubicBezTo>
                  <a:cubicBezTo>
                    <a:pt x="145" y="81306"/>
                    <a:pt x="168" y="81300"/>
                    <a:pt x="188" y="81290"/>
                  </a:cubicBezTo>
                  <a:cubicBezTo>
                    <a:pt x="1981" y="80247"/>
                    <a:pt x="3105" y="78400"/>
                    <a:pt x="3159" y="76366"/>
                  </a:cubicBezTo>
                  <a:cubicBezTo>
                    <a:pt x="5166" y="75322"/>
                    <a:pt x="6397" y="73288"/>
                    <a:pt x="6397" y="71066"/>
                  </a:cubicBezTo>
                  <a:cubicBezTo>
                    <a:pt x="6397" y="68818"/>
                    <a:pt x="5166" y="66783"/>
                    <a:pt x="3159" y="65766"/>
                  </a:cubicBezTo>
                  <a:cubicBezTo>
                    <a:pt x="3105" y="63759"/>
                    <a:pt x="2061" y="61992"/>
                    <a:pt x="375" y="60922"/>
                  </a:cubicBezTo>
                  <a:cubicBezTo>
                    <a:pt x="2061" y="59878"/>
                    <a:pt x="3105" y="58085"/>
                    <a:pt x="3159" y="56077"/>
                  </a:cubicBezTo>
                  <a:cubicBezTo>
                    <a:pt x="5166" y="55060"/>
                    <a:pt x="6397" y="53026"/>
                    <a:pt x="6397" y="50778"/>
                  </a:cubicBezTo>
                  <a:cubicBezTo>
                    <a:pt x="6397" y="48556"/>
                    <a:pt x="5166" y="46522"/>
                    <a:pt x="3159" y="45505"/>
                  </a:cubicBezTo>
                  <a:cubicBezTo>
                    <a:pt x="3159" y="43604"/>
                    <a:pt x="2061" y="41731"/>
                    <a:pt x="375" y="40660"/>
                  </a:cubicBezTo>
                  <a:cubicBezTo>
                    <a:pt x="1901" y="39697"/>
                    <a:pt x="3292" y="37877"/>
                    <a:pt x="3185" y="35816"/>
                  </a:cubicBezTo>
                  <a:cubicBezTo>
                    <a:pt x="5166" y="34799"/>
                    <a:pt x="6397" y="32764"/>
                    <a:pt x="6397" y="30516"/>
                  </a:cubicBezTo>
                  <a:cubicBezTo>
                    <a:pt x="6397" y="28268"/>
                    <a:pt x="5166" y="26260"/>
                    <a:pt x="3159" y="25216"/>
                  </a:cubicBezTo>
                  <a:cubicBezTo>
                    <a:pt x="3078" y="23236"/>
                    <a:pt x="2035" y="21442"/>
                    <a:pt x="375" y="20399"/>
                  </a:cubicBezTo>
                  <a:cubicBezTo>
                    <a:pt x="2061" y="19328"/>
                    <a:pt x="3159" y="17454"/>
                    <a:pt x="3159" y="15608"/>
                  </a:cubicBezTo>
                  <a:cubicBezTo>
                    <a:pt x="3159" y="15581"/>
                    <a:pt x="3159" y="15581"/>
                    <a:pt x="3159" y="15554"/>
                  </a:cubicBezTo>
                  <a:cubicBezTo>
                    <a:pt x="5166" y="14510"/>
                    <a:pt x="6397" y="12503"/>
                    <a:pt x="6397" y="10254"/>
                  </a:cubicBezTo>
                  <a:cubicBezTo>
                    <a:pt x="6397" y="8006"/>
                    <a:pt x="5166" y="5999"/>
                    <a:pt x="3159" y="4955"/>
                  </a:cubicBezTo>
                  <a:cubicBezTo>
                    <a:pt x="3159" y="3028"/>
                    <a:pt x="1981" y="1047"/>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 name="Google Shape;927;p167"/>
            <p:cNvSpPr/>
            <p:nvPr/>
          </p:nvSpPr>
          <p:spPr>
            <a:xfrm>
              <a:off x="685775" y="2593575"/>
              <a:ext cx="159950" cy="2032875"/>
            </a:xfrm>
            <a:custGeom>
              <a:rect b="b" l="l" r="r" t="t"/>
              <a:pathLst>
                <a:path extrusionOk="0" h="81315" w="6398">
                  <a:moveTo>
                    <a:pt x="140" y="1"/>
                  </a:moveTo>
                  <a:cubicBezTo>
                    <a:pt x="95" y="1"/>
                    <a:pt x="47" y="26"/>
                    <a:pt x="27" y="65"/>
                  </a:cubicBezTo>
                  <a:cubicBezTo>
                    <a:pt x="27"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98" y="17329"/>
                    <a:pt x="1847" y="19256"/>
                    <a:pt x="81" y="20273"/>
                  </a:cubicBezTo>
                  <a:cubicBezTo>
                    <a:pt x="54" y="20300"/>
                    <a:pt x="27" y="20326"/>
                    <a:pt x="27"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27" y="40615"/>
                  </a:cubicBezTo>
                  <a:cubicBezTo>
                    <a:pt x="0" y="40668"/>
                    <a:pt x="27" y="40749"/>
                    <a:pt x="81" y="40775"/>
                  </a:cubicBezTo>
                  <a:cubicBezTo>
                    <a:pt x="1820" y="41766"/>
                    <a:pt x="2918" y="43639"/>
                    <a:pt x="2918" y="45540"/>
                  </a:cubicBezTo>
                  <a:lnTo>
                    <a:pt x="2918" y="45566"/>
                  </a:ln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91" y="58012"/>
                    <a:pt x="1820" y="59806"/>
                    <a:pt x="81" y="60796"/>
                  </a:cubicBezTo>
                  <a:cubicBezTo>
                    <a:pt x="54" y="60823"/>
                    <a:pt x="27" y="60850"/>
                    <a:pt x="27" y="60903"/>
                  </a:cubicBezTo>
                  <a:cubicBezTo>
                    <a:pt x="0" y="60957"/>
                    <a:pt x="27" y="61010"/>
                    <a:pt x="81" y="61037"/>
                  </a:cubicBezTo>
                  <a:cubicBezTo>
                    <a:pt x="1820" y="62054"/>
                    <a:pt x="2891"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91" y="78274"/>
                    <a:pt x="1820" y="80067"/>
                    <a:pt x="81" y="81084"/>
                  </a:cubicBezTo>
                  <a:cubicBezTo>
                    <a:pt x="27" y="81111"/>
                    <a:pt x="0" y="81191"/>
                    <a:pt x="27" y="81245"/>
                  </a:cubicBezTo>
                  <a:cubicBezTo>
                    <a:pt x="61" y="81296"/>
                    <a:pt x="95" y="81315"/>
                    <a:pt x="136" y="81315"/>
                  </a:cubicBezTo>
                  <a:cubicBezTo>
                    <a:pt x="159" y="81315"/>
                    <a:pt x="185" y="81308"/>
                    <a:pt x="214" y="81299"/>
                  </a:cubicBezTo>
                  <a:cubicBezTo>
                    <a:pt x="2008"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88"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88" y="19336"/>
                    <a:pt x="3185" y="17436"/>
                    <a:pt x="3185" y="15616"/>
                  </a:cubicBezTo>
                  <a:cubicBezTo>
                    <a:pt x="3185" y="15589"/>
                    <a:pt x="3185" y="15589"/>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 name="Google Shape;928;p167"/>
            <p:cNvSpPr/>
            <p:nvPr/>
          </p:nvSpPr>
          <p:spPr>
            <a:xfrm>
              <a:off x="531875" y="2845375"/>
              <a:ext cx="160600" cy="2032675"/>
            </a:xfrm>
            <a:custGeom>
              <a:rect b="b" l="l" r="r" t="t"/>
              <a:pathLst>
                <a:path extrusionOk="0" h="81307" w="6424">
                  <a:moveTo>
                    <a:pt x="144" y="1"/>
                  </a:moveTo>
                  <a:cubicBezTo>
                    <a:pt x="103" y="1"/>
                    <a:pt x="60" y="24"/>
                    <a:pt x="27" y="57"/>
                  </a:cubicBezTo>
                  <a:cubicBezTo>
                    <a:pt x="27" y="84"/>
                    <a:pt x="27" y="110"/>
                    <a:pt x="27" y="137"/>
                  </a:cubicBezTo>
                  <a:cubicBezTo>
                    <a:pt x="27" y="164"/>
                    <a:pt x="54" y="217"/>
                    <a:pt x="80" y="244"/>
                  </a:cubicBezTo>
                  <a:cubicBezTo>
                    <a:pt x="1820" y="1234"/>
                    <a:pt x="2971" y="3162"/>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47"/>
                    <a:pt x="2944" y="15474"/>
                  </a:cubicBezTo>
                  <a:cubicBezTo>
                    <a:pt x="2998" y="17321"/>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71" y="35655"/>
                    <a:pt x="2944"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lnTo>
                    <a:pt x="2944" y="45558"/>
                  </a:ln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54" y="81237"/>
                  </a:cubicBezTo>
                  <a:cubicBezTo>
                    <a:pt x="71" y="81288"/>
                    <a:pt x="109" y="81306"/>
                    <a:pt x="149" y="81306"/>
                  </a:cubicBezTo>
                  <a:cubicBezTo>
                    <a:pt x="171" y="81306"/>
                    <a:pt x="195" y="81300"/>
                    <a:pt x="214" y="81290"/>
                  </a:cubicBezTo>
                  <a:cubicBezTo>
                    <a:pt x="2008" y="80247"/>
                    <a:pt x="3105" y="78400"/>
                    <a:pt x="3185" y="76366"/>
                  </a:cubicBezTo>
                  <a:cubicBezTo>
                    <a:pt x="5193" y="75322"/>
                    <a:pt x="6424" y="73288"/>
                    <a:pt x="6424" y="71066"/>
                  </a:cubicBezTo>
                  <a:cubicBezTo>
                    <a:pt x="6424" y="68818"/>
                    <a:pt x="5193" y="66783"/>
                    <a:pt x="3185" y="65766"/>
                  </a:cubicBezTo>
                  <a:cubicBezTo>
                    <a:pt x="3105" y="63759"/>
                    <a:pt x="2088" y="61992"/>
                    <a:pt x="402" y="60922"/>
                  </a:cubicBezTo>
                  <a:cubicBezTo>
                    <a:pt x="2088" y="59878"/>
                    <a:pt x="3105" y="58085"/>
                    <a:pt x="3185" y="56077"/>
                  </a:cubicBezTo>
                  <a:cubicBezTo>
                    <a:pt x="5193" y="55060"/>
                    <a:pt x="6424" y="53026"/>
                    <a:pt x="6424" y="50778"/>
                  </a:cubicBezTo>
                  <a:cubicBezTo>
                    <a:pt x="6424" y="48556"/>
                    <a:pt x="5193" y="46522"/>
                    <a:pt x="3185" y="45505"/>
                  </a:cubicBezTo>
                  <a:cubicBezTo>
                    <a:pt x="3185" y="43604"/>
                    <a:pt x="2088" y="41731"/>
                    <a:pt x="402" y="40660"/>
                  </a:cubicBezTo>
                  <a:cubicBezTo>
                    <a:pt x="1900" y="39697"/>
                    <a:pt x="3319" y="37877"/>
                    <a:pt x="3185" y="35816"/>
                  </a:cubicBezTo>
                  <a:cubicBezTo>
                    <a:pt x="5193" y="34799"/>
                    <a:pt x="6424" y="32764"/>
                    <a:pt x="6424" y="30516"/>
                  </a:cubicBezTo>
                  <a:cubicBezTo>
                    <a:pt x="6424" y="28268"/>
                    <a:pt x="5193" y="26260"/>
                    <a:pt x="3185" y="25216"/>
                  </a:cubicBezTo>
                  <a:cubicBezTo>
                    <a:pt x="3105" y="23236"/>
                    <a:pt x="2061" y="21442"/>
                    <a:pt x="402"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94" y="10"/>
                    <a:pt x="169"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 name="Google Shape;929;p167"/>
            <p:cNvSpPr/>
            <p:nvPr/>
          </p:nvSpPr>
          <p:spPr>
            <a:xfrm>
              <a:off x="378625" y="2593575"/>
              <a:ext cx="159950" cy="2032875"/>
            </a:xfrm>
            <a:custGeom>
              <a:rect b="b" l="l" r="r" t="t"/>
              <a:pathLst>
                <a:path extrusionOk="0" h="81315" w="6398">
                  <a:moveTo>
                    <a:pt x="141" y="1"/>
                  </a:moveTo>
                  <a:cubicBezTo>
                    <a:pt x="95" y="1"/>
                    <a:pt x="47" y="26"/>
                    <a:pt x="28" y="65"/>
                  </a:cubicBezTo>
                  <a:cubicBezTo>
                    <a:pt x="1" y="92"/>
                    <a:pt x="1" y="118"/>
                    <a:pt x="1" y="118"/>
                  </a:cubicBezTo>
                  <a:cubicBezTo>
                    <a:pt x="1" y="172"/>
                    <a:pt x="28" y="225"/>
                    <a:pt x="54" y="225"/>
                  </a:cubicBezTo>
                  <a:cubicBezTo>
                    <a:pt x="1794" y="1243"/>
                    <a:pt x="2918" y="3116"/>
                    <a:pt x="2918" y="4963"/>
                  </a:cubicBezTo>
                  <a:cubicBezTo>
                    <a:pt x="2918" y="4990"/>
                    <a:pt x="2918" y="5017"/>
                    <a:pt x="2918" y="5043"/>
                  </a:cubicBezTo>
                  <a:cubicBezTo>
                    <a:pt x="2918" y="5070"/>
                    <a:pt x="2945" y="5124"/>
                    <a:pt x="2999" y="5150"/>
                  </a:cubicBezTo>
                  <a:cubicBezTo>
                    <a:pt x="4952" y="6141"/>
                    <a:pt x="6157" y="8095"/>
                    <a:pt x="6157" y="10263"/>
                  </a:cubicBezTo>
                  <a:cubicBezTo>
                    <a:pt x="6157" y="12431"/>
                    <a:pt x="4952" y="14384"/>
                    <a:pt x="2999" y="15375"/>
                  </a:cubicBezTo>
                  <a:cubicBezTo>
                    <a:pt x="2945" y="15402"/>
                    <a:pt x="2918" y="15428"/>
                    <a:pt x="2918" y="15482"/>
                  </a:cubicBezTo>
                  <a:cubicBezTo>
                    <a:pt x="2972" y="17329"/>
                    <a:pt x="1848" y="19256"/>
                    <a:pt x="81" y="20273"/>
                  </a:cubicBezTo>
                  <a:cubicBezTo>
                    <a:pt x="54" y="20300"/>
                    <a:pt x="28" y="20326"/>
                    <a:pt x="1" y="20353"/>
                  </a:cubicBezTo>
                  <a:cubicBezTo>
                    <a:pt x="1" y="20407"/>
                    <a:pt x="28" y="20487"/>
                    <a:pt x="54" y="20514"/>
                  </a:cubicBezTo>
                  <a:cubicBezTo>
                    <a:pt x="1794" y="21504"/>
                    <a:pt x="2865" y="23297"/>
                    <a:pt x="2918" y="25305"/>
                  </a:cubicBezTo>
                  <a:cubicBezTo>
                    <a:pt x="2918" y="25358"/>
                    <a:pt x="2945" y="25412"/>
                    <a:pt x="2999" y="25412"/>
                  </a:cubicBezTo>
                  <a:cubicBezTo>
                    <a:pt x="4952" y="26402"/>
                    <a:pt x="6157" y="28356"/>
                    <a:pt x="6157" y="30524"/>
                  </a:cubicBezTo>
                  <a:cubicBezTo>
                    <a:pt x="6157" y="32692"/>
                    <a:pt x="4952" y="34646"/>
                    <a:pt x="2999" y="35636"/>
                  </a:cubicBezTo>
                  <a:cubicBezTo>
                    <a:pt x="2945" y="35663"/>
                    <a:pt x="2918" y="35717"/>
                    <a:pt x="2918" y="35770"/>
                  </a:cubicBezTo>
                  <a:cubicBezTo>
                    <a:pt x="3079" y="37831"/>
                    <a:pt x="1607" y="39651"/>
                    <a:pt x="81" y="40535"/>
                  </a:cubicBezTo>
                  <a:cubicBezTo>
                    <a:pt x="54" y="40561"/>
                    <a:pt x="28" y="40588"/>
                    <a:pt x="1" y="40615"/>
                  </a:cubicBezTo>
                  <a:cubicBezTo>
                    <a:pt x="1" y="40668"/>
                    <a:pt x="28" y="40749"/>
                    <a:pt x="54" y="40775"/>
                  </a:cubicBezTo>
                  <a:cubicBezTo>
                    <a:pt x="1794" y="41766"/>
                    <a:pt x="2918" y="43639"/>
                    <a:pt x="2918" y="45540"/>
                  </a:cubicBezTo>
                  <a:cubicBezTo>
                    <a:pt x="2918" y="45540"/>
                    <a:pt x="2918" y="45566"/>
                    <a:pt x="2918" y="45566"/>
                  </a:cubicBezTo>
                  <a:cubicBezTo>
                    <a:pt x="2918" y="45620"/>
                    <a:pt x="2945" y="45674"/>
                    <a:pt x="2999" y="45674"/>
                  </a:cubicBezTo>
                  <a:cubicBezTo>
                    <a:pt x="4952" y="46664"/>
                    <a:pt x="6157" y="48618"/>
                    <a:pt x="6157" y="50786"/>
                  </a:cubicBezTo>
                  <a:cubicBezTo>
                    <a:pt x="6157" y="52954"/>
                    <a:pt x="4952" y="54934"/>
                    <a:pt x="2999" y="55898"/>
                  </a:cubicBezTo>
                  <a:cubicBezTo>
                    <a:pt x="2945" y="55925"/>
                    <a:pt x="2918" y="55952"/>
                    <a:pt x="2918" y="56005"/>
                  </a:cubicBezTo>
                  <a:cubicBezTo>
                    <a:pt x="2865" y="58012"/>
                    <a:pt x="1821" y="59806"/>
                    <a:pt x="81" y="60796"/>
                  </a:cubicBezTo>
                  <a:cubicBezTo>
                    <a:pt x="54" y="60823"/>
                    <a:pt x="28" y="60850"/>
                    <a:pt x="1" y="60903"/>
                  </a:cubicBezTo>
                  <a:cubicBezTo>
                    <a:pt x="1" y="60957"/>
                    <a:pt x="28" y="61010"/>
                    <a:pt x="54" y="61037"/>
                  </a:cubicBezTo>
                  <a:cubicBezTo>
                    <a:pt x="1794" y="62054"/>
                    <a:pt x="2865" y="63847"/>
                    <a:pt x="2918" y="65828"/>
                  </a:cubicBezTo>
                  <a:cubicBezTo>
                    <a:pt x="2918" y="65882"/>
                    <a:pt x="2945" y="65935"/>
                    <a:pt x="2999" y="65962"/>
                  </a:cubicBezTo>
                  <a:cubicBezTo>
                    <a:pt x="4952" y="66925"/>
                    <a:pt x="6157" y="68879"/>
                    <a:pt x="6157" y="71047"/>
                  </a:cubicBezTo>
                  <a:cubicBezTo>
                    <a:pt x="6157" y="73242"/>
                    <a:pt x="4952" y="75196"/>
                    <a:pt x="2999" y="76160"/>
                  </a:cubicBezTo>
                  <a:cubicBezTo>
                    <a:pt x="2945" y="76186"/>
                    <a:pt x="2918" y="76240"/>
                    <a:pt x="2918" y="76267"/>
                  </a:cubicBezTo>
                  <a:cubicBezTo>
                    <a:pt x="2865" y="78274"/>
                    <a:pt x="1821" y="80067"/>
                    <a:pt x="81" y="81084"/>
                  </a:cubicBezTo>
                  <a:cubicBezTo>
                    <a:pt x="1" y="81111"/>
                    <a:pt x="1" y="81191"/>
                    <a:pt x="28" y="81245"/>
                  </a:cubicBezTo>
                  <a:cubicBezTo>
                    <a:pt x="45" y="81296"/>
                    <a:pt x="83" y="81315"/>
                    <a:pt x="123" y="81315"/>
                  </a:cubicBezTo>
                  <a:cubicBezTo>
                    <a:pt x="145" y="81315"/>
                    <a:pt x="169" y="81308"/>
                    <a:pt x="188" y="81299"/>
                  </a:cubicBezTo>
                  <a:cubicBezTo>
                    <a:pt x="1981" y="80255"/>
                    <a:pt x="3106" y="78408"/>
                    <a:pt x="3159" y="76347"/>
                  </a:cubicBezTo>
                  <a:cubicBezTo>
                    <a:pt x="5167" y="75330"/>
                    <a:pt x="6398" y="73296"/>
                    <a:pt x="6398" y="71047"/>
                  </a:cubicBezTo>
                  <a:cubicBezTo>
                    <a:pt x="6398" y="68826"/>
                    <a:pt x="5167" y="66792"/>
                    <a:pt x="3159" y="65748"/>
                  </a:cubicBezTo>
                  <a:cubicBezTo>
                    <a:pt x="3106" y="63767"/>
                    <a:pt x="2062" y="61974"/>
                    <a:pt x="376" y="60930"/>
                  </a:cubicBezTo>
                  <a:cubicBezTo>
                    <a:pt x="2062" y="59859"/>
                    <a:pt x="3106" y="58093"/>
                    <a:pt x="3159" y="56085"/>
                  </a:cubicBezTo>
                  <a:cubicBezTo>
                    <a:pt x="5167" y="55068"/>
                    <a:pt x="6398" y="53034"/>
                    <a:pt x="6398" y="50786"/>
                  </a:cubicBezTo>
                  <a:cubicBezTo>
                    <a:pt x="6398" y="48537"/>
                    <a:pt x="5167" y="46530"/>
                    <a:pt x="3159" y="45486"/>
                  </a:cubicBezTo>
                  <a:cubicBezTo>
                    <a:pt x="3159" y="43586"/>
                    <a:pt x="2062" y="41739"/>
                    <a:pt x="376" y="40668"/>
                  </a:cubicBezTo>
                  <a:cubicBezTo>
                    <a:pt x="1901" y="39705"/>
                    <a:pt x="3293" y="37885"/>
                    <a:pt x="3186" y="35824"/>
                  </a:cubicBezTo>
                  <a:cubicBezTo>
                    <a:pt x="5167" y="34780"/>
                    <a:pt x="6398" y="32772"/>
                    <a:pt x="6398" y="30524"/>
                  </a:cubicBezTo>
                  <a:cubicBezTo>
                    <a:pt x="6398" y="28276"/>
                    <a:pt x="5167" y="26268"/>
                    <a:pt x="3159" y="25225"/>
                  </a:cubicBezTo>
                  <a:cubicBezTo>
                    <a:pt x="3079" y="23244"/>
                    <a:pt x="2035" y="21451"/>
                    <a:pt x="376" y="20407"/>
                  </a:cubicBezTo>
                  <a:cubicBezTo>
                    <a:pt x="2062" y="19336"/>
                    <a:pt x="3186" y="17436"/>
                    <a:pt x="3186" y="15616"/>
                  </a:cubicBezTo>
                  <a:cubicBezTo>
                    <a:pt x="3186" y="15589"/>
                    <a:pt x="3186" y="15589"/>
                    <a:pt x="3186" y="15562"/>
                  </a:cubicBezTo>
                  <a:cubicBezTo>
                    <a:pt x="5167" y="14518"/>
                    <a:pt x="6398" y="12511"/>
                    <a:pt x="6398" y="10263"/>
                  </a:cubicBezTo>
                  <a:cubicBezTo>
                    <a:pt x="6398" y="8014"/>
                    <a:pt x="5167" y="6007"/>
                    <a:pt x="3186" y="4963"/>
                  </a:cubicBezTo>
                  <a:cubicBezTo>
                    <a:pt x="3186" y="3036"/>
                    <a:pt x="1981" y="1055"/>
                    <a:pt x="188" y="11"/>
                  </a:cubicBezTo>
                  <a:cubicBezTo>
                    <a:pt x="174" y="4"/>
                    <a:pt x="158" y="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 name="Google Shape;930;p167"/>
            <p:cNvSpPr/>
            <p:nvPr/>
          </p:nvSpPr>
          <p:spPr>
            <a:xfrm>
              <a:off x="224725" y="2845375"/>
              <a:ext cx="159950" cy="2032675"/>
            </a:xfrm>
            <a:custGeom>
              <a:rect b="b" l="l" r="r" t="t"/>
              <a:pathLst>
                <a:path extrusionOk="0" h="81307" w="6398">
                  <a:moveTo>
                    <a:pt x="126" y="1"/>
                  </a:moveTo>
                  <a:cubicBezTo>
                    <a:pt x="81" y="1"/>
                    <a:pt x="44" y="24"/>
                    <a:pt x="27" y="57"/>
                  </a:cubicBezTo>
                  <a:cubicBezTo>
                    <a:pt x="27" y="84"/>
                    <a:pt x="1" y="110"/>
                    <a:pt x="1" y="137"/>
                  </a:cubicBezTo>
                  <a:cubicBezTo>
                    <a:pt x="1" y="164"/>
                    <a:pt x="27" y="217"/>
                    <a:pt x="81" y="244"/>
                  </a:cubicBezTo>
                  <a:cubicBezTo>
                    <a:pt x="1821" y="1234"/>
                    <a:pt x="2972" y="3162"/>
                    <a:pt x="2918" y="5035"/>
                  </a:cubicBezTo>
                  <a:cubicBezTo>
                    <a:pt x="2945" y="5089"/>
                    <a:pt x="2945" y="5142"/>
                    <a:pt x="2998" y="5142"/>
                  </a:cubicBezTo>
                  <a:cubicBezTo>
                    <a:pt x="4952" y="6133"/>
                    <a:pt x="6157" y="8086"/>
                    <a:pt x="6157" y="10254"/>
                  </a:cubicBezTo>
                  <a:cubicBezTo>
                    <a:pt x="6157" y="12422"/>
                    <a:pt x="4952" y="14376"/>
                    <a:pt x="2998" y="15367"/>
                  </a:cubicBezTo>
                  <a:cubicBezTo>
                    <a:pt x="2945" y="15393"/>
                    <a:pt x="2918" y="15447"/>
                    <a:pt x="2918" y="15474"/>
                  </a:cubicBezTo>
                  <a:cubicBezTo>
                    <a:pt x="2972" y="17321"/>
                    <a:pt x="1848" y="19248"/>
                    <a:pt x="108" y="20265"/>
                  </a:cubicBezTo>
                  <a:cubicBezTo>
                    <a:pt x="54" y="20292"/>
                    <a:pt x="27" y="20318"/>
                    <a:pt x="27" y="20345"/>
                  </a:cubicBezTo>
                  <a:cubicBezTo>
                    <a:pt x="1" y="20425"/>
                    <a:pt x="27" y="20479"/>
                    <a:pt x="81" y="20506"/>
                  </a:cubicBezTo>
                  <a:cubicBezTo>
                    <a:pt x="1794" y="21496"/>
                    <a:pt x="2865" y="23289"/>
                    <a:pt x="2918" y="25297"/>
                  </a:cubicBezTo>
                  <a:cubicBezTo>
                    <a:pt x="2945" y="25350"/>
                    <a:pt x="2972"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106" y="37823"/>
                    <a:pt x="1633" y="39643"/>
                    <a:pt x="108" y="40526"/>
                  </a:cubicBezTo>
                  <a:cubicBezTo>
                    <a:pt x="54" y="40553"/>
                    <a:pt x="27" y="40580"/>
                    <a:pt x="27" y="40633"/>
                  </a:cubicBezTo>
                  <a:cubicBezTo>
                    <a:pt x="1" y="40687"/>
                    <a:pt x="27" y="40741"/>
                    <a:pt x="81" y="40767"/>
                  </a:cubicBezTo>
                  <a:cubicBezTo>
                    <a:pt x="1821" y="41784"/>
                    <a:pt x="2918" y="43631"/>
                    <a:pt x="2918" y="45532"/>
                  </a:cubicBezTo>
                  <a:cubicBezTo>
                    <a:pt x="2918" y="45558"/>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108" y="60815"/>
                  </a:cubicBezTo>
                  <a:cubicBezTo>
                    <a:pt x="54" y="60815"/>
                    <a:pt x="27" y="60841"/>
                    <a:pt x="27" y="60895"/>
                  </a:cubicBezTo>
                  <a:cubicBezTo>
                    <a:pt x="1" y="60949"/>
                    <a:pt x="27"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7" y="81103"/>
                    <a:pt x="1" y="81183"/>
                    <a:pt x="27" y="81237"/>
                  </a:cubicBezTo>
                  <a:cubicBezTo>
                    <a:pt x="61" y="81288"/>
                    <a:pt x="95" y="81306"/>
                    <a:pt x="136" y="81306"/>
                  </a:cubicBezTo>
                  <a:cubicBezTo>
                    <a:pt x="160" y="81306"/>
                    <a:pt x="185" y="81300"/>
                    <a:pt x="215" y="81290"/>
                  </a:cubicBezTo>
                  <a:cubicBezTo>
                    <a:pt x="2008" y="80247"/>
                    <a:pt x="3106" y="78400"/>
                    <a:pt x="3186" y="76366"/>
                  </a:cubicBezTo>
                  <a:cubicBezTo>
                    <a:pt x="5166" y="75322"/>
                    <a:pt x="6398" y="73288"/>
                    <a:pt x="6398" y="71066"/>
                  </a:cubicBezTo>
                  <a:cubicBezTo>
                    <a:pt x="6398" y="68818"/>
                    <a:pt x="5166" y="66783"/>
                    <a:pt x="3186" y="65766"/>
                  </a:cubicBezTo>
                  <a:cubicBezTo>
                    <a:pt x="3106" y="63759"/>
                    <a:pt x="2062" y="61992"/>
                    <a:pt x="375" y="60922"/>
                  </a:cubicBezTo>
                  <a:cubicBezTo>
                    <a:pt x="2062" y="59878"/>
                    <a:pt x="3106" y="58085"/>
                    <a:pt x="3186" y="56077"/>
                  </a:cubicBezTo>
                  <a:cubicBezTo>
                    <a:pt x="5166" y="55060"/>
                    <a:pt x="6398" y="53026"/>
                    <a:pt x="6398" y="50778"/>
                  </a:cubicBezTo>
                  <a:cubicBezTo>
                    <a:pt x="6398" y="48556"/>
                    <a:pt x="5166" y="46522"/>
                    <a:pt x="3186" y="45505"/>
                  </a:cubicBezTo>
                  <a:cubicBezTo>
                    <a:pt x="3159" y="43604"/>
                    <a:pt x="2088" y="41731"/>
                    <a:pt x="375" y="40660"/>
                  </a:cubicBezTo>
                  <a:cubicBezTo>
                    <a:pt x="1901" y="39697"/>
                    <a:pt x="3293" y="37877"/>
                    <a:pt x="3186" y="35816"/>
                  </a:cubicBezTo>
                  <a:cubicBezTo>
                    <a:pt x="5166" y="34799"/>
                    <a:pt x="6398" y="32764"/>
                    <a:pt x="6398" y="30516"/>
                  </a:cubicBezTo>
                  <a:cubicBezTo>
                    <a:pt x="6398" y="28268"/>
                    <a:pt x="5166" y="26260"/>
                    <a:pt x="3186" y="25216"/>
                  </a:cubicBezTo>
                  <a:cubicBezTo>
                    <a:pt x="3079" y="23236"/>
                    <a:pt x="2062" y="21442"/>
                    <a:pt x="375" y="20399"/>
                  </a:cubicBezTo>
                  <a:cubicBezTo>
                    <a:pt x="2088" y="19328"/>
                    <a:pt x="3186" y="17454"/>
                    <a:pt x="3186" y="15608"/>
                  </a:cubicBezTo>
                  <a:cubicBezTo>
                    <a:pt x="3186" y="15581"/>
                    <a:pt x="3186" y="15581"/>
                    <a:pt x="3186" y="15554"/>
                  </a:cubicBezTo>
                  <a:cubicBezTo>
                    <a:pt x="5166" y="14510"/>
                    <a:pt x="6398" y="12503"/>
                    <a:pt x="6398" y="10254"/>
                  </a:cubicBezTo>
                  <a:cubicBezTo>
                    <a:pt x="6398" y="8006"/>
                    <a:pt x="5166" y="5999"/>
                    <a:pt x="3186" y="4955"/>
                  </a:cubicBezTo>
                  <a:cubicBezTo>
                    <a:pt x="3186" y="3028"/>
                    <a:pt x="1981" y="1047"/>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1" name="Google Shape;931;p167"/>
          <p:cNvSpPr txBox="1"/>
          <p:nvPr>
            <p:ph type="title"/>
          </p:nvPr>
        </p:nvSpPr>
        <p:spPr>
          <a:xfrm>
            <a:off x="2020824" y="918450"/>
            <a:ext cx="5105400" cy="1213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12000"/>
              <a:buNone/>
              <a:defRPr sz="7500">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
        <p:nvSpPr>
          <p:cNvPr id="932" name="Google Shape;932;p167"/>
          <p:cNvSpPr/>
          <p:nvPr/>
        </p:nvSpPr>
        <p:spPr>
          <a:xfrm flipH="1">
            <a:off x="6154471" y="760963"/>
            <a:ext cx="1269687" cy="1658228"/>
          </a:xfrm>
          <a:custGeom>
            <a:rect b="b" l="l" r="r" t="t"/>
            <a:pathLst>
              <a:path extrusionOk="0" h="22564" w="17277">
                <a:moveTo>
                  <a:pt x="9074" y="0"/>
                </a:moveTo>
                <a:cubicBezTo>
                  <a:pt x="8555" y="0"/>
                  <a:pt x="8010" y="60"/>
                  <a:pt x="7441" y="188"/>
                </a:cubicBezTo>
                <a:cubicBezTo>
                  <a:pt x="2543" y="1285"/>
                  <a:pt x="1" y="6692"/>
                  <a:pt x="54" y="12607"/>
                </a:cubicBezTo>
                <a:cubicBezTo>
                  <a:pt x="134" y="18683"/>
                  <a:pt x="3989" y="22189"/>
                  <a:pt x="8592" y="22564"/>
                </a:cubicBezTo>
                <a:cubicBezTo>
                  <a:pt x="14641" y="22082"/>
                  <a:pt x="16354" y="18388"/>
                  <a:pt x="16836" y="12312"/>
                </a:cubicBezTo>
                <a:cubicBezTo>
                  <a:pt x="17276" y="6737"/>
                  <a:pt x="14567" y="0"/>
                  <a:pt x="90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 name="Google Shape;933;p167"/>
          <p:cNvSpPr/>
          <p:nvPr/>
        </p:nvSpPr>
        <p:spPr>
          <a:xfrm flipH="1">
            <a:off x="736534" y="1655532"/>
            <a:ext cx="1774800" cy="1774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4" name="Google Shape;934;p167"/>
          <p:cNvGrpSpPr/>
          <p:nvPr/>
        </p:nvGrpSpPr>
        <p:grpSpPr>
          <a:xfrm flipH="1">
            <a:off x="101505" y="2363121"/>
            <a:ext cx="1696762" cy="1688828"/>
            <a:chOff x="2414491" y="671177"/>
            <a:chExt cx="1830972" cy="1822411"/>
          </a:xfrm>
        </p:grpSpPr>
        <p:sp>
          <p:nvSpPr>
            <p:cNvPr id="935" name="Google Shape;935;p167"/>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 name="Google Shape;936;p167"/>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 name="Google Shape;937;p167"/>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 name="Google Shape;938;p167"/>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 name="Google Shape;939;p167"/>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 name="Google Shape;940;p167"/>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 name="Google Shape;941;p167"/>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 name="Google Shape;942;p167"/>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 name="Google Shape;943;p167"/>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 name="Google Shape;944;p167"/>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 name="Google Shape;945;p167"/>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 name="Google Shape;946;p167"/>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 name="Google Shape;947;p167"/>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 name="Google Shape;948;p167"/>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 name="Google Shape;949;p167"/>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 name="Google Shape;950;p167"/>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 name="Google Shape;951;p167"/>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 name="Google Shape;952;p167"/>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 name="Google Shape;953;p167"/>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 name="Google Shape;954;p167"/>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 name="Google Shape;955;p167"/>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 name="Google Shape;956;p167"/>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 name="Google Shape;957;p167"/>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 name="Google Shape;958;p167"/>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 name="Google Shape;959;p167"/>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 name="Google Shape;960;p167"/>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 name="Google Shape;961;p167"/>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 name="Google Shape;962;p167"/>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 name="Google Shape;963;p167"/>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 name="Google Shape;964;p167"/>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 name="Google Shape;965;p167"/>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 name="Google Shape;966;p167"/>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 name="Google Shape;967;p167"/>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 name="Google Shape;968;p167"/>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9" name="Google Shape;969;p167">
            <a:hlinkClick/>
          </p:cNvPr>
          <p:cNvSpPr txBox="1"/>
          <p:nvPr>
            <p:ph idx="2" type="title"/>
          </p:nvPr>
        </p:nvSpPr>
        <p:spPr>
          <a:xfrm>
            <a:off x="1525650" y="1960425"/>
            <a:ext cx="6092700" cy="1213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4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5">
    <p:spTree>
      <p:nvGrpSpPr>
        <p:cNvPr id="970" name="Shape 970"/>
        <p:cNvGrpSpPr/>
        <p:nvPr/>
      </p:nvGrpSpPr>
      <p:grpSpPr>
        <a:xfrm>
          <a:off x="0" y="0"/>
          <a:ext cx="0" cy="0"/>
          <a:chOff x="0" y="0"/>
          <a:chExt cx="0" cy="0"/>
        </a:xfrm>
      </p:grpSpPr>
      <p:sp>
        <p:nvSpPr>
          <p:cNvPr id="971" name="Google Shape;971;p168"/>
          <p:cNvSpPr/>
          <p:nvPr/>
        </p:nvSpPr>
        <p:spPr>
          <a:xfrm rot="8100090">
            <a:off x="-1277624" y="-498533"/>
            <a:ext cx="4047120" cy="2489963"/>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 name="Google Shape;972;p168"/>
          <p:cNvSpPr/>
          <p:nvPr/>
        </p:nvSpPr>
        <p:spPr>
          <a:xfrm flipH="1" rot="-2262480">
            <a:off x="5470609" y="3669962"/>
            <a:ext cx="4913469" cy="3022900"/>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 name="Google Shape;973;p168"/>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974" name="Google Shape;974;p168"/>
          <p:cNvSpPr/>
          <p:nvPr/>
        </p:nvSpPr>
        <p:spPr>
          <a:xfrm rot="-7977666">
            <a:off x="7581866" y="924182"/>
            <a:ext cx="1233331" cy="1183416"/>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20">
    <p:spTree>
      <p:nvGrpSpPr>
        <p:cNvPr id="975" name="Shape 975"/>
        <p:cNvGrpSpPr/>
        <p:nvPr/>
      </p:nvGrpSpPr>
      <p:grpSpPr>
        <a:xfrm>
          <a:off x="0" y="0"/>
          <a:ext cx="0" cy="0"/>
          <a:chOff x="0" y="0"/>
          <a:chExt cx="0" cy="0"/>
        </a:xfrm>
      </p:grpSpPr>
      <p:sp>
        <p:nvSpPr>
          <p:cNvPr id="976" name="Google Shape;976;p169"/>
          <p:cNvSpPr/>
          <p:nvPr/>
        </p:nvSpPr>
        <p:spPr>
          <a:xfrm rot="-5620610">
            <a:off x="8235762" y="2503251"/>
            <a:ext cx="3242370" cy="3111144"/>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 name="Google Shape;977;p169"/>
          <p:cNvSpPr/>
          <p:nvPr/>
        </p:nvSpPr>
        <p:spPr>
          <a:xfrm flipH="1" rot="-595142">
            <a:off x="-1233073" y="-485172"/>
            <a:ext cx="3397327" cy="3383240"/>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 name="Google Shape;978;p169"/>
          <p:cNvSpPr/>
          <p:nvPr/>
        </p:nvSpPr>
        <p:spPr>
          <a:xfrm rot="-7977683">
            <a:off x="6790699" y="-292300"/>
            <a:ext cx="1554661" cy="1491741"/>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 name="Google Shape;979;p169"/>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4">
    <p:spTree>
      <p:nvGrpSpPr>
        <p:cNvPr id="980" name="Shape 980"/>
        <p:cNvGrpSpPr/>
        <p:nvPr/>
      </p:nvGrpSpPr>
      <p:grpSpPr>
        <a:xfrm>
          <a:off x="0" y="0"/>
          <a:ext cx="0" cy="0"/>
          <a:chOff x="0" y="0"/>
          <a:chExt cx="0" cy="0"/>
        </a:xfrm>
      </p:grpSpPr>
      <p:sp>
        <p:nvSpPr>
          <p:cNvPr id="981" name="Google Shape;981;p170"/>
          <p:cNvSpPr/>
          <p:nvPr/>
        </p:nvSpPr>
        <p:spPr>
          <a:xfrm rot="5400000">
            <a:off x="-897085" y="455393"/>
            <a:ext cx="4906632" cy="4469596"/>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 name="Google Shape;982;p170"/>
          <p:cNvSpPr/>
          <p:nvPr/>
        </p:nvSpPr>
        <p:spPr>
          <a:xfrm rot="4271990">
            <a:off x="6861805" y="3034227"/>
            <a:ext cx="3403945" cy="3389831"/>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 name="Google Shape;983;p170"/>
          <p:cNvSpPr/>
          <p:nvPr/>
        </p:nvSpPr>
        <p:spPr>
          <a:xfrm>
            <a:off x="7014776" y="357427"/>
            <a:ext cx="801658" cy="707098"/>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 name="Google Shape;984;p170"/>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18">
    <p:spTree>
      <p:nvGrpSpPr>
        <p:cNvPr id="985" name="Shape 985"/>
        <p:cNvGrpSpPr/>
        <p:nvPr/>
      </p:nvGrpSpPr>
      <p:grpSpPr>
        <a:xfrm>
          <a:off x="0" y="0"/>
          <a:ext cx="0" cy="0"/>
          <a:chOff x="0" y="0"/>
          <a:chExt cx="0" cy="0"/>
        </a:xfrm>
      </p:grpSpPr>
      <p:sp>
        <p:nvSpPr>
          <p:cNvPr id="986" name="Google Shape;986;p171"/>
          <p:cNvSpPr/>
          <p:nvPr/>
        </p:nvSpPr>
        <p:spPr>
          <a:xfrm flipH="1" rot="912733">
            <a:off x="-1572654" y="597947"/>
            <a:ext cx="3253667" cy="5480823"/>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 name="Google Shape;987;p171"/>
          <p:cNvSpPr/>
          <p:nvPr/>
        </p:nvSpPr>
        <p:spPr>
          <a:xfrm rot="-482288">
            <a:off x="6784912" y="-733687"/>
            <a:ext cx="3654738" cy="3639584"/>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 name="Google Shape;988;p171"/>
          <p:cNvSpPr/>
          <p:nvPr/>
        </p:nvSpPr>
        <p:spPr>
          <a:xfrm rot="3320924">
            <a:off x="8443534" y="3822428"/>
            <a:ext cx="1269688" cy="1658230"/>
          </a:xfrm>
          <a:custGeom>
            <a:rect b="b" l="l" r="r" t="t"/>
            <a:pathLst>
              <a:path extrusionOk="0" h="22564" w="17277">
                <a:moveTo>
                  <a:pt x="9074" y="0"/>
                </a:moveTo>
                <a:cubicBezTo>
                  <a:pt x="8555" y="0"/>
                  <a:pt x="8010" y="60"/>
                  <a:pt x="7441" y="188"/>
                </a:cubicBezTo>
                <a:cubicBezTo>
                  <a:pt x="2543" y="1285"/>
                  <a:pt x="1" y="6692"/>
                  <a:pt x="54" y="12607"/>
                </a:cubicBezTo>
                <a:cubicBezTo>
                  <a:pt x="134" y="18683"/>
                  <a:pt x="3989" y="22189"/>
                  <a:pt x="8592" y="22564"/>
                </a:cubicBezTo>
                <a:cubicBezTo>
                  <a:pt x="14641" y="22082"/>
                  <a:pt x="16354" y="18388"/>
                  <a:pt x="16836" y="12312"/>
                </a:cubicBezTo>
                <a:cubicBezTo>
                  <a:pt x="17276" y="6737"/>
                  <a:pt x="14567" y="0"/>
                  <a:pt x="907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 name="Google Shape;989;p171"/>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CUSTOM_17">
    <p:spTree>
      <p:nvGrpSpPr>
        <p:cNvPr id="990" name="Shape 990"/>
        <p:cNvGrpSpPr/>
        <p:nvPr/>
      </p:nvGrpSpPr>
      <p:grpSpPr>
        <a:xfrm>
          <a:off x="0" y="0"/>
          <a:ext cx="0" cy="0"/>
          <a:chOff x="0" y="0"/>
          <a:chExt cx="0" cy="0"/>
        </a:xfrm>
      </p:grpSpPr>
      <p:sp>
        <p:nvSpPr>
          <p:cNvPr id="991" name="Google Shape;991;p172"/>
          <p:cNvSpPr/>
          <p:nvPr/>
        </p:nvSpPr>
        <p:spPr>
          <a:xfrm>
            <a:off x="6379125" y="3295174"/>
            <a:ext cx="1436700" cy="14367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 name="Google Shape;992;p172"/>
          <p:cNvSpPr/>
          <p:nvPr/>
        </p:nvSpPr>
        <p:spPr>
          <a:xfrm rot="3781224">
            <a:off x="-1829431" y="2502688"/>
            <a:ext cx="6147391" cy="3782042"/>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 name="Google Shape;993;p172"/>
          <p:cNvSpPr/>
          <p:nvPr/>
        </p:nvSpPr>
        <p:spPr>
          <a:xfrm flipH="1" rot="-1693254">
            <a:off x="7048898" y="1570932"/>
            <a:ext cx="2436429" cy="4153979"/>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 name="Google Shape;994;p172"/>
          <p:cNvSpPr txBox="1"/>
          <p:nvPr>
            <p:ph type="title"/>
          </p:nvPr>
        </p:nvSpPr>
        <p:spPr>
          <a:xfrm>
            <a:off x="2019300" y="914400"/>
            <a:ext cx="5105400" cy="1213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12000"/>
              <a:buNone/>
              <a:defRPr sz="7500">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grpSp>
        <p:nvGrpSpPr>
          <p:cNvPr id="995" name="Google Shape;995;p172"/>
          <p:cNvGrpSpPr/>
          <p:nvPr/>
        </p:nvGrpSpPr>
        <p:grpSpPr>
          <a:xfrm flipH="1" rot="10800000">
            <a:off x="815666" y="1235970"/>
            <a:ext cx="1696762" cy="1688828"/>
            <a:chOff x="2414491" y="671177"/>
            <a:chExt cx="1830972" cy="1822411"/>
          </a:xfrm>
        </p:grpSpPr>
        <p:sp>
          <p:nvSpPr>
            <p:cNvPr id="996" name="Google Shape;996;p172"/>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 name="Google Shape;997;p172"/>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 name="Google Shape;998;p172"/>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 name="Google Shape;999;p172"/>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 name="Google Shape;1000;p172"/>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 name="Google Shape;1001;p172"/>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 name="Google Shape;1002;p172"/>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 name="Google Shape;1003;p172"/>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 name="Google Shape;1004;p172"/>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 name="Google Shape;1005;p172"/>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 name="Google Shape;1006;p172"/>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 name="Google Shape;1007;p172"/>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 name="Google Shape;1008;p172"/>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 name="Google Shape;1009;p172"/>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 name="Google Shape;1010;p172"/>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 name="Google Shape;1011;p172"/>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 name="Google Shape;1012;p172"/>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 name="Google Shape;1013;p172"/>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 name="Google Shape;1014;p172"/>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 name="Google Shape;1015;p172"/>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 name="Google Shape;1016;p172"/>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 name="Google Shape;1017;p172"/>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 name="Google Shape;1018;p172"/>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 name="Google Shape;1019;p172"/>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 name="Google Shape;1020;p172"/>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 name="Google Shape;1021;p172"/>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 name="Google Shape;1022;p172"/>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 name="Google Shape;1023;p172"/>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 name="Google Shape;1024;p172"/>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 name="Google Shape;1025;p172"/>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 name="Google Shape;1026;p172"/>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 name="Google Shape;1027;p172"/>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 name="Google Shape;1028;p172"/>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 name="Google Shape;1029;p172"/>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30" name="Google Shape;1030;p172">
            <a:hlinkClick/>
          </p:cNvPr>
          <p:cNvSpPr txBox="1"/>
          <p:nvPr>
            <p:ph idx="2" type="title"/>
          </p:nvPr>
        </p:nvSpPr>
        <p:spPr>
          <a:xfrm>
            <a:off x="1525650" y="1960425"/>
            <a:ext cx="6092700" cy="1213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4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21">
    <p:spTree>
      <p:nvGrpSpPr>
        <p:cNvPr id="1031" name="Shape 1031"/>
        <p:cNvGrpSpPr/>
        <p:nvPr/>
      </p:nvGrpSpPr>
      <p:grpSpPr>
        <a:xfrm>
          <a:off x="0" y="0"/>
          <a:ext cx="0" cy="0"/>
          <a:chOff x="0" y="0"/>
          <a:chExt cx="0" cy="0"/>
        </a:xfrm>
      </p:grpSpPr>
      <p:sp>
        <p:nvSpPr>
          <p:cNvPr id="1032" name="Google Shape;1032;p173"/>
          <p:cNvSpPr/>
          <p:nvPr/>
        </p:nvSpPr>
        <p:spPr>
          <a:xfrm flipH="1" rot="-5400000">
            <a:off x="5697375" y="631183"/>
            <a:ext cx="4913539" cy="3022943"/>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 name="Google Shape;1033;p173"/>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grpSp>
        <p:nvGrpSpPr>
          <p:cNvPr id="1034" name="Google Shape;1034;p173"/>
          <p:cNvGrpSpPr/>
          <p:nvPr/>
        </p:nvGrpSpPr>
        <p:grpSpPr>
          <a:xfrm flipH="1" rot="10800000">
            <a:off x="-776141" y="2015093"/>
            <a:ext cx="2087674" cy="2077913"/>
            <a:chOff x="2414491" y="671177"/>
            <a:chExt cx="1830972" cy="1822411"/>
          </a:xfrm>
        </p:grpSpPr>
        <p:sp>
          <p:nvSpPr>
            <p:cNvPr id="1035" name="Google Shape;1035;p173"/>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 name="Google Shape;1036;p173"/>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 name="Google Shape;1037;p173"/>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 name="Google Shape;1038;p173"/>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 name="Google Shape;1039;p173"/>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 name="Google Shape;1040;p173"/>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 name="Google Shape;1041;p173"/>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 name="Google Shape;1042;p173"/>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 name="Google Shape;1043;p173"/>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 name="Google Shape;1044;p173"/>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 name="Google Shape;1045;p173"/>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 name="Google Shape;1046;p173"/>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 name="Google Shape;1047;p173"/>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 name="Google Shape;1048;p173"/>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 name="Google Shape;1049;p173"/>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 name="Google Shape;1050;p173"/>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 name="Google Shape;1051;p173"/>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 name="Google Shape;1052;p173"/>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 name="Google Shape;1053;p173"/>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 name="Google Shape;1054;p173"/>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 name="Google Shape;1055;p173"/>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 name="Google Shape;1056;p173"/>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 name="Google Shape;1057;p173"/>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 name="Google Shape;1058;p173"/>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 name="Google Shape;1059;p173"/>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 name="Google Shape;1060;p173"/>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 name="Google Shape;1061;p173"/>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 name="Google Shape;1062;p173"/>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 name="Google Shape;1063;p173"/>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 name="Google Shape;1064;p173"/>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 name="Google Shape;1065;p173"/>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 name="Google Shape;1066;p173"/>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 name="Google Shape;1067;p173"/>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 name="Google Shape;1068;p173"/>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5">
  <p:cSld name="CUSTOM_19">
    <p:spTree>
      <p:nvGrpSpPr>
        <p:cNvPr id="1069" name="Shape 1069"/>
        <p:cNvGrpSpPr/>
        <p:nvPr/>
      </p:nvGrpSpPr>
      <p:grpSpPr>
        <a:xfrm>
          <a:off x="0" y="0"/>
          <a:ext cx="0" cy="0"/>
          <a:chOff x="0" y="0"/>
          <a:chExt cx="0" cy="0"/>
        </a:xfrm>
      </p:grpSpPr>
      <p:sp>
        <p:nvSpPr>
          <p:cNvPr id="1070" name="Google Shape;1070;p174"/>
          <p:cNvSpPr/>
          <p:nvPr/>
        </p:nvSpPr>
        <p:spPr>
          <a:xfrm flipH="1" rot="199611">
            <a:off x="-1222385" y="1111794"/>
            <a:ext cx="4658395" cy="4765297"/>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 name="Google Shape;1071;p174"/>
          <p:cNvSpPr/>
          <p:nvPr/>
        </p:nvSpPr>
        <p:spPr>
          <a:xfrm flipH="1" rot="-5035045">
            <a:off x="5862077" y="-226971"/>
            <a:ext cx="5262855" cy="3237953"/>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 name="Google Shape;1072;p174"/>
          <p:cNvSpPr/>
          <p:nvPr/>
        </p:nvSpPr>
        <p:spPr>
          <a:xfrm rot="10800000">
            <a:off x="6276915" y="2875987"/>
            <a:ext cx="1774800" cy="17748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3" name="Google Shape;1073;p174"/>
          <p:cNvGrpSpPr/>
          <p:nvPr/>
        </p:nvGrpSpPr>
        <p:grpSpPr>
          <a:xfrm rot="10800000">
            <a:off x="1381161" y="1333007"/>
            <a:ext cx="1696762" cy="1688828"/>
            <a:chOff x="2414491" y="671177"/>
            <a:chExt cx="1830972" cy="1822411"/>
          </a:xfrm>
        </p:grpSpPr>
        <p:sp>
          <p:nvSpPr>
            <p:cNvPr id="1074" name="Google Shape;1074;p174"/>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 name="Google Shape;1075;p174"/>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 name="Google Shape;1076;p174"/>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 name="Google Shape;1077;p174"/>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 name="Google Shape;1078;p174"/>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 name="Google Shape;1079;p174"/>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 name="Google Shape;1080;p174"/>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 name="Google Shape;1081;p174"/>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 name="Google Shape;1082;p174"/>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 name="Google Shape;1083;p174"/>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 name="Google Shape;1084;p174"/>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 name="Google Shape;1085;p174"/>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 name="Google Shape;1086;p174"/>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 name="Google Shape;1087;p174"/>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 name="Google Shape;1088;p174"/>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 name="Google Shape;1089;p174"/>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 name="Google Shape;1090;p174"/>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 name="Google Shape;1091;p174"/>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 name="Google Shape;1092;p174"/>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 name="Google Shape;1093;p174"/>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 name="Google Shape;1094;p174"/>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 name="Google Shape;1095;p174"/>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 name="Google Shape;1096;p174"/>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 name="Google Shape;1097;p174"/>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 name="Google Shape;1098;p174"/>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 name="Google Shape;1099;p174"/>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 name="Google Shape;1100;p174"/>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 name="Google Shape;1101;p174"/>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 name="Google Shape;1102;p174"/>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 name="Google Shape;1103;p174"/>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 name="Google Shape;1104;p174"/>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 name="Google Shape;1105;p174"/>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 name="Google Shape;1106;p174"/>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 name="Google Shape;1107;p174"/>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08" name="Google Shape;1108;p174"/>
          <p:cNvSpPr txBox="1"/>
          <p:nvPr>
            <p:ph type="title"/>
          </p:nvPr>
        </p:nvSpPr>
        <p:spPr>
          <a:xfrm>
            <a:off x="2019300" y="914400"/>
            <a:ext cx="5105400" cy="1213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12000"/>
              <a:buNone/>
              <a:defRPr sz="7500">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
        <p:nvSpPr>
          <p:cNvPr id="1109" name="Google Shape;1109;p174">
            <a:hlinkClick/>
          </p:cNvPr>
          <p:cNvSpPr txBox="1"/>
          <p:nvPr>
            <p:ph idx="2" type="title"/>
          </p:nvPr>
        </p:nvSpPr>
        <p:spPr>
          <a:xfrm>
            <a:off x="1525650" y="1960425"/>
            <a:ext cx="6092700" cy="1213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4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2">
    <p:spTree>
      <p:nvGrpSpPr>
        <p:cNvPr id="1110" name="Shape 1110"/>
        <p:cNvGrpSpPr/>
        <p:nvPr/>
      </p:nvGrpSpPr>
      <p:grpSpPr>
        <a:xfrm>
          <a:off x="0" y="0"/>
          <a:ext cx="0" cy="0"/>
          <a:chOff x="0" y="0"/>
          <a:chExt cx="0" cy="0"/>
        </a:xfrm>
      </p:grpSpPr>
      <p:sp>
        <p:nvSpPr>
          <p:cNvPr id="1111" name="Google Shape;1111;p175"/>
          <p:cNvSpPr/>
          <p:nvPr/>
        </p:nvSpPr>
        <p:spPr>
          <a:xfrm rot="-1781954">
            <a:off x="6294084" y="45611"/>
            <a:ext cx="4658414" cy="4765163"/>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 name="Google Shape;1112;p175"/>
          <p:cNvSpPr/>
          <p:nvPr/>
        </p:nvSpPr>
        <p:spPr>
          <a:xfrm>
            <a:off x="6619750" y="1260100"/>
            <a:ext cx="1269687" cy="1658228"/>
          </a:xfrm>
          <a:custGeom>
            <a:rect b="b" l="l" r="r" t="t"/>
            <a:pathLst>
              <a:path extrusionOk="0" h="22564" w="17277">
                <a:moveTo>
                  <a:pt x="9074" y="0"/>
                </a:moveTo>
                <a:cubicBezTo>
                  <a:pt x="8555" y="0"/>
                  <a:pt x="8010" y="60"/>
                  <a:pt x="7441" y="188"/>
                </a:cubicBezTo>
                <a:cubicBezTo>
                  <a:pt x="2543" y="1285"/>
                  <a:pt x="1" y="6692"/>
                  <a:pt x="54" y="12607"/>
                </a:cubicBezTo>
                <a:cubicBezTo>
                  <a:pt x="134" y="18683"/>
                  <a:pt x="3989" y="22189"/>
                  <a:pt x="8592" y="22564"/>
                </a:cubicBezTo>
                <a:cubicBezTo>
                  <a:pt x="14641" y="22082"/>
                  <a:pt x="16354" y="18388"/>
                  <a:pt x="16836" y="12312"/>
                </a:cubicBezTo>
                <a:cubicBezTo>
                  <a:pt x="17276" y="6737"/>
                  <a:pt x="14567" y="0"/>
                  <a:pt x="9074"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 name="Google Shape;1113;p175"/>
          <p:cNvSpPr/>
          <p:nvPr/>
        </p:nvSpPr>
        <p:spPr>
          <a:xfrm flipH="1" rot="1145765">
            <a:off x="-1426013" y="-803761"/>
            <a:ext cx="3397353" cy="3383266"/>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 name="Google Shape;1114;p175"/>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115" name="Google Shape;1115;p175"/>
          <p:cNvSpPr txBox="1"/>
          <p:nvPr>
            <p:ph idx="1" type="subTitle"/>
          </p:nvPr>
        </p:nvSpPr>
        <p:spPr>
          <a:xfrm>
            <a:off x="897675" y="1577850"/>
            <a:ext cx="4809300" cy="2489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rgbClr val="8C353C"/>
              </a:buClr>
              <a:buSzPts val="1600"/>
              <a:buFont typeface="Nunito"/>
              <a:buChar char="●"/>
              <a:defRPr sz="1600"/>
            </a:lvl1pPr>
            <a:lvl2pPr lvl="1" algn="l">
              <a:lnSpc>
                <a:spcPct val="100000"/>
              </a:lnSpc>
              <a:spcBef>
                <a:spcPts val="0"/>
              </a:spcBef>
              <a:spcAft>
                <a:spcPts val="0"/>
              </a:spcAft>
              <a:buClr>
                <a:schemeClr val="dk1"/>
              </a:buClr>
              <a:buSzPts val="1600"/>
              <a:buFont typeface="Nunito"/>
              <a:buChar char="○"/>
              <a:defRPr/>
            </a:lvl2pPr>
            <a:lvl3pPr lvl="2" algn="l">
              <a:lnSpc>
                <a:spcPct val="100000"/>
              </a:lnSpc>
              <a:spcBef>
                <a:spcPts val="0"/>
              </a:spcBef>
              <a:spcAft>
                <a:spcPts val="0"/>
              </a:spcAft>
              <a:buClr>
                <a:schemeClr val="dk1"/>
              </a:buClr>
              <a:buSzPts val="1600"/>
              <a:buFont typeface="Nunito"/>
              <a:buChar char="■"/>
              <a:defRPr/>
            </a:lvl3pPr>
            <a:lvl4pPr lvl="3" algn="l">
              <a:lnSpc>
                <a:spcPct val="100000"/>
              </a:lnSpc>
              <a:spcBef>
                <a:spcPts val="0"/>
              </a:spcBef>
              <a:spcAft>
                <a:spcPts val="0"/>
              </a:spcAft>
              <a:buClr>
                <a:schemeClr val="dk1"/>
              </a:buClr>
              <a:buSzPts val="1600"/>
              <a:buFont typeface="Nunito"/>
              <a:buChar char="●"/>
              <a:defRPr/>
            </a:lvl4pPr>
            <a:lvl5pPr lvl="4" algn="l">
              <a:lnSpc>
                <a:spcPct val="100000"/>
              </a:lnSpc>
              <a:spcBef>
                <a:spcPts val="0"/>
              </a:spcBef>
              <a:spcAft>
                <a:spcPts val="0"/>
              </a:spcAft>
              <a:buClr>
                <a:schemeClr val="dk1"/>
              </a:buClr>
              <a:buSzPts val="1600"/>
              <a:buFont typeface="Nunito"/>
              <a:buChar char="○"/>
              <a:defRPr/>
            </a:lvl5pPr>
            <a:lvl6pPr lvl="5" algn="l">
              <a:lnSpc>
                <a:spcPct val="100000"/>
              </a:lnSpc>
              <a:spcBef>
                <a:spcPts val="0"/>
              </a:spcBef>
              <a:spcAft>
                <a:spcPts val="0"/>
              </a:spcAft>
              <a:buClr>
                <a:schemeClr val="dk1"/>
              </a:buClr>
              <a:buSzPts val="1600"/>
              <a:buFont typeface="Nunito"/>
              <a:buChar char="■"/>
              <a:defRPr/>
            </a:lvl6pPr>
            <a:lvl7pPr lvl="6" algn="l">
              <a:lnSpc>
                <a:spcPct val="100000"/>
              </a:lnSpc>
              <a:spcBef>
                <a:spcPts val="0"/>
              </a:spcBef>
              <a:spcAft>
                <a:spcPts val="0"/>
              </a:spcAft>
              <a:buClr>
                <a:schemeClr val="dk1"/>
              </a:buClr>
              <a:buSzPts val="1600"/>
              <a:buFont typeface="Nunito"/>
              <a:buChar char="●"/>
              <a:defRPr/>
            </a:lvl7pPr>
            <a:lvl8pPr lvl="7" algn="l">
              <a:lnSpc>
                <a:spcPct val="100000"/>
              </a:lnSpc>
              <a:spcBef>
                <a:spcPts val="0"/>
              </a:spcBef>
              <a:spcAft>
                <a:spcPts val="0"/>
              </a:spcAft>
              <a:buClr>
                <a:schemeClr val="dk1"/>
              </a:buClr>
              <a:buSzPts val="1600"/>
              <a:buFont typeface="Nunito"/>
              <a:buChar char="○"/>
              <a:defRPr/>
            </a:lvl8pPr>
            <a:lvl9pPr lvl="8" algn="l">
              <a:lnSpc>
                <a:spcPct val="100000"/>
              </a:lnSpc>
              <a:spcBef>
                <a:spcPts val="0"/>
              </a:spcBef>
              <a:spcAft>
                <a:spcPts val="0"/>
              </a:spcAft>
              <a:buClr>
                <a:schemeClr val="dk1"/>
              </a:buClr>
              <a:buSzPts val="1600"/>
              <a:buFont typeface="Nunito"/>
              <a:buChar char="■"/>
              <a:defRPr/>
            </a:lvl9pPr>
          </a:lstStyle>
          <a:p/>
        </p:txBody>
      </p:sp>
      <p:grpSp>
        <p:nvGrpSpPr>
          <p:cNvPr id="1116" name="Google Shape;1116;p175"/>
          <p:cNvGrpSpPr/>
          <p:nvPr/>
        </p:nvGrpSpPr>
        <p:grpSpPr>
          <a:xfrm flipH="1" rot="10800000">
            <a:off x="4776891" y="3572332"/>
            <a:ext cx="1696762" cy="1688828"/>
            <a:chOff x="2414491" y="671177"/>
            <a:chExt cx="1830972" cy="1822411"/>
          </a:xfrm>
        </p:grpSpPr>
        <p:sp>
          <p:nvSpPr>
            <p:cNvPr id="1117" name="Google Shape;1117;p175"/>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 name="Google Shape;1118;p175"/>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 name="Google Shape;1119;p175"/>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 name="Google Shape;1120;p175"/>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 name="Google Shape;1121;p175"/>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 name="Google Shape;1122;p175"/>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 name="Google Shape;1123;p175"/>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 name="Google Shape;1124;p175"/>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 name="Google Shape;1125;p175"/>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 name="Google Shape;1126;p175"/>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 name="Google Shape;1127;p175"/>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 name="Google Shape;1128;p175"/>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 name="Google Shape;1129;p175"/>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 name="Google Shape;1130;p175"/>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 name="Google Shape;1131;p175"/>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 name="Google Shape;1132;p175"/>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 name="Google Shape;1133;p175"/>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 name="Google Shape;1134;p175"/>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 name="Google Shape;1135;p175"/>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 name="Google Shape;1136;p175"/>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 name="Google Shape;1137;p175"/>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 name="Google Shape;1138;p175"/>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 name="Google Shape;1139;p175"/>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 name="Google Shape;1140;p175"/>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 name="Google Shape;1141;p175"/>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 name="Google Shape;1142;p175"/>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 name="Google Shape;1143;p175"/>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 name="Google Shape;1144;p175"/>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 name="Google Shape;1145;p175"/>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 name="Google Shape;1146;p175"/>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 name="Google Shape;1147;p175"/>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 name="Google Shape;1148;p175"/>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 name="Google Shape;1149;p175"/>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 name="Google Shape;1150;p175"/>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51" name="Shape 1151"/>
        <p:cNvGrpSpPr/>
        <p:nvPr/>
      </p:nvGrpSpPr>
      <p:grpSpPr>
        <a:xfrm>
          <a:off x="0" y="0"/>
          <a:ext cx="0" cy="0"/>
          <a:chOff x="0" y="0"/>
          <a:chExt cx="0" cy="0"/>
        </a:xfrm>
      </p:grpSpPr>
      <p:sp>
        <p:nvSpPr>
          <p:cNvPr id="1152" name="Google Shape;1152;p176"/>
          <p:cNvSpPr/>
          <p:nvPr/>
        </p:nvSpPr>
        <p:spPr>
          <a:xfrm>
            <a:off x="0" y="0"/>
            <a:ext cx="9144000" cy="5143500"/>
          </a:xfrm>
          <a:prstGeom prst="rect">
            <a:avLst/>
          </a:prstGeom>
          <a:solidFill>
            <a:schemeClr val="accent1">
              <a:alpha val="55294"/>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 name="Google Shape;1153;p176"/>
          <p:cNvSpPr txBox="1"/>
          <p:nvPr>
            <p:ph type="title"/>
          </p:nvPr>
        </p:nvSpPr>
        <p:spPr>
          <a:xfrm>
            <a:off x="4184875" y="1473300"/>
            <a:ext cx="4245900" cy="21969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3000"/>
              <a:buNone/>
              <a:defRPr sz="4000">
                <a:solidFill>
                  <a:schemeClr val="dk1"/>
                </a:solidFill>
              </a:defRPr>
            </a:lvl1pPr>
            <a:lvl2pPr lvl="1" algn="l">
              <a:lnSpc>
                <a:spcPct val="100000"/>
              </a:lnSpc>
              <a:spcBef>
                <a:spcPts val="0"/>
              </a:spcBef>
              <a:spcAft>
                <a:spcPts val="0"/>
              </a:spcAft>
              <a:buSzPts val="3000"/>
              <a:buNone/>
              <a:defRPr>
                <a:latin typeface="Manjari"/>
                <a:ea typeface="Manjari"/>
                <a:cs typeface="Manjari"/>
                <a:sym typeface="Manjari"/>
              </a:defRPr>
            </a:lvl2pPr>
            <a:lvl3pPr lvl="2" algn="l">
              <a:lnSpc>
                <a:spcPct val="100000"/>
              </a:lnSpc>
              <a:spcBef>
                <a:spcPts val="0"/>
              </a:spcBef>
              <a:spcAft>
                <a:spcPts val="0"/>
              </a:spcAft>
              <a:buSzPts val="3000"/>
              <a:buNone/>
              <a:defRPr>
                <a:latin typeface="Manjari"/>
                <a:ea typeface="Manjari"/>
                <a:cs typeface="Manjari"/>
                <a:sym typeface="Manjari"/>
              </a:defRPr>
            </a:lvl3pPr>
            <a:lvl4pPr lvl="3" algn="l">
              <a:lnSpc>
                <a:spcPct val="100000"/>
              </a:lnSpc>
              <a:spcBef>
                <a:spcPts val="0"/>
              </a:spcBef>
              <a:spcAft>
                <a:spcPts val="0"/>
              </a:spcAft>
              <a:buSzPts val="3000"/>
              <a:buNone/>
              <a:defRPr>
                <a:latin typeface="Manjari"/>
                <a:ea typeface="Manjari"/>
                <a:cs typeface="Manjari"/>
                <a:sym typeface="Manjari"/>
              </a:defRPr>
            </a:lvl4pPr>
            <a:lvl5pPr lvl="4" algn="l">
              <a:lnSpc>
                <a:spcPct val="100000"/>
              </a:lnSpc>
              <a:spcBef>
                <a:spcPts val="0"/>
              </a:spcBef>
              <a:spcAft>
                <a:spcPts val="0"/>
              </a:spcAft>
              <a:buSzPts val="3000"/>
              <a:buNone/>
              <a:defRPr>
                <a:latin typeface="Manjari"/>
                <a:ea typeface="Manjari"/>
                <a:cs typeface="Manjari"/>
                <a:sym typeface="Manjari"/>
              </a:defRPr>
            </a:lvl5pPr>
            <a:lvl6pPr lvl="5" algn="l">
              <a:lnSpc>
                <a:spcPct val="100000"/>
              </a:lnSpc>
              <a:spcBef>
                <a:spcPts val="0"/>
              </a:spcBef>
              <a:spcAft>
                <a:spcPts val="0"/>
              </a:spcAft>
              <a:buSzPts val="3000"/>
              <a:buNone/>
              <a:defRPr>
                <a:latin typeface="Manjari"/>
                <a:ea typeface="Manjari"/>
                <a:cs typeface="Manjari"/>
                <a:sym typeface="Manjari"/>
              </a:defRPr>
            </a:lvl6pPr>
            <a:lvl7pPr lvl="6" algn="l">
              <a:lnSpc>
                <a:spcPct val="100000"/>
              </a:lnSpc>
              <a:spcBef>
                <a:spcPts val="0"/>
              </a:spcBef>
              <a:spcAft>
                <a:spcPts val="0"/>
              </a:spcAft>
              <a:buSzPts val="3000"/>
              <a:buNone/>
              <a:defRPr>
                <a:latin typeface="Manjari"/>
                <a:ea typeface="Manjari"/>
                <a:cs typeface="Manjari"/>
                <a:sym typeface="Manjari"/>
              </a:defRPr>
            </a:lvl7pPr>
            <a:lvl8pPr lvl="7" algn="l">
              <a:lnSpc>
                <a:spcPct val="100000"/>
              </a:lnSpc>
              <a:spcBef>
                <a:spcPts val="0"/>
              </a:spcBef>
              <a:spcAft>
                <a:spcPts val="0"/>
              </a:spcAft>
              <a:buSzPts val="3000"/>
              <a:buNone/>
              <a:defRPr>
                <a:latin typeface="Manjari"/>
                <a:ea typeface="Manjari"/>
                <a:cs typeface="Manjari"/>
                <a:sym typeface="Manjari"/>
              </a:defRPr>
            </a:lvl8pPr>
            <a:lvl9pPr lvl="8" algn="l">
              <a:lnSpc>
                <a:spcPct val="100000"/>
              </a:lnSpc>
              <a:spcBef>
                <a:spcPts val="0"/>
              </a:spcBef>
              <a:spcAft>
                <a:spcPts val="0"/>
              </a:spcAft>
              <a:buSzPts val="3000"/>
              <a:buNone/>
              <a:defRPr>
                <a:latin typeface="Manjari"/>
                <a:ea typeface="Manjari"/>
                <a:cs typeface="Manjari"/>
                <a:sym typeface="Manjari"/>
              </a:defRPr>
            </a:lvl9pPr>
          </a:lstStyle>
          <a:p/>
        </p:txBody>
      </p:sp>
      <p:sp>
        <p:nvSpPr>
          <p:cNvPr id="1154" name="Google Shape;1154;p176"/>
          <p:cNvSpPr/>
          <p:nvPr/>
        </p:nvSpPr>
        <p:spPr>
          <a:xfrm flipH="1" rot="7018826">
            <a:off x="2857318" y="-764238"/>
            <a:ext cx="4267951" cy="2625760"/>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 name="Google Shape;1155;p176"/>
          <p:cNvSpPr/>
          <p:nvPr/>
        </p:nvSpPr>
        <p:spPr>
          <a:xfrm flipH="1" rot="-8259636">
            <a:off x="4411264" y="3000624"/>
            <a:ext cx="3210911" cy="3197598"/>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 name="Google Shape;1156;p176"/>
          <p:cNvSpPr/>
          <p:nvPr/>
        </p:nvSpPr>
        <p:spPr>
          <a:xfrm>
            <a:off x="2285225" y="3225607"/>
            <a:ext cx="1419128" cy="1251787"/>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USTOM_45">
    <p:spTree>
      <p:nvGrpSpPr>
        <p:cNvPr id="1157" name="Shape 1157"/>
        <p:cNvGrpSpPr/>
        <p:nvPr/>
      </p:nvGrpSpPr>
      <p:grpSpPr>
        <a:xfrm>
          <a:off x="0" y="0"/>
          <a:ext cx="0" cy="0"/>
          <a:chOff x="0" y="0"/>
          <a:chExt cx="0" cy="0"/>
        </a:xfrm>
      </p:grpSpPr>
      <p:sp>
        <p:nvSpPr>
          <p:cNvPr id="1158" name="Google Shape;1158;p177"/>
          <p:cNvSpPr txBox="1"/>
          <p:nvPr>
            <p:ph type="title"/>
          </p:nvPr>
        </p:nvSpPr>
        <p:spPr>
          <a:xfrm>
            <a:off x="713225" y="428875"/>
            <a:ext cx="3447600" cy="1196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solidFill>
                  <a:schemeClr val="dk1"/>
                </a:solidFill>
              </a:defRPr>
            </a:lvl1pPr>
            <a:lvl2pPr lvl="1" algn="l">
              <a:lnSpc>
                <a:spcPct val="100000"/>
              </a:lnSpc>
              <a:spcBef>
                <a:spcPts val="0"/>
              </a:spcBef>
              <a:spcAft>
                <a:spcPts val="0"/>
              </a:spcAft>
              <a:buSzPts val="3000"/>
              <a:buNone/>
              <a:defRPr>
                <a:latin typeface="Manjari"/>
                <a:ea typeface="Manjari"/>
                <a:cs typeface="Manjari"/>
                <a:sym typeface="Manjari"/>
              </a:defRPr>
            </a:lvl2pPr>
            <a:lvl3pPr lvl="2" algn="l">
              <a:lnSpc>
                <a:spcPct val="100000"/>
              </a:lnSpc>
              <a:spcBef>
                <a:spcPts val="0"/>
              </a:spcBef>
              <a:spcAft>
                <a:spcPts val="0"/>
              </a:spcAft>
              <a:buSzPts val="3000"/>
              <a:buNone/>
              <a:defRPr>
                <a:latin typeface="Manjari"/>
                <a:ea typeface="Manjari"/>
                <a:cs typeface="Manjari"/>
                <a:sym typeface="Manjari"/>
              </a:defRPr>
            </a:lvl3pPr>
            <a:lvl4pPr lvl="3" algn="l">
              <a:lnSpc>
                <a:spcPct val="100000"/>
              </a:lnSpc>
              <a:spcBef>
                <a:spcPts val="0"/>
              </a:spcBef>
              <a:spcAft>
                <a:spcPts val="0"/>
              </a:spcAft>
              <a:buSzPts val="3000"/>
              <a:buNone/>
              <a:defRPr>
                <a:latin typeface="Manjari"/>
                <a:ea typeface="Manjari"/>
                <a:cs typeface="Manjari"/>
                <a:sym typeface="Manjari"/>
              </a:defRPr>
            </a:lvl4pPr>
            <a:lvl5pPr lvl="4" algn="l">
              <a:lnSpc>
                <a:spcPct val="100000"/>
              </a:lnSpc>
              <a:spcBef>
                <a:spcPts val="0"/>
              </a:spcBef>
              <a:spcAft>
                <a:spcPts val="0"/>
              </a:spcAft>
              <a:buSzPts val="3000"/>
              <a:buNone/>
              <a:defRPr>
                <a:latin typeface="Manjari"/>
                <a:ea typeface="Manjari"/>
                <a:cs typeface="Manjari"/>
                <a:sym typeface="Manjari"/>
              </a:defRPr>
            </a:lvl5pPr>
            <a:lvl6pPr lvl="5" algn="l">
              <a:lnSpc>
                <a:spcPct val="100000"/>
              </a:lnSpc>
              <a:spcBef>
                <a:spcPts val="0"/>
              </a:spcBef>
              <a:spcAft>
                <a:spcPts val="0"/>
              </a:spcAft>
              <a:buSzPts val="3000"/>
              <a:buNone/>
              <a:defRPr>
                <a:latin typeface="Manjari"/>
                <a:ea typeface="Manjari"/>
                <a:cs typeface="Manjari"/>
                <a:sym typeface="Manjari"/>
              </a:defRPr>
            </a:lvl6pPr>
            <a:lvl7pPr lvl="6" algn="l">
              <a:lnSpc>
                <a:spcPct val="100000"/>
              </a:lnSpc>
              <a:spcBef>
                <a:spcPts val="0"/>
              </a:spcBef>
              <a:spcAft>
                <a:spcPts val="0"/>
              </a:spcAft>
              <a:buSzPts val="3000"/>
              <a:buNone/>
              <a:defRPr>
                <a:latin typeface="Manjari"/>
                <a:ea typeface="Manjari"/>
                <a:cs typeface="Manjari"/>
                <a:sym typeface="Manjari"/>
              </a:defRPr>
            </a:lvl7pPr>
            <a:lvl8pPr lvl="7" algn="l">
              <a:lnSpc>
                <a:spcPct val="100000"/>
              </a:lnSpc>
              <a:spcBef>
                <a:spcPts val="0"/>
              </a:spcBef>
              <a:spcAft>
                <a:spcPts val="0"/>
              </a:spcAft>
              <a:buSzPts val="3000"/>
              <a:buNone/>
              <a:defRPr>
                <a:latin typeface="Manjari"/>
                <a:ea typeface="Manjari"/>
                <a:cs typeface="Manjari"/>
                <a:sym typeface="Manjari"/>
              </a:defRPr>
            </a:lvl8pPr>
            <a:lvl9pPr lvl="8" algn="l">
              <a:lnSpc>
                <a:spcPct val="100000"/>
              </a:lnSpc>
              <a:spcBef>
                <a:spcPts val="0"/>
              </a:spcBef>
              <a:spcAft>
                <a:spcPts val="0"/>
              </a:spcAft>
              <a:buSzPts val="3000"/>
              <a:buNone/>
              <a:defRPr>
                <a:latin typeface="Manjari"/>
                <a:ea typeface="Manjari"/>
                <a:cs typeface="Manjari"/>
                <a:sym typeface="Manjari"/>
              </a:defRPr>
            </a:lvl9pPr>
          </a:lstStyle>
          <a:p/>
        </p:txBody>
      </p:sp>
      <p:sp>
        <p:nvSpPr>
          <p:cNvPr id="1159" name="Google Shape;1159;p177"/>
          <p:cNvSpPr/>
          <p:nvPr/>
        </p:nvSpPr>
        <p:spPr>
          <a:xfrm>
            <a:off x="0" y="0"/>
            <a:ext cx="9144000" cy="5143500"/>
          </a:xfrm>
          <a:prstGeom prst="rect">
            <a:avLst/>
          </a:prstGeom>
          <a:solidFill>
            <a:schemeClr val="accent1">
              <a:alpha val="16862"/>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 name="Google Shape;1160;p177"/>
          <p:cNvSpPr/>
          <p:nvPr/>
        </p:nvSpPr>
        <p:spPr>
          <a:xfrm flipH="1" rot="-1043092">
            <a:off x="-1049130" y="2041077"/>
            <a:ext cx="4658551" cy="4765146"/>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 name="Google Shape;1161;p177"/>
          <p:cNvSpPr/>
          <p:nvPr/>
        </p:nvSpPr>
        <p:spPr>
          <a:xfrm>
            <a:off x="1292525" y="2571748"/>
            <a:ext cx="1522302" cy="1342795"/>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 name="Google Shape;1162;p177"/>
          <p:cNvSpPr/>
          <p:nvPr/>
        </p:nvSpPr>
        <p:spPr>
          <a:xfrm rot="1300523">
            <a:off x="3760918" y="-1125827"/>
            <a:ext cx="2520837" cy="2900707"/>
          </a:xfrm>
          <a:custGeom>
            <a:rect b="b" l="l" r="r" t="t"/>
            <a:pathLst>
              <a:path extrusionOk="0" h="83294" w="72386">
                <a:moveTo>
                  <a:pt x="50403" y="3137"/>
                </a:moveTo>
                <a:cubicBezTo>
                  <a:pt x="56941" y="6272"/>
                  <a:pt x="64246" y="10108"/>
                  <a:pt x="60711" y="17614"/>
                </a:cubicBezTo>
                <a:cubicBezTo>
                  <a:pt x="57175" y="25119"/>
                  <a:pt x="44632" y="42031"/>
                  <a:pt x="52938" y="45433"/>
                </a:cubicBezTo>
                <a:cubicBezTo>
                  <a:pt x="61211" y="48803"/>
                  <a:pt x="72386" y="48302"/>
                  <a:pt x="71885" y="57942"/>
                </a:cubicBezTo>
                <a:cubicBezTo>
                  <a:pt x="71351" y="67583"/>
                  <a:pt x="54640" y="83294"/>
                  <a:pt x="40096" y="76189"/>
                </a:cubicBezTo>
                <a:cubicBezTo>
                  <a:pt x="25552" y="69084"/>
                  <a:pt x="35359" y="53839"/>
                  <a:pt x="20982" y="50137"/>
                </a:cubicBezTo>
                <a:cubicBezTo>
                  <a:pt x="6605" y="46434"/>
                  <a:pt x="1" y="20916"/>
                  <a:pt x="6939" y="13477"/>
                </a:cubicBezTo>
                <a:cubicBezTo>
                  <a:pt x="13877" y="6039"/>
                  <a:pt x="43865" y="1"/>
                  <a:pt x="50403" y="3137"/>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23">
    <p:spTree>
      <p:nvGrpSpPr>
        <p:cNvPr id="1163" name="Shape 1163"/>
        <p:cNvGrpSpPr/>
        <p:nvPr/>
      </p:nvGrpSpPr>
      <p:grpSpPr>
        <a:xfrm>
          <a:off x="0" y="0"/>
          <a:ext cx="0" cy="0"/>
          <a:chOff x="0" y="0"/>
          <a:chExt cx="0" cy="0"/>
        </a:xfrm>
      </p:grpSpPr>
      <p:sp>
        <p:nvSpPr>
          <p:cNvPr id="1164" name="Google Shape;1164;p178"/>
          <p:cNvSpPr txBox="1"/>
          <p:nvPr>
            <p:ph type="title"/>
          </p:nvPr>
        </p:nvSpPr>
        <p:spPr>
          <a:xfrm>
            <a:off x="713225" y="1505738"/>
            <a:ext cx="4450800" cy="1269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165" name="Google Shape;1165;p178"/>
          <p:cNvSpPr txBox="1"/>
          <p:nvPr>
            <p:ph idx="1" type="subTitle"/>
          </p:nvPr>
        </p:nvSpPr>
        <p:spPr>
          <a:xfrm>
            <a:off x="713225" y="2725763"/>
            <a:ext cx="3231600" cy="912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rgbClr val="8C353C"/>
              </a:buClr>
              <a:buSzPts val="1600"/>
              <a:buFont typeface="Nunito"/>
              <a:buChar char="●"/>
              <a:defRPr sz="1600"/>
            </a:lvl1pPr>
            <a:lvl2pPr lvl="1" algn="l">
              <a:lnSpc>
                <a:spcPct val="100000"/>
              </a:lnSpc>
              <a:spcBef>
                <a:spcPts val="0"/>
              </a:spcBef>
              <a:spcAft>
                <a:spcPts val="0"/>
              </a:spcAft>
              <a:buClr>
                <a:schemeClr val="dk1"/>
              </a:buClr>
              <a:buSzPts val="1600"/>
              <a:buFont typeface="Nunito"/>
              <a:buChar char="○"/>
              <a:defRPr/>
            </a:lvl2pPr>
            <a:lvl3pPr lvl="2" algn="l">
              <a:lnSpc>
                <a:spcPct val="100000"/>
              </a:lnSpc>
              <a:spcBef>
                <a:spcPts val="0"/>
              </a:spcBef>
              <a:spcAft>
                <a:spcPts val="0"/>
              </a:spcAft>
              <a:buClr>
                <a:schemeClr val="dk1"/>
              </a:buClr>
              <a:buSzPts val="1600"/>
              <a:buFont typeface="Nunito"/>
              <a:buChar char="■"/>
              <a:defRPr/>
            </a:lvl3pPr>
            <a:lvl4pPr lvl="3" algn="l">
              <a:lnSpc>
                <a:spcPct val="100000"/>
              </a:lnSpc>
              <a:spcBef>
                <a:spcPts val="0"/>
              </a:spcBef>
              <a:spcAft>
                <a:spcPts val="0"/>
              </a:spcAft>
              <a:buClr>
                <a:schemeClr val="dk1"/>
              </a:buClr>
              <a:buSzPts val="1600"/>
              <a:buFont typeface="Nunito"/>
              <a:buChar char="●"/>
              <a:defRPr/>
            </a:lvl4pPr>
            <a:lvl5pPr lvl="4" algn="l">
              <a:lnSpc>
                <a:spcPct val="100000"/>
              </a:lnSpc>
              <a:spcBef>
                <a:spcPts val="0"/>
              </a:spcBef>
              <a:spcAft>
                <a:spcPts val="0"/>
              </a:spcAft>
              <a:buClr>
                <a:schemeClr val="dk1"/>
              </a:buClr>
              <a:buSzPts val="1600"/>
              <a:buFont typeface="Nunito"/>
              <a:buChar char="○"/>
              <a:defRPr/>
            </a:lvl5pPr>
            <a:lvl6pPr lvl="5" algn="l">
              <a:lnSpc>
                <a:spcPct val="100000"/>
              </a:lnSpc>
              <a:spcBef>
                <a:spcPts val="0"/>
              </a:spcBef>
              <a:spcAft>
                <a:spcPts val="0"/>
              </a:spcAft>
              <a:buClr>
                <a:schemeClr val="dk1"/>
              </a:buClr>
              <a:buSzPts val="1600"/>
              <a:buFont typeface="Nunito"/>
              <a:buChar char="■"/>
              <a:defRPr/>
            </a:lvl6pPr>
            <a:lvl7pPr lvl="6" algn="l">
              <a:lnSpc>
                <a:spcPct val="100000"/>
              </a:lnSpc>
              <a:spcBef>
                <a:spcPts val="0"/>
              </a:spcBef>
              <a:spcAft>
                <a:spcPts val="0"/>
              </a:spcAft>
              <a:buClr>
                <a:schemeClr val="dk1"/>
              </a:buClr>
              <a:buSzPts val="1600"/>
              <a:buFont typeface="Nunito"/>
              <a:buChar char="●"/>
              <a:defRPr/>
            </a:lvl7pPr>
            <a:lvl8pPr lvl="7" algn="l">
              <a:lnSpc>
                <a:spcPct val="100000"/>
              </a:lnSpc>
              <a:spcBef>
                <a:spcPts val="0"/>
              </a:spcBef>
              <a:spcAft>
                <a:spcPts val="0"/>
              </a:spcAft>
              <a:buClr>
                <a:schemeClr val="dk1"/>
              </a:buClr>
              <a:buSzPts val="1600"/>
              <a:buFont typeface="Nunito"/>
              <a:buChar char="○"/>
              <a:defRPr/>
            </a:lvl8pPr>
            <a:lvl9pPr lvl="8" algn="l">
              <a:lnSpc>
                <a:spcPct val="100000"/>
              </a:lnSpc>
              <a:spcBef>
                <a:spcPts val="0"/>
              </a:spcBef>
              <a:spcAft>
                <a:spcPts val="0"/>
              </a:spcAft>
              <a:buClr>
                <a:schemeClr val="dk1"/>
              </a:buClr>
              <a:buSzPts val="1600"/>
              <a:buFont typeface="Nunito"/>
              <a:buChar char="■"/>
              <a:defRPr/>
            </a:lvl9pPr>
          </a:lstStyle>
          <a:p/>
        </p:txBody>
      </p:sp>
      <p:grpSp>
        <p:nvGrpSpPr>
          <p:cNvPr id="1166" name="Google Shape;1166;p178"/>
          <p:cNvGrpSpPr/>
          <p:nvPr/>
        </p:nvGrpSpPr>
        <p:grpSpPr>
          <a:xfrm flipH="1">
            <a:off x="5418880" y="1"/>
            <a:ext cx="2277317" cy="5304377"/>
            <a:chOff x="224725" y="566950"/>
            <a:chExt cx="1850875" cy="4311100"/>
          </a:xfrm>
        </p:grpSpPr>
        <p:sp>
          <p:nvSpPr>
            <p:cNvPr id="1167" name="Google Shape;1167;p178"/>
            <p:cNvSpPr/>
            <p:nvPr/>
          </p:nvSpPr>
          <p:spPr>
            <a:xfrm>
              <a:off x="1914975" y="566950"/>
              <a:ext cx="160625" cy="2033000"/>
            </a:xfrm>
            <a:custGeom>
              <a:rect b="b" l="l" r="r" t="t"/>
              <a:pathLst>
                <a:path extrusionOk="0" h="81320" w="6425">
                  <a:moveTo>
                    <a:pt x="126" y="1"/>
                  </a:moveTo>
                  <a:cubicBezTo>
                    <a:pt x="81" y="1"/>
                    <a:pt x="44" y="24"/>
                    <a:pt x="27" y="57"/>
                  </a:cubicBezTo>
                  <a:cubicBezTo>
                    <a:pt x="27" y="84"/>
                    <a:pt x="27" y="110"/>
                    <a:pt x="27" y="137"/>
                  </a:cubicBezTo>
                  <a:cubicBezTo>
                    <a:pt x="27" y="164"/>
                    <a:pt x="27"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45" y="15394"/>
                    <a:pt x="2945" y="15447"/>
                    <a:pt x="2945" y="15501"/>
                  </a:cubicBezTo>
                  <a:cubicBezTo>
                    <a:pt x="2998" y="17321"/>
                    <a:pt x="1848" y="19248"/>
                    <a:pt x="108" y="20292"/>
                  </a:cubicBezTo>
                  <a:cubicBezTo>
                    <a:pt x="54" y="20292"/>
                    <a:pt x="27" y="20318"/>
                    <a:pt x="27" y="20372"/>
                  </a:cubicBezTo>
                  <a:cubicBezTo>
                    <a:pt x="1" y="20425"/>
                    <a:pt x="27" y="20479"/>
                    <a:pt x="81" y="20506"/>
                  </a:cubicBezTo>
                  <a:cubicBezTo>
                    <a:pt x="1794" y="21496"/>
                    <a:pt x="2865" y="23316"/>
                    <a:pt x="2945" y="25324"/>
                  </a:cubicBezTo>
                  <a:cubicBezTo>
                    <a:pt x="2945" y="25350"/>
                    <a:pt x="2972" y="25404"/>
                    <a:pt x="2998" y="25431"/>
                  </a:cubicBezTo>
                  <a:cubicBezTo>
                    <a:pt x="4952" y="26394"/>
                    <a:pt x="6157" y="28348"/>
                    <a:pt x="6157" y="30543"/>
                  </a:cubicBezTo>
                  <a:cubicBezTo>
                    <a:pt x="6157" y="32711"/>
                    <a:pt x="4952" y="34665"/>
                    <a:pt x="2998" y="35628"/>
                  </a:cubicBezTo>
                  <a:cubicBezTo>
                    <a:pt x="2945" y="35655"/>
                    <a:pt x="2918" y="35709"/>
                    <a:pt x="2945" y="35762"/>
                  </a:cubicBezTo>
                  <a:cubicBezTo>
                    <a:pt x="3106"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1" y="81297"/>
                    <a:pt x="104" y="81320"/>
                    <a:pt x="145" y="81320"/>
                  </a:cubicBezTo>
                  <a:cubicBezTo>
                    <a:pt x="170" y="81320"/>
                    <a:pt x="194" y="81311"/>
                    <a:pt x="215" y="81290"/>
                  </a:cubicBezTo>
                  <a:cubicBezTo>
                    <a:pt x="2008" y="80273"/>
                    <a:pt x="3106" y="78427"/>
                    <a:pt x="3186" y="76366"/>
                  </a:cubicBezTo>
                  <a:cubicBezTo>
                    <a:pt x="5166" y="75322"/>
                    <a:pt x="6424" y="73314"/>
                    <a:pt x="6424" y="71066"/>
                  </a:cubicBezTo>
                  <a:cubicBezTo>
                    <a:pt x="6424" y="68818"/>
                    <a:pt x="5166" y="66784"/>
                    <a:pt x="3186" y="65766"/>
                  </a:cubicBezTo>
                  <a:cubicBezTo>
                    <a:pt x="3106" y="63786"/>
                    <a:pt x="2062" y="61992"/>
                    <a:pt x="375" y="60922"/>
                  </a:cubicBezTo>
                  <a:cubicBezTo>
                    <a:pt x="2062" y="59878"/>
                    <a:pt x="3106" y="58085"/>
                    <a:pt x="3186" y="56104"/>
                  </a:cubicBezTo>
                  <a:cubicBezTo>
                    <a:pt x="5166" y="55060"/>
                    <a:pt x="6424" y="53053"/>
                    <a:pt x="6424" y="50804"/>
                  </a:cubicBezTo>
                  <a:cubicBezTo>
                    <a:pt x="6424" y="48556"/>
                    <a:pt x="5166" y="46522"/>
                    <a:pt x="3186" y="45505"/>
                  </a:cubicBezTo>
                  <a:cubicBezTo>
                    <a:pt x="3159" y="43604"/>
                    <a:pt x="2088" y="41731"/>
                    <a:pt x="375" y="40660"/>
                  </a:cubicBezTo>
                  <a:cubicBezTo>
                    <a:pt x="1901" y="39723"/>
                    <a:pt x="3320" y="37877"/>
                    <a:pt x="3186" y="35816"/>
                  </a:cubicBezTo>
                  <a:cubicBezTo>
                    <a:pt x="5193" y="34799"/>
                    <a:pt x="6424" y="32764"/>
                    <a:pt x="6424" y="30543"/>
                  </a:cubicBezTo>
                  <a:cubicBezTo>
                    <a:pt x="6424" y="28295"/>
                    <a:pt x="5166" y="26260"/>
                    <a:pt x="3186" y="25243"/>
                  </a:cubicBezTo>
                  <a:cubicBezTo>
                    <a:pt x="3106" y="23236"/>
                    <a:pt x="2062" y="21443"/>
                    <a:pt x="375" y="20399"/>
                  </a:cubicBezTo>
                  <a:cubicBezTo>
                    <a:pt x="2088" y="19328"/>
                    <a:pt x="3186" y="17454"/>
                    <a:pt x="3186" y="15608"/>
                  </a:cubicBezTo>
                  <a:cubicBezTo>
                    <a:pt x="3186" y="15608"/>
                    <a:pt x="3186" y="15581"/>
                    <a:pt x="3186" y="15554"/>
                  </a:cubicBezTo>
                  <a:cubicBezTo>
                    <a:pt x="5166" y="14537"/>
                    <a:pt x="6424" y="12503"/>
                    <a:pt x="6424" y="10255"/>
                  </a:cubicBezTo>
                  <a:cubicBezTo>
                    <a:pt x="6424" y="8033"/>
                    <a:pt x="5166" y="5999"/>
                    <a:pt x="3186" y="4982"/>
                  </a:cubicBezTo>
                  <a:lnTo>
                    <a:pt x="3186" y="4955"/>
                  </a:lnTo>
                  <a:cubicBezTo>
                    <a:pt x="3186" y="3028"/>
                    <a:pt x="2008" y="1074"/>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 name="Google Shape;1168;p178"/>
            <p:cNvSpPr/>
            <p:nvPr/>
          </p:nvSpPr>
          <p:spPr>
            <a:xfrm>
              <a:off x="1761075" y="818875"/>
              <a:ext cx="160625" cy="2032875"/>
            </a:xfrm>
            <a:custGeom>
              <a:rect b="b" l="l" r="r" t="t"/>
              <a:pathLst>
                <a:path extrusionOk="0" h="81315" w="6425">
                  <a:moveTo>
                    <a:pt x="149" y="1"/>
                  </a:moveTo>
                  <a:cubicBezTo>
                    <a:pt x="110" y="1"/>
                    <a:pt x="71" y="20"/>
                    <a:pt x="54" y="70"/>
                  </a:cubicBezTo>
                  <a:cubicBezTo>
                    <a:pt x="27" y="70"/>
                    <a:pt x="27" y="97"/>
                    <a:pt x="27" y="124"/>
                  </a:cubicBezTo>
                  <a:cubicBezTo>
                    <a:pt x="27" y="178"/>
                    <a:pt x="54" y="204"/>
                    <a:pt x="81" y="231"/>
                  </a:cubicBezTo>
                  <a:cubicBezTo>
                    <a:pt x="1821" y="1248"/>
                    <a:pt x="2972" y="3175"/>
                    <a:pt x="2945" y="5022"/>
                  </a:cubicBezTo>
                  <a:cubicBezTo>
                    <a:pt x="2945" y="5076"/>
                    <a:pt x="2972" y="5129"/>
                    <a:pt x="2998" y="5156"/>
                  </a:cubicBezTo>
                  <a:cubicBezTo>
                    <a:pt x="4952" y="6119"/>
                    <a:pt x="6183" y="8073"/>
                    <a:pt x="6183" y="10268"/>
                  </a:cubicBezTo>
                  <a:cubicBezTo>
                    <a:pt x="6183" y="12436"/>
                    <a:pt x="4952" y="14390"/>
                    <a:pt x="2998" y="15354"/>
                  </a:cubicBezTo>
                  <a:cubicBezTo>
                    <a:pt x="2972" y="15380"/>
                    <a:pt x="2945" y="15461"/>
                    <a:pt x="2945" y="15487"/>
                  </a:cubicBezTo>
                  <a:cubicBezTo>
                    <a:pt x="2998" y="17334"/>
                    <a:pt x="1847" y="19235"/>
                    <a:pt x="108" y="20278"/>
                  </a:cubicBezTo>
                  <a:cubicBezTo>
                    <a:pt x="81" y="20278"/>
                    <a:pt x="27" y="20305"/>
                    <a:pt x="27" y="20359"/>
                  </a:cubicBezTo>
                  <a:cubicBezTo>
                    <a:pt x="27" y="20412"/>
                    <a:pt x="27" y="20466"/>
                    <a:pt x="81" y="20493"/>
                  </a:cubicBezTo>
                  <a:cubicBezTo>
                    <a:pt x="1821" y="21510"/>
                    <a:pt x="2891" y="23303"/>
                    <a:pt x="2945" y="25310"/>
                  </a:cubicBezTo>
                  <a:cubicBezTo>
                    <a:pt x="2945" y="25364"/>
                    <a:pt x="2972" y="25391"/>
                    <a:pt x="2998" y="25417"/>
                  </a:cubicBezTo>
                  <a:cubicBezTo>
                    <a:pt x="4952" y="26381"/>
                    <a:pt x="6183" y="28362"/>
                    <a:pt x="6183" y="30530"/>
                  </a:cubicBezTo>
                  <a:cubicBezTo>
                    <a:pt x="6183" y="32698"/>
                    <a:pt x="4952" y="34652"/>
                    <a:pt x="2998" y="35642"/>
                  </a:cubicBezTo>
                  <a:cubicBezTo>
                    <a:pt x="2972" y="35642"/>
                    <a:pt x="2945" y="35695"/>
                    <a:pt x="2945" y="35749"/>
                  </a:cubicBezTo>
                  <a:cubicBezTo>
                    <a:pt x="3105" y="37837"/>
                    <a:pt x="1633" y="39630"/>
                    <a:pt x="108" y="40540"/>
                  </a:cubicBezTo>
                  <a:cubicBezTo>
                    <a:pt x="81" y="40540"/>
                    <a:pt x="27" y="40594"/>
                    <a:pt x="27" y="40620"/>
                  </a:cubicBezTo>
                  <a:cubicBezTo>
                    <a:pt x="27" y="40674"/>
                    <a:pt x="27" y="40727"/>
                    <a:pt x="81" y="40754"/>
                  </a:cubicBezTo>
                  <a:cubicBezTo>
                    <a:pt x="1821" y="41771"/>
                    <a:pt x="2945" y="43645"/>
                    <a:pt x="2945" y="45545"/>
                  </a:cubicBezTo>
                  <a:cubicBezTo>
                    <a:pt x="2945" y="45545"/>
                    <a:pt x="2945" y="45545"/>
                    <a:pt x="2945" y="45572"/>
                  </a:cubicBezTo>
                  <a:cubicBezTo>
                    <a:pt x="2945" y="45626"/>
                    <a:pt x="2972" y="45652"/>
                    <a:pt x="2998" y="45679"/>
                  </a:cubicBezTo>
                  <a:cubicBezTo>
                    <a:pt x="4952" y="46669"/>
                    <a:pt x="6183" y="48623"/>
                    <a:pt x="6183" y="50791"/>
                  </a:cubicBezTo>
                  <a:cubicBezTo>
                    <a:pt x="6183" y="52959"/>
                    <a:pt x="4952" y="54913"/>
                    <a:pt x="2998" y="55904"/>
                  </a:cubicBezTo>
                  <a:cubicBezTo>
                    <a:pt x="2972" y="55930"/>
                    <a:pt x="2945" y="55957"/>
                    <a:pt x="2945" y="56011"/>
                  </a:cubicBezTo>
                  <a:cubicBezTo>
                    <a:pt x="2891" y="57991"/>
                    <a:pt x="1847" y="59785"/>
                    <a:pt x="108" y="60802"/>
                  </a:cubicBezTo>
                  <a:cubicBezTo>
                    <a:pt x="81" y="60828"/>
                    <a:pt x="27" y="60855"/>
                    <a:pt x="27" y="60882"/>
                  </a:cubicBezTo>
                  <a:cubicBezTo>
                    <a:pt x="27" y="60935"/>
                    <a:pt x="27" y="60989"/>
                    <a:pt x="81" y="61016"/>
                  </a:cubicBezTo>
                  <a:cubicBezTo>
                    <a:pt x="1821" y="62033"/>
                    <a:pt x="2891" y="63826"/>
                    <a:pt x="2945" y="65834"/>
                  </a:cubicBezTo>
                  <a:cubicBezTo>
                    <a:pt x="2945" y="65887"/>
                    <a:pt x="2972" y="65914"/>
                    <a:pt x="2998" y="65941"/>
                  </a:cubicBezTo>
                  <a:cubicBezTo>
                    <a:pt x="4952" y="66931"/>
                    <a:pt x="6183" y="68885"/>
                    <a:pt x="6183" y="71053"/>
                  </a:cubicBezTo>
                  <a:cubicBezTo>
                    <a:pt x="6183" y="73221"/>
                    <a:pt x="4952" y="75175"/>
                    <a:pt x="2998" y="76165"/>
                  </a:cubicBezTo>
                  <a:cubicBezTo>
                    <a:pt x="2972" y="76192"/>
                    <a:pt x="2945" y="76219"/>
                    <a:pt x="2945" y="76272"/>
                  </a:cubicBezTo>
                  <a:cubicBezTo>
                    <a:pt x="2891" y="78280"/>
                    <a:pt x="1821" y="80073"/>
                    <a:pt x="81" y="81090"/>
                  </a:cubicBezTo>
                  <a:cubicBezTo>
                    <a:pt x="27" y="81117"/>
                    <a:pt x="1" y="81197"/>
                    <a:pt x="54" y="81251"/>
                  </a:cubicBezTo>
                  <a:cubicBezTo>
                    <a:pt x="74" y="81290"/>
                    <a:pt x="122" y="81315"/>
                    <a:pt x="167" y="81315"/>
                  </a:cubicBezTo>
                  <a:cubicBezTo>
                    <a:pt x="184" y="81315"/>
                    <a:pt x="200" y="81311"/>
                    <a:pt x="215" y="81304"/>
                  </a:cubicBezTo>
                  <a:cubicBezTo>
                    <a:pt x="2008" y="80260"/>
                    <a:pt x="3105" y="78413"/>
                    <a:pt x="3186" y="76352"/>
                  </a:cubicBezTo>
                  <a:cubicBezTo>
                    <a:pt x="5193" y="75309"/>
                    <a:pt x="6424" y="73301"/>
                    <a:pt x="6424" y="71053"/>
                  </a:cubicBezTo>
                  <a:cubicBezTo>
                    <a:pt x="6424" y="68805"/>
                    <a:pt x="5193" y="66797"/>
                    <a:pt x="3186" y="65753"/>
                  </a:cubicBezTo>
                  <a:cubicBezTo>
                    <a:pt x="3132" y="63773"/>
                    <a:pt x="2088" y="61979"/>
                    <a:pt x="402" y="60909"/>
                  </a:cubicBezTo>
                  <a:cubicBezTo>
                    <a:pt x="2088" y="59865"/>
                    <a:pt x="3132" y="58072"/>
                    <a:pt x="3186" y="56091"/>
                  </a:cubicBezTo>
                  <a:cubicBezTo>
                    <a:pt x="5193" y="55047"/>
                    <a:pt x="6424" y="53040"/>
                    <a:pt x="6424" y="50791"/>
                  </a:cubicBezTo>
                  <a:cubicBezTo>
                    <a:pt x="6424" y="48543"/>
                    <a:pt x="5193" y="46536"/>
                    <a:pt x="3186" y="45492"/>
                  </a:cubicBezTo>
                  <a:cubicBezTo>
                    <a:pt x="3186" y="43591"/>
                    <a:pt x="2088" y="41718"/>
                    <a:pt x="402" y="40647"/>
                  </a:cubicBezTo>
                  <a:cubicBezTo>
                    <a:pt x="1901" y="39710"/>
                    <a:pt x="3320" y="37890"/>
                    <a:pt x="3186" y="35829"/>
                  </a:cubicBezTo>
                  <a:cubicBezTo>
                    <a:pt x="5193" y="34785"/>
                    <a:pt x="6424" y="32751"/>
                    <a:pt x="6424" y="30530"/>
                  </a:cubicBezTo>
                  <a:cubicBezTo>
                    <a:pt x="6424" y="28281"/>
                    <a:pt x="5193" y="26247"/>
                    <a:pt x="3186" y="25230"/>
                  </a:cubicBezTo>
                  <a:cubicBezTo>
                    <a:pt x="3105" y="23223"/>
                    <a:pt x="2062" y="21429"/>
                    <a:pt x="402" y="20386"/>
                  </a:cubicBezTo>
                  <a:cubicBezTo>
                    <a:pt x="2115" y="19315"/>
                    <a:pt x="3212" y="17415"/>
                    <a:pt x="3186" y="15541"/>
                  </a:cubicBezTo>
                  <a:cubicBezTo>
                    <a:pt x="5193" y="14524"/>
                    <a:pt x="6424" y="12490"/>
                    <a:pt x="6424" y="10268"/>
                  </a:cubicBezTo>
                  <a:cubicBezTo>
                    <a:pt x="6424" y="8020"/>
                    <a:pt x="5193" y="5986"/>
                    <a:pt x="3186" y="4969"/>
                  </a:cubicBezTo>
                  <a:lnTo>
                    <a:pt x="3186" y="4942"/>
                  </a:lnTo>
                  <a:cubicBezTo>
                    <a:pt x="3186" y="3041"/>
                    <a:pt x="2008" y="1061"/>
                    <a:pt x="215" y="17"/>
                  </a:cubicBezTo>
                  <a:cubicBezTo>
                    <a:pt x="195" y="7"/>
                    <a:pt x="172" y="1"/>
                    <a:pt x="1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 name="Google Shape;1169;p178"/>
            <p:cNvSpPr/>
            <p:nvPr/>
          </p:nvSpPr>
          <p:spPr>
            <a:xfrm>
              <a:off x="1607850" y="566950"/>
              <a:ext cx="159950" cy="2033000"/>
            </a:xfrm>
            <a:custGeom>
              <a:rect b="b" l="l" r="r" t="t"/>
              <a:pathLst>
                <a:path extrusionOk="0" h="81320" w="6398">
                  <a:moveTo>
                    <a:pt x="119" y="1"/>
                  </a:moveTo>
                  <a:cubicBezTo>
                    <a:pt x="81" y="1"/>
                    <a:pt x="44" y="24"/>
                    <a:pt x="27" y="57"/>
                  </a:cubicBezTo>
                  <a:cubicBezTo>
                    <a:pt x="0"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71" y="17347"/>
                    <a:pt x="1847" y="19248"/>
                    <a:pt x="81" y="20292"/>
                  </a:cubicBezTo>
                  <a:cubicBezTo>
                    <a:pt x="54" y="20292"/>
                    <a:pt x="27" y="20318"/>
                    <a:pt x="0"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0"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64" y="58004"/>
                    <a:pt x="1820" y="59798"/>
                    <a:pt x="81" y="60815"/>
                  </a:cubicBezTo>
                  <a:cubicBezTo>
                    <a:pt x="54" y="60815"/>
                    <a:pt x="27" y="60868"/>
                    <a:pt x="0" y="60895"/>
                  </a:cubicBezTo>
                  <a:cubicBezTo>
                    <a:pt x="0" y="60949"/>
                    <a:pt x="27" y="61002"/>
                    <a:pt x="81" y="61029"/>
                  </a:cubicBezTo>
                  <a:cubicBezTo>
                    <a:pt x="1820" y="62046"/>
                    <a:pt x="2864"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64" y="78266"/>
                    <a:pt x="1820" y="80086"/>
                    <a:pt x="81" y="81076"/>
                  </a:cubicBezTo>
                  <a:cubicBezTo>
                    <a:pt x="27" y="81130"/>
                    <a:pt x="0" y="81183"/>
                    <a:pt x="27" y="81264"/>
                  </a:cubicBezTo>
                  <a:cubicBezTo>
                    <a:pt x="44" y="81297"/>
                    <a:pt x="81" y="81320"/>
                    <a:pt x="119" y="81320"/>
                  </a:cubicBezTo>
                  <a:cubicBezTo>
                    <a:pt x="143" y="81320"/>
                    <a:pt x="167" y="81311"/>
                    <a:pt x="188" y="81290"/>
                  </a:cubicBezTo>
                  <a:cubicBezTo>
                    <a:pt x="1981"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61" y="41731"/>
                    <a:pt x="375" y="40660"/>
                  </a:cubicBezTo>
                  <a:cubicBezTo>
                    <a:pt x="1901" y="39723"/>
                    <a:pt x="3292" y="37877"/>
                    <a:pt x="3185" y="35816"/>
                  </a:cubicBezTo>
                  <a:cubicBezTo>
                    <a:pt x="5166" y="34799"/>
                    <a:pt x="6397" y="32764"/>
                    <a:pt x="6397" y="30543"/>
                  </a:cubicBezTo>
                  <a:cubicBezTo>
                    <a:pt x="6397" y="28295"/>
                    <a:pt x="5166" y="26260"/>
                    <a:pt x="3185" y="25243"/>
                  </a:cubicBezTo>
                  <a:cubicBezTo>
                    <a:pt x="3078" y="23236"/>
                    <a:pt x="2061" y="21443"/>
                    <a:pt x="375" y="20399"/>
                  </a:cubicBezTo>
                  <a:cubicBezTo>
                    <a:pt x="2061" y="19328"/>
                    <a:pt x="3185" y="17454"/>
                    <a:pt x="3185" y="15608"/>
                  </a:cubicBezTo>
                  <a:cubicBezTo>
                    <a:pt x="3185" y="15608"/>
                    <a:pt x="3185" y="1558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 name="Google Shape;1170;p178"/>
            <p:cNvSpPr/>
            <p:nvPr/>
          </p:nvSpPr>
          <p:spPr>
            <a:xfrm>
              <a:off x="1453950" y="818875"/>
              <a:ext cx="160600" cy="2032875"/>
            </a:xfrm>
            <a:custGeom>
              <a:rect b="b" l="l" r="r" t="t"/>
              <a:pathLst>
                <a:path extrusionOk="0" h="81315" w="6424">
                  <a:moveTo>
                    <a:pt x="136" y="1"/>
                  </a:moveTo>
                  <a:cubicBezTo>
                    <a:pt x="95" y="1"/>
                    <a:pt x="61" y="20"/>
                    <a:pt x="27" y="70"/>
                  </a:cubicBezTo>
                  <a:cubicBezTo>
                    <a:pt x="27" y="70"/>
                    <a:pt x="27" y="97"/>
                    <a:pt x="27" y="124"/>
                  </a:cubicBezTo>
                  <a:cubicBezTo>
                    <a:pt x="27" y="178"/>
                    <a:pt x="27"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34"/>
                    <a:pt x="2944" y="15487"/>
                  </a:cubicBezTo>
                  <a:cubicBezTo>
                    <a:pt x="2944" y="15514"/>
                    <a:pt x="2944" y="15568"/>
                    <a:pt x="2944" y="15595"/>
                  </a:cubicBezTo>
                  <a:cubicBezTo>
                    <a:pt x="2944" y="17415"/>
                    <a:pt x="1820" y="19261"/>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44" y="35642"/>
                    <a:pt x="2918"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72"/>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27" y="81251"/>
                  </a:cubicBezTo>
                  <a:cubicBezTo>
                    <a:pt x="66" y="81290"/>
                    <a:pt x="120" y="81315"/>
                    <a:pt x="167" y="81315"/>
                  </a:cubicBezTo>
                  <a:cubicBezTo>
                    <a:pt x="184" y="81315"/>
                    <a:pt x="200" y="81311"/>
                    <a:pt x="214" y="81304"/>
                  </a:cubicBezTo>
                  <a:cubicBezTo>
                    <a:pt x="2008" y="80260"/>
                    <a:pt x="3105" y="78413"/>
                    <a:pt x="3185" y="76352"/>
                  </a:cubicBezTo>
                  <a:cubicBezTo>
                    <a:pt x="5166" y="75309"/>
                    <a:pt x="6424" y="73301"/>
                    <a:pt x="6424" y="71053"/>
                  </a:cubicBezTo>
                  <a:cubicBezTo>
                    <a:pt x="6424" y="68805"/>
                    <a:pt x="5166" y="66797"/>
                    <a:pt x="3185" y="65753"/>
                  </a:cubicBezTo>
                  <a:cubicBezTo>
                    <a:pt x="3105" y="63773"/>
                    <a:pt x="2061" y="61979"/>
                    <a:pt x="375" y="60909"/>
                  </a:cubicBezTo>
                  <a:cubicBezTo>
                    <a:pt x="2061" y="59865"/>
                    <a:pt x="3105" y="58072"/>
                    <a:pt x="3185" y="56091"/>
                  </a:cubicBezTo>
                  <a:cubicBezTo>
                    <a:pt x="5166" y="55047"/>
                    <a:pt x="6424" y="53040"/>
                    <a:pt x="6424" y="50791"/>
                  </a:cubicBezTo>
                  <a:cubicBezTo>
                    <a:pt x="6424" y="48543"/>
                    <a:pt x="5193" y="46536"/>
                    <a:pt x="3185" y="45492"/>
                  </a:cubicBezTo>
                  <a:cubicBezTo>
                    <a:pt x="3159" y="43591"/>
                    <a:pt x="2088" y="41718"/>
                    <a:pt x="375" y="40647"/>
                  </a:cubicBezTo>
                  <a:cubicBezTo>
                    <a:pt x="1901" y="39710"/>
                    <a:pt x="3319" y="37890"/>
                    <a:pt x="3185" y="35829"/>
                  </a:cubicBezTo>
                  <a:cubicBezTo>
                    <a:pt x="5193" y="34785"/>
                    <a:pt x="6424" y="32751"/>
                    <a:pt x="6424" y="30530"/>
                  </a:cubicBezTo>
                  <a:cubicBezTo>
                    <a:pt x="6424" y="28281"/>
                    <a:pt x="5166" y="26247"/>
                    <a:pt x="3185" y="25230"/>
                  </a:cubicBezTo>
                  <a:cubicBezTo>
                    <a:pt x="3105" y="23223"/>
                    <a:pt x="2061" y="21429"/>
                    <a:pt x="375"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cubicBezTo>
                    <a:pt x="3185" y="3041"/>
                    <a:pt x="2008" y="1061"/>
                    <a:pt x="214" y="17"/>
                  </a:cubicBezTo>
                  <a:cubicBezTo>
                    <a:pt x="185" y="7"/>
                    <a:pt x="159" y="1"/>
                    <a:pt x="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 name="Google Shape;1171;p178"/>
            <p:cNvSpPr/>
            <p:nvPr/>
          </p:nvSpPr>
          <p:spPr>
            <a:xfrm>
              <a:off x="1300050" y="566950"/>
              <a:ext cx="160600" cy="2033000"/>
            </a:xfrm>
            <a:custGeom>
              <a:rect b="b" l="l" r="r" t="t"/>
              <a:pathLst>
                <a:path extrusionOk="0" h="81320" w="6424">
                  <a:moveTo>
                    <a:pt x="146" y="1"/>
                  </a:moveTo>
                  <a:cubicBezTo>
                    <a:pt x="107" y="1"/>
                    <a:pt x="70" y="24"/>
                    <a:pt x="54" y="57"/>
                  </a:cubicBezTo>
                  <a:cubicBezTo>
                    <a:pt x="27" y="84"/>
                    <a:pt x="27" y="110"/>
                    <a:pt x="27" y="137"/>
                  </a:cubicBezTo>
                  <a:cubicBezTo>
                    <a:pt x="27" y="164"/>
                    <a:pt x="54" y="217"/>
                    <a:pt x="80" y="244"/>
                  </a:cubicBezTo>
                  <a:cubicBezTo>
                    <a:pt x="1820" y="1261"/>
                    <a:pt x="2971" y="3188"/>
                    <a:pt x="2944" y="5035"/>
                  </a:cubicBezTo>
                  <a:cubicBezTo>
                    <a:pt x="2944" y="5089"/>
                    <a:pt x="2971" y="5142"/>
                    <a:pt x="3025" y="5169"/>
                  </a:cubicBezTo>
                  <a:cubicBezTo>
                    <a:pt x="4952" y="6133"/>
                    <a:pt x="6183" y="8086"/>
                    <a:pt x="6183" y="10255"/>
                  </a:cubicBezTo>
                  <a:cubicBezTo>
                    <a:pt x="6183" y="12449"/>
                    <a:pt x="4952" y="14403"/>
                    <a:pt x="3025" y="15367"/>
                  </a:cubicBezTo>
                  <a:cubicBezTo>
                    <a:pt x="2971" y="15394"/>
                    <a:pt x="2944" y="15447"/>
                    <a:pt x="2944" y="15501"/>
                  </a:cubicBezTo>
                  <a:cubicBezTo>
                    <a:pt x="2998" y="17321"/>
                    <a:pt x="1847" y="19248"/>
                    <a:pt x="107" y="20292"/>
                  </a:cubicBezTo>
                  <a:cubicBezTo>
                    <a:pt x="80" y="20292"/>
                    <a:pt x="54" y="20318"/>
                    <a:pt x="27" y="20372"/>
                  </a:cubicBezTo>
                  <a:cubicBezTo>
                    <a:pt x="27" y="20425"/>
                    <a:pt x="27" y="20479"/>
                    <a:pt x="80" y="20506"/>
                  </a:cubicBezTo>
                  <a:cubicBezTo>
                    <a:pt x="1820" y="21496"/>
                    <a:pt x="2891" y="23316"/>
                    <a:pt x="2944" y="25324"/>
                  </a:cubicBezTo>
                  <a:cubicBezTo>
                    <a:pt x="2944" y="25350"/>
                    <a:pt x="2971" y="25404"/>
                    <a:pt x="3025" y="25431"/>
                  </a:cubicBezTo>
                  <a:cubicBezTo>
                    <a:pt x="4952" y="26394"/>
                    <a:pt x="6183" y="28348"/>
                    <a:pt x="6183" y="30543"/>
                  </a:cubicBezTo>
                  <a:cubicBezTo>
                    <a:pt x="6183" y="32711"/>
                    <a:pt x="4952" y="34665"/>
                    <a:pt x="3025" y="35628"/>
                  </a:cubicBezTo>
                  <a:cubicBezTo>
                    <a:pt x="2971" y="35655"/>
                    <a:pt x="2944" y="35709"/>
                    <a:pt x="2944" y="35762"/>
                  </a:cubicBezTo>
                  <a:cubicBezTo>
                    <a:pt x="3105" y="37823"/>
                    <a:pt x="1633" y="39643"/>
                    <a:pt x="107" y="40553"/>
                  </a:cubicBezTo>
                  <a:cubicBezTo>
                    <a:pt x="80" y="40553"/>
                    <a:pt x="54" y="40580"/>
                    <a:pt x="27" y="40633"/>
                  </a:cubicBezTo>
                  <a:cubicBezTo>
                    <a:pt x="27" y="40687"/>
                    <a:pt x="27" y="40741"/>
                    <a:pt x="80" y="40767"/>
                  </a:cubicBezTo>
                  <a:cubicBezTo>
                    <a:pt x="1820" y="41784"/>
                    <a:pt x="2944" y="43658"/>
                    <a:pt x="2944" y="45532"/>
                  </a:cubicBezTo>
                  <a:cubicBezTo>
                    <a:pt x="2944" y="45558"/>
                    <a:pt x="2944" y="45558"/>
                    <a:pt x="2944" y="45585"/>
                  </a:cubicBezTo>
                  <a:cubicBezTo>
                    <a:pt x="2944" y="45612"/>
                    <a:pt x="2971" y="45665"/>
                    <a:pt x="3025" y="45692"/>
                  </a:cubicBezTo>
                  <a:cubicBezTo>
                    <a:pt x="4952" y="46656"/>
                    <a:pt x="6183" y="48636"/>
                    <a:pt x="6183" y="50804"/>
                  </a:cubicBezTo>
                  <a:cubicBezTo>
                    <a:pt x="6183" y="52972"/>
                    <a:pt x="4952" y="54926"/>
                    <a:pt x="3025" y="55917"/>
                  </a:cubicBezTo>
                  <a:cubicBezTo>
                    <a:pt x="2971" y="55917"/>
                    <a:pt x="2944" y="55970"/>
                    <a:pt x="2944" y="56024"/>
                  </a:cubicBezTo>
                  <a:cubicBezTo>
                    <a:pt x="2891" y="58004"/>
                    <a:pt x="1847" y="59798"/>
                    <a:pt x="107" y="60815"/>
                  </a:cubicBezTo>
                  <a:cubicBezTo>
                    <a:pt x="80" y="60815"/>
                    <a:pt x="54" y="60868"/>
                    <a:pt x="27" y="60895"/>
                  </a:cubicBezTo>
                  <a:cubicBezTo>
                    <a:pt x="27" y="60949"/>
                    <a:pt x="27" y="61002"/>
                    <a:pt x="80" y="61029"/>
                  </a:cubicBezTo>
                  <a:cubicBezTo>
                    <a:pt x="1820" y="62046"/>
                    <a:pt x="2891" y="63839"/>
                    <a:pt x="2944" y="65847"/>
                  </a:cubicBezTo>
                  <a:cubicBezTo>
                    <a:pt x="2944" y="65900"/>
                    <a:pt x="2971" y="65927"/>
                    <a:pt x="3025" y="65954"/>
                  </a:cubicBezTo>
                  <a:cubicBezTo>
                    <a:pt x="4952" y="66944"/>
                    <a:pt x="6183" y="68898"/>
                    <a:pt x="6183" y="71066"/>
                  </a:cubicBezTo>
                  <a:cubicBezTo>
                    <a:pt x="6183" y="73234"/>
                    <a:pt x="4952" y="75188"/>
                    <a:pt x="3025" y="76178"/>
                  </a:cubicBezTo>
                  <a:cubicBezTo>
                    <a:pt x="2971" y="76178"/>
                    <a:pt x="2944" y="76232"/>
                    <a:pt x="2944" y="76285"/>
                  </a:cubicBezTo>
                  <a:cubicBezTo>
                    <a:pt x="2891" y="78266"/>
                    <a:pt x="1820" y="80086"/>
                    <a:pt x="80" y="81076"/>
                  </a:cubicBezTo>
                  <a:cubicBezTo>
                    <a:pt x="27" y="81130"/>
                    <a:pt x="0" y="81183"/>
                    <a:pt x="54" y="81264"/>
                  </a:cubicBezTo>
                  <a:cubicBezTo>
                    <a:pt x="70" y="81297"/>
                    <a:pt x="107" y="81320"/>
                    <a:pt x="146" y="81320"/>
                  </a:cubicBezTo>
                  <a:cubicBezTo>
                    <a:pt x="169" y="81320"/>
                    <a:pt x="194" y="81311"/>
                    <a:pt x="214" y="81290"/>
                  </a:cubicBezTo>
                  <a:cubicBezTo>
                    <a:pt x="2007" y="80273"/>
                    <a:pt x="3105" y="78427"/>
                    <a:pt x="3185" y="76366"/>
                  </a:cubicBezTo>
                  <a:cubicBezTo>
                    <a:pt x="5193" y="75322"/>
                    <a:pt x="6424" y="73314"/>
                    <a:pt x="6424" y="71066"/>
                  </a:cubicBezTo>
                  <a:cubicBezTo>
                    <a:pt x="6424" y="68818"/>
                    <a:pt x="5193" y="66784"/>
                    <a:pt x="3185" y="65766"/>
                  </a:cubicBezTo>
                  <a:cubicBezTo>
                    <a:pt x="3132" y="63786"/>
                    <a:pt x="2088" y="61992"/>
                    <a:pt x="402" y="60922"/>
                  </a:cubicBezTo>
                  <a:cubicBezTo>
                    <a:pt x="2088" y="59878"/>
                    <a:pt x="3132" y="58085"/>
                    <a:pt x="3185" y="56104"/>
                  </a:cubicBezTo>
                  <a:cubicBezTo>
                    <a:pt x="5193" y="55060"/>
                    <a:pt x="6424" y="53053"/>
                    <a:pt x="6424" y="50804"/>
                  </a:cubicBezTo>
                  <a:cubicBezTo>
                    <a:pt x="6424" y="48556"/>
                    <a:pt x="5193" y="46522"/>
                    <a:pt x="3185" y="45505"/>
                  </a:cubicBezTo>
                  <a:cubicBezTo>
                    <a:pt x="3185" y="43604"/>
                    <a:pt x="2088" y="41731"/>
                    <a:pt x="402" y="40660"/>
                  </a:cubicBezTo>
                  <a:cubicBezTo>
                    <a:pt x="1927" y="39723"/>
                    <a:pt x="3319" y="37903"/>
                    <a:pt x="3212" y="35816"/>
                  </a:cubicBezTo>
                  <a:cubicBezTo>
                    <a:pt x="5193" y="34799"/>
                    <a:pt x="6424" y="32764"/>
                    <a:pt x="6424" y="30543"/>
                  </a:cubicBezTo>
                  <a:cubicBezTo>
                    <a:pt x="6424" y="28295"/>
                    <a:pt x="5193" y="26260"/>
                    <a:pt x="3185" y="25243"/>
                  </a:cubicBezTo>
                  <a:cubicBezTo>
                    <a:pt x="3105" y="23236"/>
                    <a:pt x="2061" y="21443"/>
                    <a:pt x="402" y="20399"/>
                  </a:cubicBezTo>
                  <a:cubicBezTo>
                    <a:pt x="2088" y="19328"/>
                    <a:pt x="3185" y="17454"/>
                    <a:pt x="3185" y="15608"/>
                  </a:cubicBezTo>
                  <a:cubicBezTo>
                    <a:pt x="3185" y="15608"/>
                    <a:pt x="3185" y="15581"/>
                    <a:pt x="3185" y="15554"/>
                  </a:cubicBezTo>
                  <a:cubicBezTo>
                    <a:pt x="5193" y="14537"/>
                    <a:pt x="6424" y="12503"/>
                    <a:pt x="6424" y="10255"/>
                  </a:cubicBezTo>
                  <a:cubicBezTo>
                    <a:pt x="6424" y="8033"/>
                    <a:pt x="5193" y="5999"/>
                    <a:pt x="3185" y="4982"/>
                  </a:cubicBezTo>
                  <a:lnTo>
                    <a:pt x="3185" y="4955"/>
                  </a:lnTo>
                  <a:cubicBezTo>
                    <a:pt x="3185" y="3028"/>
                    <a:pt x="2007" y="1074"/>
                    <a:pt x="214" y="30"/>
                  </a:cubicBezTo>
                  <a:cubicBezTo>
                    <a:pt x="194" y="10"/>
                    <a:pt x="169"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 name="Google Shape;1172;p178"/>
            <p:cNvSpPr/>
            <p:nvPr/>
          </p:nvSpPr>
          <p:spPr>
            <a:xfrm>
              <a:off x="1146800" y="818875"/>
              <a:ext cx="159950" cy="2032875"/>
            </a:xfrm>
            <a:custGeom>
              <a:rect b="b" l="l" r="r" t="t"/>
              <a:pathLst>
                <a:path extrusionOk="0" h="81315" w="6398">
                  <a:moveTo>
                    <a:pt x="123" y="1"/>
                  </a:moveTo>
                  <a:cubicBezTo>
                    <a:pt x="83" y="1"/>
                    <a:pt x="44" y="20"/>
                    <a:pt x="28" y="70"/>
                  </a:cubicBezTo>
                  <a:cubicBezTo>
                    <a:pt x="28" y="70"/>
                    <a:pt x="1" y="97"/>
                    <a:pt x="1" y="124"/>
                  </a:cubicBezTo>
                  <a:cubicBezTo>
                    <a:pt x="1" y="178"/>
                    <a:pt x="28" y="204"/>
                    <a:pt x="81" y="231"/>
                  </a:cubicBezTo>
                  <a:cubicBezTo>
                    <a:pt x="1821" y="1248"/>
                    <a:pt x="2972" y="3175"/>
                    <a:pt x="2918" y="5022"/>
                  </a:cubicBezTo>
                  <a:cubicBezTo>
                    <a:pt x="2918" y="5076"/>
                    <a:pt x="2945" y="5129"/>
                    <a:pt x="2998" y="5156"/>
                  </a:cubicBezTo>
                  <a:cubicBezTo>
                    <a:pt x="4952" y="6119"/>
                    <a:pt x="6157" y="8073"/>
                    <a:pt x="6157" y="10268"/>
                  </a:cubicBezTo>
                  <a:cubicBezTo>
                    <a:pt x="6157" y="12436"/>
                    <a:pt x="4952" y="14390"/>
                    <a:pt x="2998" y="15354"/>
                  </a:cubicBezTo>
                  <a:cubicBezTo>
                    <a:pt x="2945" y="15380"/>
                    <a:pt x="2918" y="15434"/>
                    <a:pt x="2918" y="15487"/>
                  </a:cubicBezTo>
                  <a:cubicBezTo>
                    <a:pt x="2998" y="17334"/>
                    <a:pt x="1848" y="19235"/>
                    <a:pt x="81" y="20278"/>
                  </a:cubicBezTo>
                  <a:cubicBezTo>
                    <a:pt x="54" y="20278"/>
                    <a:pt x="28" y="20305"/>
                    <a:pt x="1" y="20359"/>
                  </a:cubicBezTo>
                  <a:cubicBezTo>
                    <a:pt x="1" y="20412"/>
                    <a:pt x="28" y="20466"/>
                    <a:pt x="81" y="20493"/>
                  </a:cubicBezTo>
                  <a:cubicBezTo>
                    <a:pt x="1794" y="21510"/>
                    <a:pt x="2865" y="23303"/>
                    <a:pt x="2918" y="25310"/>
                  </a:cubicBezTo>
                  <a:cubicBezTo>
                    <a:pt x="2918" y="25364"/>
                    <a:pt x="2945"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079" y="37837"/>
                    <a:pt x="1633" y="39630"/>
                    <a:pt x="81" y="40540"/>
                  </a:cubicBezTo>
                  <a:cubicBezTo>
                    <a:pt x="54" y="40540"/>
                    <a:pt x="28" y="40594"/>
                    <a:pt x="1" y="40620"/>
                  </a:cubicBezTo>
                  <a:cubicBezTo>
                    <a:pt x="1" y="40674"/>
                    <a:pt x="28"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81" y="60802"/>
                  </a:cubicBezTo>
                  <a:cubicBezTo>
                    <a:pt x="54" y="60828"/>
                    <a:pt x="28" y="60855"/>
                    <a:pt x="1" y="60882"/>
                  </a:cubicBezTo>
                  <a:cubicBezTo>
                    <a:pt x="1" y="60935"/>
                    <a:pt x="28"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8" y="81117"/>
                    <a:pt x="1" y="81197"/>
                    <a:pt x="28" y="81251"/>
                  </a:cubicBezTo>
                  <a:cubicBezTo>
                    <a:pt x="47" y="81290"/>
                    <a:pt x="95" y="81315"/>
                    <a:pt x="151" y="81315"/>
                  </a:cubicBezTo>
                  <a:cubicBezTo>
                    <a:pt x="172" y="81315"/>
                    <a:pt x="193" y="81311"/>
                    <a:pt x="215" y="81304"/>
                  </a:cubicBezTo>
                  <a:cubicBezTo>
                    <a:pt x="1981" y="80260"/>
                    <a:pt x="3106" y="78413"/>
                    <a:pt x="3186" y="76352"/>
                  </a:cubicBezTo>
                  <a:cubicBezTo>
                    <a:pt x="5167" y="75309"/>
                    <a:pt x="6398" y="73301"/>
                    <a:pt x="6398" y="71053"/>
                  </a:cubicBezTo>
                  <a:cubicBezTo>
                    <a:pt x="6398" y="68805"/>
                    <a:pt x="5167" y="66797"/>
                    <a:pt x="3186" y="65753"/>
                  </a:cubicBezTo>
                  <a:cubicBezTo>
                    <a:pt x="3106" y="63773"/>
                    <a:pt x="2062" y="61979"/>
                    <a:pt x="375" y="60909"/>
                  </a:cubicBezTo>
                  <a:cubicBezTo>
                    <a:pt x="2062" y="59865"/>
                    <a:pt x="3106" y="58072"/>
                    <a:pt x="3186" y="56091"/>
                  </a:cubicBezTo>
                  <a:cubicBezTo>
                    <a:pt x="5167" y="55047"/>
                    <a:pt x="6398" y="53040"/>
                    <a:pt x="6398" y="50791"/>
                  </a:cubicBezTo>
                  <a:cubicBezTo>
                    <a:pt x="6398" y="48543"/>
                    <a:pt x="5167" y="46536"/>
                    <a:pt x="3186" y="45492"/>
                  </a:cubicBezTo>
                  <a:cubicBezTo>
                    <a:pt x="3159" y="43591"/>
                    <a:pt x="2088" y="41718"/>
                    <a:pt x="375" y="40647"/>
                  </a:cubicBezTo>
                  <a:cubicBezTo>
                    <a:pt x="1901" y="39710"/>
                    <a:pt x="3293" y="37890"/>
                    <a:pt x="3186" y="35829"/>
                  </a:cubicBezTo>
                  <a:cubicBezTo>
                    <a:pt x="5167" y="34785"/>
                    <a:pt x="6398" y="32751"/>
                    <a:pt x="6398" y="30530"/>
                  </a:cubicBezTo>
                  <a:cubicBezTo>
                    <a:pt x="6398" y="28281"/>
                    <a:pt x="5167" y="26247"/>
                    <a:pt x="3186" y="25230"/>
                  </a:cubicBezTo>
                  <a:cubicBezTo>
                    <a:pt x="3079" y="23223"/>
                    <a:pt x="2062" y="21429"/>
                    <a:pt x="375" y="20386"/>
                  </a:cubicBezTo>
                  <a:cubicBezTo>
                    <a:pt x="2088" y="19315"/>
                    <a:pt x="3186" y="17415"/>
                    <a:pt x="3186" y="15541"/>
                  </a:cubicBezTo>
                  <a:cubicBezTo>
                    <a:pt x="5167" y="14524"/>
                    <a:pt x="6398" y="12490"/>
                    <a:pt x="6398" y="10268"/>
                  </a:cubicBezTo>
                  <a:cubicBezTo>
                    <a:pt x="6398" y="8020"/>
                    <a:pt x="5167" y="5986"/>
                    <a:pt x="3186" y="4969"/>
                  </a:cubicBezTo>
                  <a:lnTo>
                    <a:pt x="3186" y="4942"/>
                  </a:lnTo>
                  <a:cubicBezTo>
                    <a:pt x="3186" y="3041"/>
                    <a:pt x="1981" y="1061"/>
                    <a:pt x="188" y="17"/>
                  </a:cubicBezTo>
                  <a:cubicBezTo>
                    <a:pt x="169" y="7"/>
                    <a:pt x="145"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 name="Google Shape;1173;p178"/>
            <p:cNvSpPr/>
            <p:nvPr/>
          </p:nvSpPr>
          <p:spPr>
            <a:xfrm>
              <a:off x="992900" y="566950"/>
              <a:ext cx="160625" cy="2033000"/>
            </a:xfrm>
            <a:custGeom>
              <a:rect b="b" l="l" r="r" t="t"/>
              <a:pathLst>
                <a:path extrusionOk="0" h="81320" w="6425">
                  <a:moveTo>
                    <a:pt x="145" y="1"/>
                  </a:moveTo>
                  <a:cubicBezTo>
                    <a:pt x="104" y="1"/>
                    <a:pt x="60" y="24"/>
                    <a:pt x="27" y="57"/>
                  </a:cubicBezTo>
                  <a:cubicBezTo>
                    <a:pt x="27" y="84"/>
                    <a:pt x="27" y="110"/>
                    <a:pt x="27" y="137"/>
                  </a:cubicBezTo>
                  <a:cubicBezTo>
                    <a:pt x="27" y="164"/>
                    <a:pt x="54"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72" y="15394"/>
                    <a:pt x="2945" y="15447"/>
                    <a:pt x="2945" y="15501"/>
                  </a:cubicBezTo>
                  <a:cubicBezTo>
                    <a:pt x="2998" y="17347"/>
                    <a:pt x="1847" y="19248"/>
                    <a:pt x="108" y="20292"/>
                  </a:cubicBezTo>
                  <a:cubicBezTo>
                    <a:pt x="54" y="20292"/>
                    <a:pt x="27" y="20318"/>
                    <a:pt x="27" y="20372"/>
                  </a:cubicBezTo>
                  <a:cubicBezTo>
                    <a:pt x="1" y="20425"/>
                    <a:pt x="27" y="20479"/>
                    <a:pt x="81" y="20506"/>
                  </a:cubicBezTo>
                  <a:cubicBezTo>
                    <a:pt x="1794" y="21496"/>
                    <a:pt x="2865" y="23289"/>
                    <a:pt x="2945" y="25324"/>
                  </a:cubicBezTo>
                  <a:cubicBezTo>
                    <a:pt x="2945" y="25350"/>
                    <a:pt x="2972" y="25404"/>
                    <a:pt x="2998" y="25431"/>
                  </a:cubicBezTo>
                  <a:cubicBezTo>
                    <a:pt x="4952" y="26394"/>
                    <a:pt x="6157" y="28348"/>
                    <a:pt x="6157" y="30543"/>
                  </a:cubicBezTo>
                  <a:cubicBezTo>
                    <a:pt x="6157" y="32711"/>
                    <a:pt x="4952" y="34665"/>
                    <a:pt x="2998" y="35628"/>
                  </a:cubicBezTo>
                  <a:cubicBezTo>
                    <a:pt x="2972" y="35655"/>
                    <a:pt x="2945" y="35709"/>
                    <a:pt x="2945" y="35762"/>
                  </a:cubicBezTo>
                  <a:cubicBezTo>
                    <a:pt x="3105"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0" y="81297"/>
                    <a:pt x="104" y="81320"/>
                    <a:pt x="145" y="81320"/>
                  </a:cubicBezTo>
                  <a:cubicBezTo>
                    <a:pt x="170" y="81320"/>
                    <a:pt x="194" y="81311"/>
                    <a:pt x="215" y="81290"/>
                  </a:cubicBezTo>
                  <a:cubicBezTo>
                    <a:pt x="2008" y="80273"/>
                    <a:pt x="3105" y="78427"/>
                    <a:pt x="3186" y="76366"/>
                  </a:cubicBezTo>
                  <a:cubicBezTo>
                    <a:pt x="5193" y="75322"/>
                    <a:pt x="6424" y="73314"/>
                    <a:pt x="6424" y="71066"/>
                  </a:cubicBezTo>
                  <a:cubicBezTo>
                    <a:pt x="6424" y="68818"/>
                    <a:pt x="5193" y="66784"/>
                    <a:pt x="3186" y="65766"/>
                  </a:cubicBezTo>
                  <a:cubicBezTo>
                    <a:pt x="3105" y="63786"/>
                    <a:pt x="2088" y="61992"/>
                    <a:pt x="402" y="60922"/>
                  </a:cubicBezTo>
                  <a:cubicBezTo>
                    <a:pt x="2088" y="59878"/>
                    <a:pt x="3105" y="58085"/>
                    <a:pt x="3186" y="56104"/>
                  </a:cubicBezTo>
                  <a:cubicBezTo>
                    <a:pt x="5193" y="55060"/>
                    <a:pt x="6424" y="53053"/>
                    <a:pt x="6424" y="50804"/>
                  </a:cubicBezTo>
                  <a:cubicBezTo>
                    <a:pt x="6424" y="48556"/>
                    <a:pt x="5193" y="46522"/>
                    <a:pt x="3186" y="45505"/>
                  </a:cubicBezTo>
                  <a:cubicBezTo>
                    <a:pt x="3159" y="43604"/>
                    <a:pt x="2088" y="41731"/>
                    <a:pt x="402" y="40660"/>
                  </a:cubicBezTo>
                  <a:cubicBezTo>
                    <a:pt x="1901" y="39723"/>
                    <a:pt x="3320" y="37877"/>
                    <a:pt x="3186" y="35816"/>
                  </a:cubicBezTo>
                  <a:cubicBezTo>
                    <a:pt x="5193" y="34799"/>
                    <a:pt x="6424" y="32764"/>
                    <a:pt x="6424" y="30543"/>
                  </a:cubicBezTo>
                  <a:cubicBezTo>
                    <a:pt x="6424" y="28295"/>
                    <a:pt x="5193" y="26260"/>
                    <a:pt x="3186" y="25243"/>
                  </a:cubicBezTo>
                  <a:cubicBezTo>
                    <a:pt x="3105" y="23236"/>
                    <a:pt x="2062" y="21443"/>
                    <a:pt x="402" y="20399"/>
                  </a:cubicBezTo>
                  <a:cubicBezTo>
                    <a:pt x="2088" y="19328"/>
                    <a:pt x="3186" y="17454"/>
                    <a:pt x="3186" y="15608"/>
                  </a:cubicBezTo>
                  <a:cubicBezTo>
                    <a:pt x="3186" y="15608"/>
                    <a:pt x="3186" y="15581"/>
                    <a:pt x="3186" y="15554"/>
                  </a:cubicBezTo>
                  <a:cubicBezTo>
                    <a:pt x="5193" y="14537"/>
                    <a:pt x="6424" y="12503"/>
                    <a:pt x="6424" y="10255"/>
                  </a:cubicBezTo>
                  <a:cubicBezTo>
                    <a:pt x="6424" y="8033"/>
                    <a:pt x="5193" y="5999"/>
                    <a:pt x="3186" y="4982"/>
                  </a:cubicBezTo>
                  <a:lnTo>
                    <a:pt x="3186" y="4955"/>
                  </a:lnTo>
                  <a:cubicBezTo>
                    <a:pt x="3186" y="3028"/>
                    <a:pt x="2008" y="1074"/>
                    <a:pt x="215" y="30"/>
                  </a:cubicBezTo>
                  <a:cubicBezTo>
                    <a:pt x="194" y="10"/>
                    <a:pt x="170" y="1"/>
                    <a:pt x="1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 name="Google Shape;1174;p178"/>
            <p:cNvSpPr/>
            <p:nvPr/>
          </p:nvSpPr>
          <p:spPr>
            <a:xfrm>
              <a:off x="839675" y="818875"/>
              <a:ext cx="159950" cy="2032875"/>
            </a:xfrm>
            <a:custGeom>
              <a:rect b="b" l="l" r="r" t="t"/>
              <a:pathLst>
                <a:path extrusionOk="0" h="81315" w="6398">
                  <a:moveTo>
                    <a:pt x="122" y="1"/>
                  </a:moveTo>
                  <a:cubicBezTo>
                    <a:pt x="83" y="1"/>
                    <a:pt x="44" y="20"/>
                    <a:pt x="27" y="70"/>
                  </a:cubicBezTo>
                  <a:cubicBezTo>
                    <a:pt x="0" y="70"/>
                    <a:pt x="0" y="97"/>
                    <a:pt x="0" y="124"/>
                  </a:cubicBezTo>
                  <a:cubicBezTo>
                    <a:pt x="0" y="178"/>
                    <a:pt x="27" y="204"/>
                    <a:pt x="54" y="231"/>
                  </a:cubicBezTo>
                  <a:cubicBezTo>
                    <a:pt x="1794" y="1248"/>
                    <a:pt x="2971" y="3175"/>
                    <a:pt x="2918" y="5022"/>
                  </a:cubicBezTo>
                  <a:cubicBezTo>
                    <a:pt x="2918" y="5076"/>
                    <a:pt x="2945" y="5129"/>
                    <a:pt x="2998" y="5156"/>
                  </a:cubicBezTo>
                  <a:cubicBezTo>
                    <a:pt x="4925" y="6119"/>
                    <a:pt x="6156" y="8073"/>
                    <a:pt x="6156" y="10268"/>
                  </a:cubicBezTo>
                  <a:cubicBezTo>
                    <a:pt x="6156" y="12436"/>
                    <a:pt x="4925" y="14390"/>
                    <a:pt x="2998" y="15354"/>
                  </a:cubicBezTo>
                  <a:cubicBezTo>
                    <a:pt x="2945" y="15380"/>
                    <a:pt x="2918" y="15434"/>
                    <a:pt x="2918" y="15487"/>
                  </a:cubicBezTo>
                  <a:cubicBezTo>
                    <a:pt x="2971" y="17334"/>
                    <a:pt x="1847" y="19235"/>
                    <a:pt x="81" y="20278"/>
                  </a:cubicBezTo>
                  <a:cubicBezTo>
                    <a:pt x="54" y="20278"/>
                    <a:pt x="27" y="20305"/>
                    <a:pt x="0" y="20359"/>
                  </a:cubicBezTo>
                  <a:cubicBezTo>
                    <a:pt x="0" y="20412"/>
                    <a:pt x="27" y="20466"/>
                    <a:pt x="54" y="20493"/>
                  </a:cubicBezTo>
                  <a:cubicBezTo>
                    <a:pt x="1794" y="21510"/>
                    <a:pt x="2864" y="23303"/>
                    <a:pt x="2918" y="25310"/>
                  </a:cubicBezTo>
                  <a:cubicBezTo>
                    <a:pt x="2918" y="25364"/>
                    <a:pt x="2945" y="25391"/>
                    <a:pt x="2998" y="25417"/>
                  </a:cubicBezTo>
                  <a:cubicBezTo>
                    <a:pt x="4925" y="26381"/>
                    <a:pt x="6156" y="28362"/>
                    <a:pt x="6156" y="30530"/>
                  </a:cubicBezTo>
                  <a:cubicBezTo>
                    <a:pt x="6156" y="32698"/>
                    <a:pt x="4925" y="34652"/>
                    <a:pt x="2998" y="35642"/>
                  </a:cubicBezTo>
                  <a:cubicBezTo>
                    <a:pt x="2945" y="35642"/>
                    <a:pt x="2918" y="35695"/>
                    <a:pt x="2918" y="35749"/>
                  </a:cubicBezTo>
                  <a:cubicBezTo>
                    <a:pt x="3078" y="37837"/>
                    <a:pt x="1606" y="39630"/>
                    <a:pt x="81" y="40540"/>
                  </a:cubicBezTo>
                  <a:cubicBezTo>
                    <a:pt x="54" y="40540"/>
                    <a:pt x="27" y="40594"/>
                    <a:pt x="0" y="40620"/>
                  </a:cubicBezTo>
                  <a:cubicBezTo>
                    <a:pt x="0" y="40674"/>
                    <a:pt x="27" y="40727"/>
                    <a:pt x="54" y="40754"/>
                  </a:cubicBezTo>
                  <a:cubicBezTo>
                    <a:pt x="1794" y="41771"/>
                    <a:pt x="2918" y="43645"/>
                    <a:pt x="2918" y="45545"/>
                  </a:cubicBezTo>
                  <a:cubicBezTo>
                    <a:pt x="2918" y="45545"/>
                    <a:pt x="2918" y="45545"/>
                    <a:pt x="2918" y="45572"/>
                  </a:cubicBezTo>
                  <a:cubicBezTo>
                    <a:pt x="2918" y="45626"/>
                    <a:pt x="2945" y="45652"/>
                    <a:pt x="2998" y="45679"/>
                  </a:cubicBezTo>
                  <a:cubicBezTo>
                    <a:pt x="4925" y="46669"/>
                    <a:pt x="6156" y="48623"/>
                    <a:pt x="6156" y="50791"/>
                  </a:cubicBezTo>
                  <a:cubicBezTo>
                    <a:pt x="6156" y="52959"/>
                    <a:pt x="4925" y="54913"/>
                    <a:pt x="2998" y="55904"/>
                  </a:cubicBezTo>
                  <a:cubicBezTo>
                    <a:pt x="2945" y="55930"/>
                    <a:pt x="2918" y="55957"/>
                    <a:pt x="2918" y="56011"/>
                  </a:cubicBezTo>
                  <a:cubicBezTo>
                    <a:pt x="2864" y="57991"/>
                    <a:pt x="1820" y="59785"/>
                    <a:pt x="81" y="60802"/>
                  </a:cubicBezTo>
                  <a:cubicBezTo>
                    <a:pt x="54" y="60828"/>
                    <a:pt x="27" y="60855"/>
                    <a:pt x="0" y="60882"/>
                  </a:cubicBezTo>
                  <a:cubicBezTo>
                    <a:pt x="0" y="60935"/>
                    <a:pt x="27" y="60989"/>
                    <a:pt x="54" y="61016"/>
                  </a:cubicBezTo>
                  <a:cubicBezTo>
                    <a:pt x="1794" y="62033"/>
                    <a:pt x="2864" y="63826"/>
                    <a:pt x="2918" y="65834"/>
                  </a:cubicBezTo>
                  <a:cubicBezTo>
                    <a:pt x="2918" y="65887"/>
                    <a:pt x="2945" y="65914"/>
                    <a:pt x="2998" y="65941"/>
                  </a:cubicBezTo>
                  <a:cubicBezTo>
                    <a:pt x="4925" y="66931"/>
                    <a:pt x="6156" y="68885"/>
                    <a:pt x="6156" y="71053"/>
                  </a:cubicBezTo>
                  <a:cubicBezTo>
                    <a:pt x="6156" y="73221"/>
                    <a:pt x="4925" y="75175"/>
                    <a:pt x="2998" y="76165"/>
                  </a:cubicBezTo>
                  <a:cubicBezTo>
                    <a:pt x="2945" y="76192"/>
                    <a:pt x="2918" y="76219"/>
                    <a:pt x="2918" y="76272"/>
                  </a:cubicBezTo>
                  <a:cubicBezTo>
                    <a:pt x="2864" y="78280"/>
                    <a:pt x="1794" y="80073"/>
                    <a:pt x="81" y="81090"/>
                  </a:cubicBezTo>
                  <a:cubicBezTo>
                    <a:pt x="0" y="81117"/>
                    <a:pt x="0" y="81197"/>
                    <a:pt x="27" y="81251"/>
                  </a:cubicBezTo>
                  <a:cubicBezTo>
                    <a:pt x="47" y="81290"/>
                    <a:pt x="95" y="81315"/>
                    <a:pt x="140" y="81315"/>
                  </a:cubicBezTo>
                  <a:cubicBezTo>
                    <a:pt x="157" y="81315"/>
                    <a:pt x="173" y="81311"/>
                    <a:pt x="188" y="81304"/>
                  </a:cubicBezTo>
                  <a:cubicBezTo>
                    <a:pt x="1981" y="80260"/>
                    <a:pt x="3105" y="78413"/>
                    <a:pt x="3159" y="76352"/>
                  </a:cubicBezTo>
                  <a:cubicBezTo>
                    <a:pt x="5166" y="75309"/>
                    <a:pt x="6397" y="73301"/>
                    <a:pt x="6397" y="71053"/>
                  </a:cubicBezTo>
                  <a:cubicBezTo>
                    <a:pt x="6397" y="68805"/>
                    <a:pt x="5166" y="66797"/>
                    <a:pt x="3159" y="65753"/>
                  </a:cubicBezTo>
                  <a:cubicBezTo>
                    <a:pt x="3105" y="63773"/>
                    <a:pt x="2061" y="61979"/>
                    <a:pt x="375" y="60909"/>
                  </a:cubicBezTo>
                  <a:cubicBezTo>
                    <a:pt x="2061" y="59865"/>
                    <a:pt x="3105" y="58072"/>
                    <a:pt x="3159" y="56091"/>
                  </a:cubicBezTo>
                  <a:cubicBezTo>
                    <a:pt x="5166" y="55047"/>
                    <a:pt x="6397" y="53040"/>
                    <a:pt x="6397" y="50791"/>
                  </a:cubicBezTo>
                  <a:cubicBezTo>
                    <a:pt x="6397" y="48543"/>
                    <a:pt x="5166" y="46536"/>
                    <a:pt x="3159" y="45492"/>
                  </a:cubicBezTo>
                  <a:cubicBezTo>
                    <a:pt x="3159" y="43591"/>
                    <a:pt x="2061" y="41718"/>
                    <a:pt x="375" y="40647"/>
                  </a:cubicBezTo>
                  <a:cubicBezTo>
                    <a:pt x="1901" y="39710"/>
                    <a:pt x="3292" y="37890"/>
                    <a:pt x="3185" y="35829"/>
                  </a:cubicBezTo>
                  <a:cubicBezTo>
                    <a:pt x="5166" y="34785"/>
                    <a:pt x="6397" y="32751"/>
                    <a:pt x="6397" y="30530"/>
                  </a:cubicBezTo>
                  <a:cubicBezTo>
                    <a:pt x="6397" y="28281"/>
                    <a:pt x="5166" y="26247"/>
                    <a:pt x="3159" y="25230"/>
                  </a:cubicBezTo>
                  <a:cubicBezTo>
                    <a:pt x="3078" y="23223"/>
                    <a:pt x="2035" y="21429"/>
                    <a:pt x="375" y="20386"/>
                  </a:cubicBezTo>
                  <a:cubicBezTo>
                    <a:pt x="2061" y="19315"/>
                    <a:pt x="3159" y="17441"/>
                    <a:pt x="3159" y="15595"/>
                  </a:cubicBezTo>
                  <a:cubicBezTo>
                    <a:pt x="3159" y="15595"/>
                    <a:pt x="3159" y="15568"/>
                    <a:pt x="3159" y="15541"/>
                  </a:cubicBezTo>
                  <a:cubicBezTo>
                    <a:pt x="5166" y="14524"/>
                    <a:pt x="6397" y="12490"/>
                    <a:pt x="6397" y="10268"/>
                  </a:cubicBezTo>
                  <a:cubicBezTo>
                    <a:pt x="6397" y="8020"/>
                    <a:pt x="5166" y="5986"/>
                    <a:pt x="3159" y="4969"/>
                  </a:cubicBezTo>
                  <a:lnTo>
                    <a:pt x="3159" y="4942"/>
                  </a:lnTo>
                  <a:cubicBezTo>
                    <a:pt x="3159" y="3041"/>
                    <a:pt x="1981" y="1061"/>
                    <a:pt x="188" y="17"/>
                  </a:cubicBezTo>
                  <a:cubicBezTo>
                    <a:pt x="168" y="7"/>
                    <a:pt x="145" y="1"/>
                    <a:pt x="1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 name="Google Shape;1175;p178"/>
            <p:cNvSpPr/>
            <p:nvPr/>
          </p:nvSpPr>
          <p:spPr>
            <a:xfrm>
              <a:off x="685775" y="566950"/>
              <a:ext cx="159950" cy="2033000"/>
            </a:xfrm>
            <a:custGeom>
              <a:rect b="b" l="l" r="r" t="t"/>
              <a:pathLst>
                <a:path extrusionOk="0" h="81320" w="6398">
                  <a:moveTo>
                    <a:pt x="119" y="1"/>
                  </a:moveTo>
                  <a:cubicBezTo>
                    <a:pt x="81" y="1"/>
                    <a:pt x="44" y="24"/>
                    <a:pt x="27" y="57"/>
                  </a:cubicBezTo>
                  <a:cubicBezTo>
                    <a:pt x="27"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98" y="17347"/>
                    <a:pt x="1847" y="19248"/>
                    <a:pt x="81" y="20292"/>
                  </a:cubicBezTo>
                  <a:cubicBezTo>
                    <a:pt x="54" y="20292"/>
                    <a:pt x="27" y="20318"/>
                    <a:pt x="27"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27"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91" y="58004"/>
                    <a:pt x="1820" y="59798"/>
                    <a:pt x="81" y="60815"/>
                  </a:cubicBezTo>
                  <a:cubicBezTo>
                    <a:pt x="54" y="60815"/>
                    <a:pt x="27" y="60868"/>
                    <a:pt x="27" y="60895"/>
                  </a:cubicBezTo>
                  <a:cubicBezTo>
                    <a:pt x="0" y="60949"/>
                    <a:pt x="27" y="61002"/>
                    <a:pt x="81" y="61029"/>
                  </a:cubicBezTo>
                  <a:cubicBezTo>
                    <a:pt x="1820" y="62046"/>
                    <a:pt x="2891"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91" y="78293"/>
                    <a:pt x="1820" y="80086"/>
                    <a:pt x="81" y="81076"/>
                  </a:cubicBezTo>
                  <a:cubicBezTo>
                    <a:pt x="27" y="81130"/>
                    <a:pt x="0" y="81183"/>
                    <a:pt x="27" y="81264"/>
                  </a:cubicBezTo>
                  <a:cubicBezTo>
                    <a:pt x="60" y="81297"/>
                    <a:pt x="93" y="81320"/>
                    <a:pt x="133" y="81320"/>
                  </a:cubicBezTo>
                  <a:cubicBezTo>
                    <a:pt x="157" y="81320"/>
                    <a:pt x="184" y="81311"/>
                    <a:pt x="214" y="81290"/>
                  </a:cubicBezTo>
                  <a:cubicBezTo>
                    <a:pt x="2008"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88" y="41731"/>
                    <a:pt x="375" y="40660"/>
                  </a:cubicBezTo>
                  <a:cubicBezTo>
                    <a:pt x="1901" y="39723"/>
                    <a:pt x="3292" y="37903"/>
                    <a:pt x="3185" y="35816"/>
                  </a:cubicBezTo>
                  <a:cubicBezTo>
                    <a:pt x="5166" y="34799"/>
                    <a:pt x="6397" y="32764"/>
                    <a:pt x="6397" y="30543"/>
                  </a:cubicBezTo>
                  <a:cubicBezTo>
                    <a:pt x="6397" y="28295"/>
                    <a:pt x="5166" y="26260"/>
                    <a:pt x="3185" y="25243"/>
                  </a:cubicBezTo>
                  <a:cubicBezTo>
                    <a:pt x="3078" y="23236"/>
                    <a:pt x="2061" y="21443"/>
                    <a:pt x="375" y="20399"/>
                  </a:cubicBezTo>
                  <a:cubicBezTo>
                    <a:pt x="2088" y="19328"/>
                    <a:pt x="3185" y="1740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 name="Google Shape;1176;p178"/>
            <p:cNvSpPr/>
            <p:nvPr/>
          </p:nvSpPr>
          <p:spPr>
            <a:xfrm>
              <a:off x="531875" y="818875"/>
              <a:ext cx="160600" cy="2032875"/>
            </a:xfrm>
            <a:custGeom>
              <a:rect b="b" l="l" r="r" t="t"/>
              <a:pathLst>
                <a:path extrusionOk="0" h="81315" w="6424">
                  <a:moveTo>
                    <a:pt x="147" y="1"/>
                  </a:moveTo>
                  <a:cubicBezTo>
                    <a:pt x="106" y="1"/>
                    <a:pt x="61" y="20"/>
                    <a:pt x="27" y="70"/>
                  </a:cubicBezTo>
                  <a:cubicBezTo>
                    <a:pt x="27" y="70"/>
                    <a:pt x="27" y="97"/>
                    <a:pt x="27" y="124"/>
                  </a:cubicBezTo>
                  <a:cubicBezTo>
                    <a:pt x="27" y="178"/>
                    <a:pt x="54"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61"/>
                    <a:pt x="2944" y="15487"/>
                  </a:cubicBezTo>
                  <a:cubicBezTo>
                    <a:pt x="2998" y="17334"/>
                    <a:pt x="1847" y="19235"/>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71" y="35642"/>
                    <a:pt x="2944"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45"/>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54" y="81251"/>
                  </a:cubicBezTo>
                  <a:cubicBezTo>
                    <a:pt x="73" y="81290"/>
                    <a:pt x="122" y="81315"/>
                    <a:pt x="167" y="81315"/>
                  </a:cubicBezTo>
                  <a:cubicBezTo>
                    <a:pt x="184" y="81315"/>
                    <a:pt x="200" y="81311"/>
                    <a:pt x="214" y="81304"/>
                  </a:cubicBezTo>
                  <a:cubicBezTo>
                    <a:pt x="2008" y="80260"/>
                    <a:pt x="3105" y="78413"/>
                    <a:pt x="3185" y="76352"/>
                  </a:cubicBezTo>
                  <a:cubicBezTo>
                    <a:pt x="5193" y="75309"/>
                    <a:pt x="6424" y="73301"/>
                    <a:pt x="6424" y="71053"/>
                  </a:cubicBezTo>
                  <a:cubicBezTo>
                    <a:pt x="6424" y="68805"/>
                    <a:pt x="5193" y="66797"/>
                    <a:pt x="3185" y="65753"/>
                  </a:cubicBezTo>
                  <a:cubicBezTo>
                    <a:pt x="3105" y="63773"/>
                    <a:pt x="2088" y="61979"/>
                    <a:pt x="402" y="60909"/>
                  </a:cubicBezTo>
                  <a:cubicBezTo>
                    <a:pt x="2088" y="59865"/>
                    <a:pt x="3105" y="58072"/>
                    <a:pt x="3185" y="56091"/>
                  </a:cubicBezTo>
                  <a:cubicBezTo>
                    <a:pt x="5193" y="55047"/>
                    <a:pt x="6424" y="53040"/>
                    <a:pt x="6424" y="50791"/>
                  </a:cubicBezTo>
                  <a:cubicBezTo>
                    <a:pt x="6424" y="48543"/>
                    <a:pt x="5193" y="46536"/>
                    <a:pt x="3185" y="45492"/>
                  </a:cubicBezTo>
                  <a:cubicBezTo>
                    <a:pt x="3185" y="43591"/>
                    <a:pt x="2088" y="41718"/>
                    <a:pt x="402" y="40647"/>
                  </a:cubicBezTo>
                  <a:cubicBezTo>
                    <a:pt x="1900" y="39710"/>
                    <a:pt x="3319" y="37890"/>
                    <a:pt x="3185" y="35829"/>
                  </a:cubicBezTo>
                  <a:cubicBezTo>
                    <a:pt x="5193" y="34785"/>
                    <a:pt x="6424" y="32751"/>
                    <a:pt x="6424" y="30530"/>
                  </a:cubicBezTo>
                  <a:cubicBezTo>
                    <a:pt x="6424" y="28281"/>
                    <a:pt x="5193" y="26247"/>
                    <a:pt x="3185" y="25230"/>
                  </a:cubicBezTo>
                  <a:cubicBezTo>
                    <a:pt x="3105" y="23223"/>
                    <a:pt x="2061" y="21429"/>
                    <a:pt x="402"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lnTo>
                    <a:pt x="3185" y="4942"/>
                  </a:lnTo>
                  <a:cubicBezTo>
                    <a:pt x="3185" y="3041"/>
                    <a:pt x="2008" y="1061"/>
                    <a:pt x="214" y="17"/>
                  </a:cubicBezTo>
                  <a:cubicBezTo>
                    <a:pt x="195" y="7"/>
                    <a:pt x="171" y="1"/>
                    <a:pt x="1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 name="Google Shape;1177;p178"/>
            <p:cNvSpPr/>
            <p:nvPr/>
          </p:nvSpPr>
          <p:spPr>
            <a:xfrm>
              <a:off x="378625" y="566950"/>
              <a:ext cx="159950" cy="2033000"/>
            </a:xfrm>
            <a:custGeom>
              <a:rect b="b" l="l" r="r" t="t"/>
              <a:pathLst>
                <a:path extrusionOk="0" h="81320" w="6398">
                  <a:moveTo>
                    <a:pt x="120" y="1"/>
                  </a:moveTo>
                  <a:cubicBezTo>
                    <a:pt x="81" y="1"/>
                    <a:pt x="44" y="24"/>
                    <a:pt x="28" y="57"/>
                  </a:cubicBezTo>
                  <a:cubicBezTo>
                    <a:pt x="1" y="84"/>
                    <a:pt x="1" y="110"/>
                    <a:pt x="1" y="137"/>
                  </a:cubicBezTo>
                  <a:cubicBezTo>
                    <a:pt x="1" y="164"/>
                    <a:pt x="28" y="217"/>
                    <a:pt x="54" y="244"/>
                  </a:cubicBezTo>
                  <a:cubicBezTo>
                    <a:pt x="1821" y="1261"/>
                    <a:pt x="2972" y="3188"/>
                    <a:pt x="2918" y="5035"/>
                  </a:cubicBezTo>
                  <a:cubicBezTo>
                    <a:pt x="2918" y="5116"/>
                    <a:pt x="2945" y="5142"/>
                    <a:pt x="2999" y="5169"/>
                  </a:cubicBezTo>
                  <a:cubicBezTo>
                    <a:pt x="4952" y="6133"/>
                    <a:pt x="6157" y="8086"/>
                    <a:pt x="6157" y="10255"/>
                  </a:cubicBezTo>
                  <a:cubicBezTo>
                    <a:pt x="6157" y="12449"/>
                    <a:pt x="4952" y="14403"/>
                    <a:pt x="2999" y="15367"/>
                  </a:cubicBezTo>
                  <a:cubicBezTo>
                    <a:pt x="2945" y="15394"/>
                    <a:pt x="2918" y="15447"/>
                    <a:pt x="2918" y="15501"/>
                  </a:cubicBezTo>
                  <a:cubicBezTo>
                    <a:pt x="2972" y="17347"/>
                    <a:pt x="1848" y="19248"/>
                    <a:pt x="81" y="20292"/>
                  </a:cubicBezTo>
                  <a:cubicBezTo>
                    <a:pt x="54" y="20292"/>
                    <a:pt x="28" y="20318"/>
                    <a:pt x="1" y="20372"/>
                  </a:cubicBezTo>
                  <a:cubicBezTo>
                    <a:pt x="1" y="20425"/>
                    <a:pt x="28" y="20479"/>
                    <a:pt x="54" y="20506"/>
                  </a:cubicBezTo>
                  <a:cubicBezTo>
                    <a:pt x="1794" y="21496"/>
                    <a:pt x="2865" y="23316"/>
                    <a:pt x="2918" y="25324"/>
                  </a:cubicBezTo>
                  <a:cubicBezTo>
                    <a:pt x="2918" y="25350"/>
                    <a:pt x="2945" y="25404"/>
                    <a:pt x="2999" y="25431"/>
                  </a:cubicBezTo>
                  <a:cubicBezTo>
                    <a:pt x="4952" y="26394"/>
                    <a:pt x="6157" y="28348"/>
                    <a:pt x="6157" y="30543"/>
                  </a:cubicBezTo>
                  <a:cubicBezTo>
                    <a:pt x="6157" y="32711"/>
                    <a:pt x="4952" y="34665"/>
                    <a:pt x="2999" y="35628"/>
                  </a:cubicBezTo>
                  <a:cubicBezTo>
                    <a:pt x="2945" y="35655"/>
                    <a:pt x="2918" y="35709"/>
                    <a:pt x="2918" y="35762"/>
                  </a:cubicBezTo>
                  <a:cubicBezTo>
                    <a:pt x="3079" y="37823"/>
                    <a:pt x="1607" y="39643"/>
                    <a:pt x="81" y="40553"/>
                  </a:cubicBezTo>
                  <a:cubicBezTo>
                    <a:pt x="54" y="40553"/>
                    <a:pt x="28" y="40580"/>
                    <a:pt x="1" y="40633"/>
                  </a:cubicBezTo>
                  <a:cubicBezTo>
                    <a:pt x="1" y="40687"/>
                    <a:pt x="28" y="40741"/>
                    <a:pt x="54" y="40767"/>
                  </a:cubicBezTo>
                  <a:cubicBezTo>
                    <a:pt x="1794" y="41784"/>
                    <a:pt x="2918" y="43658"/>
                    <a:pt x="2918" y="45532"/>
                  </a:cubicBezTo>
                  <a:cubicBezTo>
                    <a:pt x="2918" y="45558"/>
                    <a:pt x="2918" y="45558"/>
                    <a:pt x="2918" y="45585"/>
                  </a:cubicBezTo>
                  <a:cubicBezTo>
                    <a:pt x="2918" y="45612"/>
                    <a:pt x="2945" y="45665"/>
                    <a:pt x="2999" y="45692"/>
                  </a:cubicBezTo>
                  <a:cubicBezTo>
                    <a:pt x="4952" y="46656"/>
                    <a:pt x="6157" y="48636"/>
                    <a:pt x="6157" y="50804"/>
                  </a:cubicBezTo>
                  <a:cubicBezTo>
                    <a:pt x="6157" y="52972"/>
                    <a:pt x="4952" y="54926"/>
                    <a:pt x="2999" y="55917"/>
                  </a:cubicBezTo>
                  <a:cubicBezTo>
                    <a:pt x="2945" y="55917"/>
                    <a:pt x="2918" y="55970"/>
                    <a:pt x="2918" y="56024"/>
                  </a:cubicBezTo>
                  <a:cubicBezTo>
                    <a:pt x="2865" y="58004"/>
                    <a:pt x="1821" y="59798"/>
                    <a:pt x="81" y="60815"/>
                  </a:cubicBezTo>
                  <a:cubicBezTo>
                    <a:pt x="54" y="60815"/>
                    <a:pt x="28" y="60868"/>
                    <a:pt x="1" y="60895"/>
                  </a:cubicBezTo>
                  <a:cubicBezTo>
                    <a:pt x="1" y="60949"/>
                    <a:pt x="28" y="61002"/>
                    <a:pt x="54" y="61029"/>
                  </a:cubicBezTo>
                  <a:cubicBezTo>
                    <a:pt x="1794" y="62046"/>
                    <a:pt x="2865" y="63839"/>
                    <a:pt x="2918" y="65847"/>
                  </a:cubicBezTo>
                  <a:cubicBezTo>
                    <a:pt x="2918" y="65900"/>
                    <a:pt x="2945" y="65927"/>
                    <a:pt x="2999" y="65954"/>
                  </a:cubicBezTo>
                  <a:cubicBezTo>
                    <a:pt x="4952" y="66944"/>
                    <a:pt x="6157" y="68898"/>
                    <a:pt x="6157" y="71066"/>
                  </a:cubicBezTo>
                  <a:cubicBezTo>
                    <a:pt x="6157" y="73234"/>
                    <a:pt x="4952" y="75188"/>
                    <a:pt x="2999" y="76178"/>
                  </a:cubicBezTo>
                  <a:cubicBezTo>
                    <a:pt x="2945" y="76178"/>
                    <a:pt x="2918" y="76232"/>
                    <a:pt x="2918" y="76285"/>
                  </a:cubicBezTo>
                  <a:cubicBezTo>
                    <a:pt x="2865" y="78293"/>
                    <a:pt x="1821" y="80086"/>
                    <a:pt x="81" y="81076"/>
                  </a:cubicBezTo>
                  <a:cubicBezTo>
                    <a:pt x="1" y="81130"/>
                    <a:pt x="1" y="81183"/>
                    <a:pt x="28" y="81264"/>
                  </a:cubicBezTo>
                  <a:cubicBezTo>
                    <a:pt x="44" y="81297"/>
                    <a:pt x="81" y="81320"/>
                    <a:pt x="120" y="81320"/>
                  </a:cubicBezTo>
                  <a:cubicBezTo>
                    <a:pt x="143" y="81320"/>
                    <a:pt x="168" y="81311"/>
                    <a:pt x="188" y="81290"/>
                  </a:cubicBezTo>
                  <a:cubicBezTo>
                    <a:pt x="1981" y="80273"/>
                    <a:pt x="3106" y="78427"/>
                    <a:pt x="3159" y="76366"/>
                  </a:cubicBezTo>
                  <a:cubicBezTo>
                    <a:pt x="5167" y="75322"/>
                    <a:pt x="6398" y="73314"/>
                    <a:pt x="6398" y="71066"/>
                  </a:cubicBezTo>
                  <a:cubicBezTo>
                    <a:pt x="6398" y="68818"/>
                    <a:pt x="5167" y="66784"/>
                    <a:pt x="3159" y="65766"/>
                  </a:cubicBezTo>
                  <a:cubicBezTo>
                    <a:pt x="3106" y="63786"/>
                    <a:pt x="2062" y="61992"/>
                    <a:pt x="376" y="60922"/>
                  </a:cubicBezTo>
                  <a:cubicBezTo>
                    <a:pt x="2062" y="59878"/>
                    <a:pt x="3106" y="58085"/>
                    <a:pt x="3159" y="56104"/>
                  </a:cubicBezTo>
                  <a:cubicBezTo>
                    <a:pt x="5167" y="55060"/>
                    <a:pt x="6398" y="53053"/>
                    <a:pt x="6398" y="50804"/>
                  </a:cubicBezTo>
                  <a:cubicBezTo>
                    <a:pt x="6398" y="48556"/>
                    <a:pt x="5167" y="46522"/>
                    <a:pt x="3159" y="45505"/>
                  </a:cubicBezTo>
                  <a:cubicBezTo>
                    <a:pt x="3159" y="43604"/>
                    <a:pt x="2062" y="41731"/>
                    <a:pt x="376" y="40660"/>
                  </a:cubicBezTo>
                  <a:cubicBezTo>
                    <a:pt x="1901" y="39723"/>
                    <a:pt x="3293" y="37903"/>
                    <a:pt x="3186" y="35816"/>
                  </a:cubicBezTo>
                  <a:cubicBezTo>
                    <a:pt x="5167" y="34799"/>
                    <a:pt x="6398" y="32764"/>
                    <a:pt x="6398" y="30543"/>
                  </a:cubicBezTo>
                  <a:cubicBezTo>
                    <a:pt x="6398" y="28295"/>
                    <a:pt x="5167" y="26260"/>
                    <a:pt x="3159" y="25243"/>
                  </a:cubicBezTo>
                  <a:cubicBezTo>
                    <a:pt x="3079" y="23236"/>
                    <a:pt x="2035" y="21443"/>
                    <a:pt x="376" y="20399"/>
                  </a:cubicBezTo>
                  <a:cubicBezTo>
                    <a:pt x="2089" y="19328"/>
                    <a:pt x="3186" y="17401"/>
                    <a:pt x="3186" y="15554"/>
                  </a:cubicBezTo>
                  <a:cubicBezTo>
                    <a:pt x="5167" y="14537"/>
                    <a:pt x="6398" y="12503"/>
                    <a:pt x="6398" y="10255"/>
                  </a:cubicBezTo>
                  <a:cubicBezTo>
                    <a:pt x="6398" y="8033"/>
                    <a:pt x="5167" y="5999"/>
                    <a:pt x="3186" y="4982"/>
                  </a:cubicBezTo>
                  <a:lnTo>
                    <a:pt x="3186" y="4955"/>
                  </a:lnTo>
                  <a:cubicBezTo>
                    <a:pt x="3186" y="3028"/>
                    <a:pt x="1981" y="1074"/>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 name="Google Shape;1178;p178"/>
            <p:cNvSpPr/>
            <p:nvPr/>
          </p:nvSpPr>
          <p:spPr>
            <a:xfrm>
              <a:off x="224725" y="818875"/>
              <a:ext cx="159950" cy="2032875"/>
            </a:xfrm>
            <a:custGeom>
              <a:rect b="b" l="l" r="r" t="t"/>
              <a:pathLst>
                <a:path extrusionOk="0" h="81315" w="6398">
                  <a:moveTo>
                    <a:pt x="129" y="1"/>
                  </a:moveTo>
                  <a:cubicBezTo>
                    <a:pt x="83" y="1"/>
                    <a:pt x="44" y="20"/>
                    <a:pt x="27" y="70"/>
                  </a:cubicBezTo>
                  <a:cubicBezTo>
                    <a:pt x="27" y="70"/>
                    <a:pt x="1" y="97"/>
                    <a:pt x="1" y="124"/>
                  </a:cubicBezTo>
                  <a:cubicBezTo>
                    <a:pt x="1" y="178"/>
                    <a:pt x="27" y="204"/>
                    <a:pt x="81" y="231"/>
                  </a:cubicBezTo>
                  <a:cubicBezTo>
                    <a:pt x="1821" y="1248"/>
                    <a:pt x="2972" y="3175"/>
                    <a:pt x="2918" y="5022"/>
                  </a:cubicBezTo>
                  <a:cubicBezTo>
                    <a:pt x="2945" y="5076"/>
                    <a:pt x="2945" y="5129"/>
                    <a:pt x="2998" y="5156"/>
                  </a:cubicBezTo>
                  <a:cubicBezTo>
                    <a:pt x="4952" y="6119"/>
                    <a:pt x="6157" y="8073"/>
                    <a:pt x="6157" y="10268"/>
                  </a:cubicBezTo>
                  <a:cubicBezTo>
                    <a:pt x="6157" y="12436"/>
                    <a:pt x="4952" y="14390"/>
                    <a:pt x="2998" y="15354"/>
                  </a:cubicBezTo>
                  <a:cubicBezTo>
                    <a:pt x="2945" y="15380"/>
                    <a:pt x="2918" y="15461"/>
                    <a:pt x="2918" y="15487"/>
                  </a:cubicBezTo>
                  <a:cubicBezTo>
                    <a:pt x="2998" y="17334"/>
                    <a:pt x="1848" y="19235"/>
                    <a:pt x="108" y="20278"/>
                  </a:cubicBezTo>
                  <a:cubicBezTo>
                    <a:pt x="54" y="20278"/>
                    <a:pt x="27" y="20305"/>
                    <a:pt x="27" y="20359"/>
                  </a:cubicBezTo>
                  <a:cubicBezTo>
                    <a:pt x="1" y="20412"/>
                    <a:pt x="27" y="20466"/>
                    <a:pt x="81" y="20493"/>
                  </a:cubicBezTo>
                  <a:cubicBezTo>
                    <a:pt x="1794" y="21510"/>
                    <a:pt x="2865" y="23303"/>
                    <a:pt x="2918" y="25310"/>
                  </a:cubicBezTo>
                  <a:cubicBezTo>
                    <a:pt x="2945" y="25364"/>
                    <a:pt x="2972"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106" y="37837"/>
                    <a:pt x="1633" y="39630"/>
                    <a:pt x="108" y="40540"/>
                  </a:cubicBezTo>
                  <a:cubicBezTo>
                    <a:pt x="54" y="40540"/>
                    <a:pt x="27" y="40594"/>
                    <a:pt x="27" y="40620"/>
                  </a:cubicBezTo>
                  <a:cubicBezTo>
                    <a:pt x="1" y="40674"/>
                    <a:pt x="27"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108" y="60802"/>
                  </a:cubicBezTo>
                  <a:cubicBezTo>
                    <a:pt x="54" y="60828"/>
                    <a:pt x="27" y="60855"/>
                    <a:pt x="27" y="60882"/>
                  </a:cubicBezTo>
                  <a:cubicBezTo>
                    <a:pt x="1" y="60935"/>
                    <a:pt x="27"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7" y="81117"/>
                    <a:pt x="1" y="81197"/>
                    <a:pt x="27" y="81251"/>
                  </a:cubicBezTo>
                  <a:cubicBezTo>
                    <a:pt x="67" y="81290"/>
                    <a:pt x="106" y="81315"/>
                    <a:pt x="156" y="81315"/>
                  </a:cubicBezTo>
                  <a:cubicBezTo>
                    <a:pt x="174" y="81315"/>
                    <a:pt x="193" y="81311"/>
                    <a:pt x="215" y="81304"/>
                  </a:cubicBezTo>
                  <a:cubicBezTo>
                    <a:pt x="2008" y="80260"/>
                    <a:pt x="3106" y="78413"/>
                    <a:pt x="3186" y="76352"/>
                  </a:cubicBezTo>
                  <a:cubicBezTo>
                    <a:pt x="5166" y="75309"/>
                    <a:pt x="6398" y="73301"/>
                    <a:pt x="6398" y="71053"/>
                  </a:cubicBezTo>
                  <a:cubicBezTo>
                    <a:pt x="6398" y="68805"/>
                    <a:pt x="5166" y="66797"/>
                    <a:pt x="3186" y="65753"/>
                  </a:cubicBezTo>
                  <a:cubicBezTo>
                    <a:pt x="3106" y="63773"/>
                    <a:pt x="2062" y="61979"/>
                    <a:pt x="375" y="60909"/>
                  </a:cubicBezTo>
                  <a:cubicBezTo>
                    <a:pt x="2062" y="59865"/>
                    <a:pt x="3106" y="58072"/>
                    <a:pt x="3186" y="56091"/>
                  </a:cubicBezTo>
                  <a:cubicBezTo>
                    <a:pt x="5166" y="55047"/>
                    <a:pt x="6398" y="53040"/>
                    <a:pt x="6398" y="50791"/>
                  </a:cubicBezTo>
                  <a:cubicBezTo>
                    <a:pt x="6398" y="48543"/>
                    <a:pt x="5166" y="46536"/>
                    <a:pt x="3186" y="45492"/>
                  </a:cubicBezTo>
                  <a:cubicBezTo>
                    <a:pt x="3159" y="43591"/>
                    <a:pt x="2088" y="41718"/>
                    <a:pt x="375" y="40647"/>
                  </a:cubicBezTo>
                  <a:cubicBezTo>
                    <a:pt x="1901" y="39710"/>
                    <a:pt x="3320" y="37890"/>
                    <a:pt x="3186" y="35829"/>
                  </a:cubicBezTo>
                  <a:cubicBezTo>
                    <a:pt x="5166" y="34785"/>
                    <a:pt x="6398" y="32751"/>
                    <a:pt x="6398" y="30530"/>
                  </a:cubicBezTo>
                  <a:cubicBezTo>
                    <a:pt x="6398" y="28281"/>
                    <a:pt x="5166" y="26247"/>
                    <a:pt x="3186" y="25230"/>
                  </a:cubicBezTo>
                  <a:cubicBezTo>
                    <a:pt x="3079" y="23223"/>
                    <a:pt x="2062" y="21429"/>
                    <a:pt x="375" y="20386"/>
                  </a:cubicBezTo>
                  <a:cubicBezTo>
                    <a:pt x="2088" y="19315"/>
                    <a:pt x="3186" y="17441"/>
                    <a:pt x="3186" y="15595"/>
                  </a:cubicBezTo>
                  <a:cubicBezTo>
                    <a:pt x="3186" y="15595"/>
                    <a:pt x="3186" y="15568"/>
                    <a:pt x="3186" y="15541"/>
                  </a:cubicBezTo>
                  <a:cubicBezTo>
                    <a:pt x="5166" y="14524"/>
                    <a:pt x="6398" y="12490"/>
                    <a:pt x="6398" y="10268"/>
                  </a:cubicBezTo>
                  <a:cubicBezTo>
                    <a:pt x="6398" y="8020"/>
                    <a:pt x="5166" y="5986"/>
                    <a:pt x="3186" y="4969"/>
                  </a:cubicBezTo>
                  <a:lnTo>
                    <a:pt x="3186" y="4942"/>
                  </a:lnTo>
                  <a:cubicBezTo>
                    <a:pt x="3186" y="3041"/>
                    <a:pt x="1981" y="1061"/>
                    <a:pt x="215" y="17"/>
                  </a:cubicBezTo>
                  <a:cubicBezTo>
                    <a:pt x="185" y="7"/>
                    <a:pt x="156" y="1"/>
                    <a:pt x="1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 name="Google Shape;1179;p178"/>
            <p:cNvSpPr/>
            <p:nvPr/>
          </p:nvSpPr>
          <p:spPr>
            <a:xfrm>
              <a:off x="1914975" y="2593575"/>
              <a:ext cx="160625" cy="2032875"/>
            </a:xfrm>
            <a:custGeom>
              <a:rect b="b" l="l" r="r" t="t"/>
              <a:pathLst>
                <a:path extrusionOk="0" h="81315" w="6425">
                  <a:moveTo>
                    <a:pt x="151" y="1"/>
                  </a:moveTo>
                  <a:cubicBezTo>
                    <a:pt x="95" y="1"/>
                    <a:pt x="47" y="26"/>
                    <a:pt x="27" y="65"/>
                  </a:cubicBezTo>
                  <a:cubicBezTo>
                    <a:pt x="27" y="92"/>
                    <a:pt x="27" y="118"/>
                    <a:pt x="27" y="118"/>
                  </a:cubicBezTo>
                  <a:cubicBezTo>
                    <a:pt x="27" y="172"/>
                    <a:pt x="27"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45" y="15402"/>
                    <a:pt x="2945" y="15428"/>
                    <a:pt x="2945" y="15482"/>
                  </a:cubicBezTo>
                  <a:cubicBezTo>
                    <a:pt x="2998" y="17355"/>
                    <a:pt x="1848"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45" y="35663"/>
                    <a:pt x="2918" y="35717"/>
                    <a:pt x="2945" y="35770"/>
                  </a:cubicBezTo>
                  <a:cubicBezTo>
                    <a:pt x="3106"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45"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6" y="78408"/>
                    <a:pt x="3186" y="76347"/>
                  </a:cubicBezTo>
                  <a:cubicBezTo>
                    <a:pt x="5166" y="75330"/>
                    <a:pt x="6424" y="73296"/>
                    <a:pt x="6424" y="71047"/>
                  </a:cubicBezTo>
                  <a:cubicBezTo>
                    <a:pt x="6424" y="68826"/>
                    <a:pt x="5166" y="66792"/>
                    <a:pt x="3186" y="65748"/>
                  </a:cubicBezTo>
                  <a:cubicBezTo>
                    <a:pt x="3106" y="63767"/>
                    <a:pt x="2062" y="61974"/>
                    <a:pt x="375" y="60930"/>
                  </a:cubicBezTo>
                  <a:cubicBezTo>
                    <a:pt x="2062" y="59859"/>
                    <a:pt x="3106" y="58093"/>
                    <a:pt x="3186" y="56085"/>
                  </a:cubicBezTo>
                  <a:cubicBezTo>
                    <a:pt x="5166" y="55068"/>
                    <a:pt x="6424" y="53034"/>
                    <a:pt x="6424" y="50786"/>
                  </a:cubicBezTo>
                  <a:cubicBezTo>
                    <a:pt x="6424" y="48537"/>
                    <a:pt x="5166" y="46530"/>
                    <a:pt x="3186" y="45486"/>
                  </a:cubicBezTo>
                  <a:cubicBezTo>
                    <a:pt x="3159" y="43586"/>
                    <a:pt x="2088" y="41739"/>
                    <a:pt x="375" y="40668"/>
                  </a:cubicBezTo>
                  <a:cubicBezTo>
                    <a:pt x="1901" y="39705"/>
                    <a:pt x="3320" y="37885"/>
                    <a:pt x="3186" y="35824"/>
                  </a:cubicBezTo>
                  <a:cubicBezTo>
                    <a:pt x="5193" y="34780"/>
                    <a:pt x="6424" y="32772"/>
                    <a:pt x="6424" y="30524"/>
                  </a:cubicBezTo>
                  <a:cubicBezTo>
                    <a:pt x="6424" y="28276"/>
                    <a:pt x="5166" y="26268"/>
                    <a:pt x="3186" y="25225"/>
                  </a:cubicBezTo>
                  <a:cubicBezTo>
                    <a:pt x="3106" y="23244"/>
                    <a:pt x="2062" y="21451"/>
                    <a:pt x="375" y="20407"/>
                  </a:cubicBezTo>
                  <a:cubicBezTo>
                    <a:pt x="2088" y="19336"/>
                    <a:pt x="3186" y="17436"/>
                    <a:pt x="3186" y="15616"/>
                  </a:cubicBezTo>
                  <a:cubicBezTo>
                    <a:pt x="3186" y="15589"/>
                    <a:pt x="3186" y="15562"/>
                    <a:pt x="3186" y="15562"/>
                  </a:cubicBezTo>
                  <a:cubicBezTo>
                    <a:pt x="5166" y="14518"/>
                    <a:pt x="6424" y="12511"/>
                    <a:pt x="6424" y="10263"/>
                  </a:cubicBezTo>
                  <a:cubicBezTo>
                    <a:pt x="6424" y="8014"/>
                    <a:pt x="5166" y="6007"/>
                    <a:pt x="3186" y="4963"/>
                  </a:cubicBezTo>
                  <a:cubicBezTo>
                    <a:pt x="3186" y="3036"/>
                    <a:pt x="2008" y="1055"/>
                    <a:pt x="215" y="11"/>
                  </a:cubicBezTo>
                  <a:cubicBezTo>
                    <a:pt x="193" y="4"/>
                    <a:pt x="172" y="1"/>
                    <a:pt x="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 name="Google Shape;1180;p178"/>
            <p:cNvSpPr/>
            <p:nvPr/>
          </p:nvSpPr>
          <p:spPr>
            <a:xfrm>
              <a:off x="1761075" y="2845375"/>
              <a:ext cx="160625" cy="2032675"/>
            </a:xfrm>
            <a:custGeom>
              <a:rect b="b" l="l" r="r" t="t"/>
              <a:pathLst>
                <a:path extrusionOk="0" h="81307" w="6425">
                  <a:moveTo>
                    <a:pt x="146" y="1"/>
                  </a:moveTo>
                  <a:cubicBezTo>
                    <a:pt x="108" y="1"/>
                    <a:pt x="71" y="24"/>
                    <a:pt x="54" y="57"/>
                  </a:cubicBezTo>
                  <a:cubicBezTo>
                    <a:pt x="27" y="84"/>
                    <a:pt x="27" y="110"/>
                    <a:pt x="27" y="137"/>
                  </a:cubicBezTo>
                  <a:cubicBezTo>
                    <a:pt x="27" y="164"/>
                    <a:pt x="54" y="217"/>
                    <a:pt x="81" y="244"/>
                  </a:cubicBezTo>
                  <a:cubicBezTo>
                    <a:pt x="1821" y="1234"/>
                    <a:pt x="2972" y="3162"/>
                    <a:pt x="2945" y="5035"/>
                  </a:cubicBezTo>
                  <a:cubicBezTo>
                    <a:pt x="2945" y="5089"/>
                    <a:pt x="2972" y="5142"/>
                    <a:pt x="2998" y="5142"/>
                  </a:cubicBezTo>
                  <a:cubicBezTo>
                    <a:pt x="4952" y="6133"/>
                    <a:pt x="6183" y="8086"/>
                    <a:pt x="6183" y="10254"/>
                  </a:cubicBezTo>
                  <a:cubicBezTo>
                    <a:pt x="6183" y="12422"/>
                    <a:pt x="4952" y="14376"/>
                    <a:pt x="2998" y="15367"/>
                  </a:cubicBezTo>
                  <a:cubicBezTo>
                    <a:pt x="2972" y="15393"/>
                    <a:pt x="2945" y="15447"/>
                    <a:pt x="2945" y="15474"/>
                  </a:cubicBezTo>
                  <a:cubicBezTo>
                    <a:pt x="2998" y="17321"/>
                    <a:pt x="1847" y="19248"/>
                    <a:pt x="108" y="20265"/>
                  </a:cubicBezTo>
                  <a:cubicBezTo>
                    <a:pt x="81" y="20292"/>
                    <a:pt x="27" y="20318"/>
                    <a:pt x="27" y="20345"/>
                  </a:cubicBezTo>
                  <a:cubicBezTo>
                    <a:pt x="27" y="20425"/>
                    <a:pt x="27" y="20479"/>
                    <a:pt x="81" y="20506"/>
                  </a:cubicBezTo>
                  <a:cubicBezTo>
                    <a:pt x="1821" y="21496"/>
                    <a:pt x="2891" y="23289"/>
                    <a:pt x="2945" y="25297"/>
                  </a:cubicBezTo>
                  <a:cubicBezTo>
                    <a:pt x="2945" y="25350"/>
                    <a:pt x="2972" y="25404"/>
                    <a:pt x="2998" y="25404"/>
                  </a:cubicBezTo>
                  <a:cubicBezTo>
                    <a:pt x="4952" y="26394"/>
                    <a:pt x="6183" y="28348"/>
                    <a:pt x="6183" y="30516"/>
                  </a:cubicBezTo>
                  <a:cubicBezTo>
                    <a:pt x="6183" y="32684"/>
                    <a:pt x="4952" y="34665"/>
                    <a:pt x="2998" y="35628"/>
                  </a:cubicBezTo>
                  <a:cubicBezTo>
                    <a:pt x="2972" y="35655"/>
                    <a:pt x="2945" y="35709"/>
                    <a:pt x="2945" y="35762"/>
                  </a:cubicBezTo>
                  <a:cubicBezTo>
                    <a:pt x="3105" y="37823"/>
                    <a:pt x="1633" y="39643"/>
                    <a:pt x="108" y="40526"/>
                  </a:cubicBezTo>
                  <a:cubicBezTo>
                    <a:pt x="81" y="40553"/>
                    <a:pt x="27" y="40580"/>
                    <a:pt x="27" y="40633"/>
                  </a:cubicBezTo>
                  <a:cubicBezTo>
                    <a:pt x="27" y="40687"/>
                    <a:pt x="27" y="40741"/>
                    <a:pt x="81" y="40767"/>
                  </a:cubicBezTo>
                  <a:cubicBezTo>
                    <a:pt x="1821" y="41784"/>
                    <a:pt x="2945" y="43631"/>
                    <a:pt x="2945" y="45532"/>
                  </a:cubicBezTo>
                  <a:lnTo>
                    <a:pt x="2945" y="45558"/>
                  </a:lnTo>
                  <a:cubicBezTo>
                    <a:pt x="2945" y="45612"/>
                    <a:pt x="2972" y="45665"/>
                    <a:pt x="2998" y="45692"/>
                  </a:cubicBezTo>
                  <a:cubicBezTo>
                    <a:pt x="4952" y="46656"/>
                    <a:pt x="6183" y="48610"/>
                    <a:pt x="6183" y="50778"/>
                  </a:cubicBezTo>
                  <a:cubicBezTo>
                    <a:pt x="6183" y="52972"/>
                    <a:pt x="4952" y="54926"/>
                    <a:pt x="2998" y="55890"/>
                  </a:cubicBezTo>
                  <a:cubicBezTo>
                    <a:pt x="2972" y="55917"/>
                    <a:pt x="2945" y="55970"/>
                    <a:pt x="2945" y="55997"/>
                  </a:cubicBezTo>
                  <a:cubicBezTo>
                    <a:pt x="2891" y="58004"/>
                    <a:pt x="1847" y="59798"/>
                    <a:pt x="108" y="60815"/>
                  </a:cubicBezTo>
                  <a:cubicBezTo>
                    <a:pt x="81" y="60815"/>
                    <a:pt x="27" y="60841"/>
                    <a:pt x="27" y="60895"/>
                  </a:cubicBezTo>
                  <a:cubicBezTo>
                    <a:pt x="27" y="60949"/>
                    <a:pt x="27" y="61002"/>
                    <a:pt x="81" y="61029"/>
                  </a:cubicBezTo>
                  <a:cubicBezTo>
                    <a:pt x="1821" y="62046"/>
                    <a:pt x="2891" y="63839"/>
                    <a:pt x="2945" y="65847"/>
                  </a:cubicBezTo>
                  <a:cubicBezTo>
                    <a:pt x="2945" y="65873"/>
                    <a:pt x="2972" y="65927"/>
                    <a:pt x="2998" y="65954"/>
                  </a:cubicBezTo>
                  <a:cubicBezTo>
                    <a:pt x="4952" y="66917"/>
                    <a:pt x="6183" y="68871"/>
                    <a:pt x="6183" y="71066"/>
                  </a:cubicBezTo>
                  <a:cubicBezTo>
                    <a:pt x="6183" y="73234"/>
                    <a:pt x="4952" y="75188"/>
                    <a:pt x="2998" y="76151"/>
                  </a:cubicBezTo>
                  <a:cubicBezTo>
                    <a:pt x="2972" y="76178"/>
                    <a:pt x="2945" y="76232"/>
                    <a:pt x="2945" y="76285"/>
                  </a:cubicBezTo>
                  <a:cubicBezTo>
                    <a:pt x="2891" y="78266"/>
                    <a:pt x="1821" y="80059"/>
                    <a:pt x="81" y="81076"/>
                  </a:cubicBezTo>
                  <a:cubicBezTo>
                    <a:pt x="27" y="81103"/>
                    <a:pt x="1" y="81183"/>
                    <a:pt x="54" y="81237"/>
                  </a:cubicBezTo>
                  <a:cubicBezTo>
                    <a:pt x="71" y="81288"/>
                    <a:pt x="110" y="81306"/>
                    <a:pt x="149" y="81306"/>
                  </a:cubicBezTo>
                  <a:cubicBezTo>
                    <a:pt x="172" y="81306"/>
                    <a:pt x="195" y="81300"/>
                    <a:pt x="215" y="81290"/>
                  </a:cubicBezTo>
                  <a:cubicBezTo>
                    <a:pt x="2008" y="80247"/>
                    <a:pt x="3105" y="78400"/>
                    <a:pt x="3186" y="76366"/>
                  </a:cubicBezTo>
                  <a:cubicBezTo>
                    <a:pt x="5193" y="75322"/>
                    <a:pt x="6424" y="73288"/>
                    <a:pt x="6424" y="71066"/>
                  </a:cubicBezTo>
                  <a:cubicBezTo>
                    <a:pt x="6424" y="68818"/>
                    <a:pt x="5193" y="66783"/>
                    <a:pt x="3186" y="65766"/>
                  </a:cubicBezTo>
                  <a:cubicBezTo>
                    <a:pt x="3132" y="63759"/>
                    <a:pt x="2088" y="61992"/>
                    <a:pt x="402" y="60922"/>
                  </a:cubicBezTo>
                  <a:cubicBezTo>
                    <a:pt x="2088" y="59878"/>
                    <a:pt x="3132" y="58085"/>
                    <a:pt x="3186" y="56077"/>
                  </a:cubicBezTo>
                  <a:cubicBezTo>
                    <a:pt x="5193" y="55060"/>
                    <a:pt x="6424" y="53026"/>
                    <a:pt x="6424" y="50778"/>
                  </a:cubicBezTo>
                  <a:cubicBezTo>
                    <a:pt x="6424" y="48556"/>
                    <a:pt x="5193" y="46522"/>
                    <a:pt x="3186" y="45505"/>
                  </a:cubicBezTo>
                  <a:cubicBezTo>
                    <a:pt x="3186" y="43604"/>
                    <a:pt x="2088" y="41731"/>
                    <a:pt x="402" y="40660"/>
                  </a:cubicBezTo>
                  <a:cubicBezTo>
                    <a:pt x="1901" y="39697"/>
                    <a:pt x="3320" y="37877"/>
                    <a:pt x="3186" y="35816"/>
                  </a:cubicBezTo>
                  <a:cubicBezTo>
                    <a:pt x="5193" y="34799"/>
                    <a:pt x="6424" y="32764"/>
                    <a:pt x="6424" y="30516"/>
                  </a:cubicBezTo>
                  <a:cubicBezTo>
                    <a:pt x="6424" y="28268"/>
                    <a:pt x="5193" y="26260"/>
                    <a:pt x="3186" y="25216"/>
                  </a:cubicBezTo>
                  <a:cubicBezTo>
                    <a:pt x="3105" y="23236"/>
                    <a:pt x="2062" y="21442"/>
                    <a:pt x="402" y="20399"/>
                  </a:cubicBezTo>
                  <a:cubicBezTo>
                    <a:pt x="2115" y="19328"/>
                    <a:pt x="3212" y="17401"/>
                    <a:pt x="3186" y="15554"/>
                  </a:cubicBezTo>
                  <a:cubicBezTo>
                    <a:pt x="5193" y="14510"/>
                    <a:pt x="6424" y="12503"/>
                    <a:pt x="6424" y="10254"/>
                  </a:cubicBezTo>
                  <a:cubicBezTo>
                    <a:pt x="6424" y="8006"/>
                    <a:pt x="5193" y="5999"/>
                    <a:pt x="3186" y="4955"/>
                  </a:cubicBezTo>
                  <a:cubicBezTo>
                    <a:pt x="3186" y="3028"/>
                    <a:pt x="2008" y="1047"/>
                    <a:pt x="215" y="30"/>
                  </a:cubicBezTo>
                  <a:cubicBezTo>
                    <a:pt x="194" y="10"/>
                    <a:pt x="170"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 name="Google Shape;1181;p178"/>
            <p:cNvSpPr/>
            <p:nvPr/>
          </p:nvSpPr>
          <p:spPr>
            <a:xfrm>
              <a:off x="1607850" y="2593575"/>
              <a:ext cx="159950" cy="2032875"/>
            </a:xfrm>
            <a:custGeom>
              <a:rect b="b" l="l" r="r" t="t"/>
              <a:pathLst>
                <a:path extrusionOk="0" h="81315" w="6398">
                  <a:moveTo>
                    <a:pt x="140" y="1"/>
                  </a:moveTo>
                  <a:cubicBezTo>
                    <a:pt x="95" y="1"/>
                    <a:pt x="47" y="26"/>
                    <a:pt x="27" y="65"/>
                  </a:cubicBezTo>
                  <a:cubicBezTo>
                    <a:pt x="0"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71" y="17329"/>
                    <a:pt x="1847" y="19256"/>
                    <a:pt x="81" y="20273"/>
                  </a:cubicBezTo>
                  <a:cubicBezTo>
                    <a:pt x="54" y="20300"/>
                    <a:pt x="27" y="20326"/>
                    <a:pt x="0"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0" y="40615"/>
                  </a:cubicBezTo>
                  <a:cubicBezTo>
                    <a:pt x="0" y="40668"/>
                    <a:pt x="27" y="40749"/>
                    <a:pt x="81" y="40775"/>
                  </a:cubicBezTo>
                  <a:cubicBezTo>
                    <a:pt x="1820" y="41766"/>
                    <a:pt x="2918" y="43639"/>
                    <a:pt x="2918" y="45540"/>
                  </a:cubicBezTo>
                  <a:cubicBezTo>
                    <a:pt x="2918" y="45540"/>
                    <a:pt x="2918" y="45566"/>
                    <a:pt x="2918" y="45566"/>
                  </a:cubicBez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64" y="58012"/>
                    <a:pt x="1820" y="59806"/>
                    <a:pt x="81" y="60796"/>
                  </a:cubicBezTo>
                  <a:cubicBezTo>
                    <a:pt x="54" y="60823"/>
                    <a:pt x="27" y="60850"/>
                    <a:pt x="0" y="60903"/>
                  </a:cubicBezTo>
                  <a:cubicBezTo>
                    <a:pt x="0" y="60957"/>
                    <a:pt x="27" y="61010"/>
                    <a:pt x="81" y="61037"/>
                  </a:cubicBezTo>
                  <a:cubicBezTo>
                    <a:pt x="1820" y="62054"/>
                    <a:pt x="2864"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64" y="78274"/>
                    <a:pt x="1820" y="80067"/>
                    <a:pt x="81" y="81084"/>
                  </a:cubicBezTo>
                  <a:cubicBezTo>
                    <a:pt x="27" y="81111"/>
                    <a:pt x="0" y="81191"/>
                    <a:pt x="27" y="81245"/>
                  </a:cubicBezTo>
                  <a:cubicBezTo>
                    <a:pt x="44" y="81296"/>
                    <a:pt x="82" y="81315"/>
                    <a:pt x="122" y="81315"/>
                  </a:cubicBezTo>
                  <a:cubicBezTo>
                    <a:pt x="145" y="81315"/>
                    <a:pt x="168" y="81308"/>
                    <a:pt x="188" y="81299"/>
                  </a:cubicBezTo>
                  <a:cubicBezTo>
                    <a:pt x="1981"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61"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61" y="19336"/>
                    <a:pt x="3185" y="17436"/>
                    <a:pt x="3185" y="15616"/>
                  </a:cubicBezTo>
                  <a:cubicBezTo>
                    <a:pt x="3185" y="15589"/>
                    <a:pt x="3185" y="15562"/>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 name="Google Shape;1182;p178"/>
            <p:cNvSpPr/>
            <p:nvPr/>
          </p:nvSpPr>
          <p:spPr>
            <a:xfrm>
              <a:off x="1453950" y="2845375"/>
              <a:ext cx="160600" cy="2032675"/>
            </a:xfrm>
            <a:custGeom>
              <a:rect b="b" l="l" r="r" t="t"/>
              <a:pathLst>
                <a:path extrusionOk="0" h="81307" w="6424">
                  <a:moveTo>
                    <a:pt x="133" y="1"/>
                  </a:moveTo>
                  <a:cubicBezTo>
                    <a:pt x="93" y="1"/>
                    <a:pt x="60" y="24"/>
                    <a:pt x="27" y="57"/>
                  </a:cubicBezTo>
                  <a:cubicBezTo>
                    <a:pt x="27" y="84"/>
                    <a:pt x="27" y="110"/>
                    <a:pt x="27" y="137"/>
                  </a:cubicBezTo>
                  <a:cubicBezTo>
                    <a:pt x="27" y="164"/>
                    <a:pt x="27" y="217"/>
                    <a:pt x="80" y="244"/>
                  </a:cubicBezTo>
                  <a:cubicBezTo>
                    <a:pt x="1820" y="1234"/>
                    <a:pt x="2971" y="3188"/>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20"/>
                    <a:pt x="2944" y="15474"/>
                  </a:cubicBezTo>
                  <a:cubicBezTo>
                    <a:pt x="2998" y="17347"/>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44" y="35655"/>
                    <a:pt x="2918"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cubicBezTo>
                    <a:pt x="2944" y="45558"/>
                    <a:pt x="2944" y="45558"/>
                    <a:pt x="2944" y="45558"/>
                  </a:cubicBez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27" y="81237"/>
                  </a:cubicBezTo>
                  <a:cubicBezTo>
                    <a:pt x="61" y="81288"/>
                    <a:pt x="106" y="81306"/>
                    <a:pt x="147" y="81306"/>
                  </a:cubicBezTo>
                  <a:cubicBezTo>
                    <a:pt x="172" y="81306"/>
                    <a:pt x="195" y="81300"/>
                    <a:pt x="214" y="81290"/>
                  </a:cubicBezTo>
                  <a:cubicBezTo>
                    <a:pt x="2008" y="80247"/>
                    <a:pt x="3105" y="78400"/>
                    <a:pt x="3185" y="76366"/>
                  </a:cubicBezTo>
                  <a:cubicBezTo>
                    <a:pt x="5166" y="75322"/>
                    <a:pt x="6424" y="73288"/>
                    <a:pt x="6424" y="71066"/>
                  </a:cubicBezTo>
                  <a:cubicBezTo>
                    <a:pt x="6424" y="68818"/>
                    <a:pt x="5166" y="66783"/>
                    <a:pt x="3185" y="65766"/>
                  </a:cubicBezTo>
                  <a:cubicBezTo>
                    <a:pt x="3105" y="63759"/>
                    <a:pt x="2061" y="61992"/>
                    <a:pt x="375" y="60922"/>
                  </a:cubicBezTo>
                  <a:cubicBezTo>
                    <a:pt x="2061" y="59878"/>
                    <a:pt x="3105" y="58085"/>
                    <a:pt x="3185" y="56077"/>
                  </a:cubicBezTo>
                  <a:cubicBezTo>
                    <a:pt x="5166" y="55060"/>
                    <a:pt x="6424" y="53026"/>
                    <a:pt x="6424" y="50778"/>
                  </a:cubicBezTo>
                  <a:cubicBezTo>
                    <a:pt x="6424" y="48556"/>
                    <a:pt x="5193" y="46522"/>
                    <a:pt x="3185" y="45505"/>
                  </a:cubicBezTo>
                  <a:cubicBezTo>
                    <a:pt x="3159" y="43604"/>
                    <a:pt x="2088" y="41731"/>
                    <a:pt x="375" y="40660"/>
                  </a:cubicBezTo>
                  <a:cubicBezTo>
                    <a:pt x="1901" y="39697"/>
                    <a:pt x="3319" y="37877"/>
                    <a:pt x="3185" y="35816"/>
                  </a:cubicBezTo>
                  <a:cubicBezTo>
                    <a:pt x="5193" y="34799"/>
                    <a:pt x="6424" y="32764"/>
                    <a:pt x="6424" y="30516"/>
                  </a:cubicBezTo>
                  <a:cubicBezTo>
                    <a:pt x="6424" y="28268"/>
                    <a:pt x="5166" y="26260"/>
                    <a:pt x="3185" y="25216"/>
                  </a:cubicBezTo>
                  <a:cubicBezTo>
                    <a:pt x="3105" y="23236"/>
                    <a:pt x="2061" y="21442"/>
                    <a:pt x="375"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84" y="10"/>
                    <a:pt x="157" y="1"/>
                    <a:pt x="1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 name="Google Shape;1183;p178"/>
            <p:cNvSpPr/>
            <p:nvPr/>
          </p:nvSpPr>
          <p:spPr>
            <a:xfrm>
              <a:off x="1300050" y="2593575"/>
              <a:ext cx="160600" cy="2032875"/>
            </a:xfrm>
            <a:custGeom>
              <a:rect b="b" l="l" r="r" t="t"/>
              <a:pathLst>
                <a:path extrusionOk="0" h="81315" w="6424">
                  <a:moveTo>
                    <a:pt x="167" y="1"/>
                  </a:moveTo>
                  <a:cubicBezTo>
                    <a:pt x="121" y="1"/>
                    <a:pt x="73" y="26"/>
                    <a:pt x="54" y="65"/>
                  </a:cubicBezTo>
                  <a:cubicBezTo>
                    <a:pt x="27" y="92"/>
                    <a:pt x="27" y="118"/>
                    <a:pt x="27" y="118"/>
                  </a:cubicBezTo>
                  <a:cubicBezTo>
                    <a:pt x="27" y="172"/>
                    <a:pt x="54" y="225"/>
                    <a:pt x="80" y="225"/>
                  </a:cubicBezTo>
                  <a:cubicBezTo>
                    <a:pt x="1820" y="1243"/>
                    <a:pt x="2971" y="3170"/>
                    <a:pt x="2944" y="5043"/>
                  </a:cubicBezTo>
                  <a:cubicBezTo>
                    <a:pt x="2944" y="5070"/>
                    <a:pt x="2971" y="5124"/>
                    <a:pt x="3025" y="5150"/>
                  </a:cubicBezTo>
                  <a:cubicBezTo>
                    <a:pt x="4952" y="6141"/>
                    <a:pt x="6183" y="8095"/>
                    <a:pt x="6183" y="10263"/>
                  </a:cubicBezTo>
                  <a:cubicBezTo>
                    <a:pt x="6183" y="12431"/>
                    <a:pt x="4952" y="14384"/>
                    <a:pt x="3025" y="15375"/>
                  </a:cubicBezTo>
                  <a:cubicBezTo>
                    <a:pt x="2971" y="15402"/>
                    <a:pt x="2944" y="15428"/>
                    <a:pt x="2944" y="15482"/>
                  </a:cubicBezTo>
                  <a:cubicBezTo>
                    <a:pt x="2998" y="17355"/>
                    <a:pt x="1847" y="19256"/>
                    <a:pt x="107" y="20273"/>
                  </a:cubicBezTo>
                  <a:cubicBezTo>
                    <a:pt x="80" y="20300"/>
                    <a:pt x="54" y="20326"/>
                    <a:pt x="27" y="20353"/>
                  </a:cubicBezTo>
                  <a:cubicBezTo>
                    <a:pt x="27" y="20407"/>
                    <a:pt x="27" y="20460"/>
                    <a:pt x="80" y="20514"/>
                  </a:cubicBezTo>
                  <a:cubicBezTo>
                    <a:pt x="1820" y="21504"/>
                    <a:pt x="2891" y="23297"/>
                    <a:pt x="2944" y="25305"/>
                  </a:cubicBezTo>
                  <a:cubicBezTo>
                    <a:pt x="2944" y="25358"/>
                    <a:pt x="2971" y="25385"/>
                    <a:pt x="3025" y="25412"/>
                  </a:cubicBezTo>
                  <a:cubicBezTo>
                    <a:pt x="4952" y="26402"/>
                    <a:pt x="6183" y="28356"/>
                    <a:pt x="6183" y="30524"/>
                  </a:cubicBezTo>
                  <a:cubicBezTo>
                    <a:pt x="6183" y="32692"/>
                    <a:pt x="4952" y="34646"/>
                    <a:pt x="3025" y="35636"/>
                  </a:cubicBezTo>
                  <a:cubicBezTo>
                    <a:pt x="2971" y="35663"/>
                    <a:pt x="2944" y="35717"/>
                    <a:pt x="2944" y="35770"/>
                  </a:cubicBezTo>
                  <a:cubicBezTo>
                    <a:pt x="3105" y="37831"/>
                    <a:pt x="1633" y="39651"/>
                    <a:pt x="107" y="40535"/>
                  </a:cubicBezTo>
                  <a:cubicBezTo>
                    <a:pt x="80" y="40561"/>
                    <a:pt x="54" y="40588"/>
                    <a:pt x="27" y="40615"/>
                  </a:cubicBezTo>
                  <a:cubicBezTo>
                    <a:pt x="27" y="40668"/>
                    <a:pt x="27" y="40749"/>
                    <a:pt x="80" y="40775"/>
                  </a:cubicBezTo>
                  <a:cubicBezTo>
                    <a:pt x="1820" y="41766"/>
                    <a:pt x="2944" y="43639"/>
                    <a:pt x="2944" y="45540"/>
                  </a:cubicBezTo>
                  <a:cubicBezTo>
                    <a:pt x="2944" y="45540"/>
                    <a:pt x="2944" y="45566"/>
                    <a:pt x="2944" y="45566"/>
                  </a:cubicBezTo>
                  <a:cubicBezTo>
                    <a:pt x="2944" y="45620"/>
                    <a:pt x="2971" y="45674"/>
                    <a:pt x="3025" y="45674"/>
                  </a:cubicBezTo>
                  <a:cubicBezTo>
                    <a:pt x="4952" y="46664"/>
                    <a:pt x="6183" y="48618"/>
                    <a:pt x="6183" y="50786"/>
                  </a:cubicBezTo>
                  <a:cubicBezTo>
                    <a:pt x="6183" y="52954"/>
                    <a:pt x="4952" y="54934"/>
                    <a:pt x="3025" y="55898"/>
                  </a:cubicBezTo>
                  <a:cubicBezTo>
                    <a:pt x="2971" y="55925"/>
                    <a:pt x="2944" y="55952"/>
                    <a:pt x="2944" y="56005"/>
                  </a:cubicBezTo>
                  <a:cubicBezTo>
                    <a:pt x="2891" y="58012"/>
                    <a:pt x="1847" y="59806"/>
                    <a:pt x="107" y="60796"/>
                  </a:cubicBezTo>
                  <a:cubicBezTo>
                    <a:pt x="80" y="60823"/>
                    <a:pt x="54" y="60850"/>
                    <a:pt x="27" y="60903"/>
                  </a:cubicBezTo>
                  <a:cubicBezTo>
                    <a:pt x="27" y="60957"/>
                    <a:pt x="27" y="61010"/>
                    <a:pt x="80" y="61037"/>
                  </a:cubicBezTo>
                  <a:cubicBezTo>
                    <a:pt x="1820" y="62054"/>
                    <a:pt x="2891" y="63847"/>
                    <a:pt x="2944" y="65828"/>
                  </a:cubicBezTo>
                  <a:cubicBezTo>
                    <a:pt x="2944" y="65882"/>
                    <a:pt x="2971" y="65935"/>
                    <a:pt x="3025" y="65962"/>
                  </a:cubicBezTo>
                  <a:cubicBezTo>
                    <a:pt x="4952" y="66925"/>
                    <a:pt x="6183" y="68879"/>
                    <a:pt x="6183" y="71047"/>
                  </a:cubicBezTo>
                  <a:cubicBezTo>
                    <a:pt x="6183" y="73242"/>
                    <a:pt x="4952" y="75196"/>
                    <a:pt x="3025" y="76160"/>
                  </a:cubicBezTo>
                  <a:cubicBezTo>
                    <a:pt x="2971" y="76186"/>
                    <a:pt x="2944" y="76240"/>
                    <a:pt x="2944" y="76267"/>
                  </a:cubicBezTo>
                  <a:cubicBezTo>
                    <a:pt x="2891" y="78274"/>
                    <a:pt x="1820" y="80067"/>
                    <a:pt x="80" y="81084"/>
                  </a:cubicBezTo>
                  <a:cubicBezTo>
                    <a:pt x="27" y="81111"/>
                    <a:pt x="0" y="81191"/>
                    <a:pt x="54" y="81245"/>
                  </a:cubicBezTo>
                  <a:cubicBezTo>
                    <a:pt x="71" y="81296"/>
                    <a:pt x="109" y="81315"/>
                    <a:pt x="149" y="81315"/>
                  </a:cubicBezTo>
                  <a:cubicBezTo>
                    <a:pt x="171" y="81315"/>
                    <a:pt x="195" y="81308"/>
                    <a:pt x="214" y="81299"/>
                  </a:cubicBezTo>
                  <a:cubicBezTo>
                    <a:pt x="2007" y="80255"/>
                    <a:pt x="3105" y="78408"/>
                    <a:pt x="3185" y="76347"/>
                  </a:cubicBezTo>
                  <a:cubicBezTo>
                    <a:pt x="5193" y="75330"/>
                    <a:pt x="6424" y="73296"/>
                    <a:pt x="6424" y="71047"/>
                  </a:cubicBezTo>
                  <a:cubicBezTo>
                    <a:pt x="6424" y="68826"/>
                    <a:pt x="5193" y="66792"/>
                    <a:pt x="3185" y="65748"/>
                  </a:cubicBezTo>
                  <a:cubicBezTo>
                    <a:pt x="3132" y="63767"/>
                    <a:pt x="2088" y="61974"/>
                    <a:pt x="402" y="60930"/>
                  </a:cubicBezTo>
                  <a:cubicBezTo>
                    <a:pt x="2088" y="59859"/>
                    <a:pt x="3132" y="58093"/>
                    <a:pt x="3185" y="56085"/>
                  </a:cubicBezTo>
                  <a:cubicBezTo>
                    <a:pt x="5193" y="55068"/>
                    <a:pt x="6424" y="53034"/>
                    <a:pt x="6424" y="50786"/>
                  </a:cubicBezTo>
                  <a:cubicBezTo>
                    <a:pt x="6424" y="48537"/>
                    <a:pt x="5193" y="46530"/>
                    <a:pt x="3185" y="45486"/>
                  </a:cubicBezTo>
                  <a:cubicBezTo>
                    <a:pt x="3185" y="43586"/>
                    <a:pt x="2088" y="41739"/>
                    <a:pt x="402" y="40668"/>
                  </a:cubicBezTo>
                  <a:cubicBezTo>
                    <a:pt x="1927" y="39705"/>
                    <a:pt x="3319" y="37885"/>
                    <a:pt x="3212" y="35824"/>
                  </a:cubicBezTo>
                  <a:cubicBezTo>
                    <a:pt x="5193" y="34780"/>
                    <a:pt x="6424" y="32772"/>
                    <a:pt x="6424" y="30524"/>
                  </a:cubicBezTo>
                  <a:cubicBezTo>
                    <a:pt x="6424" y="28276"/>
                    <a:pt x="5193" y="26268"/>
                    <a:pt x="3185" y="25225"/>
                  </a:cubicBezTo>
                  <a:cubicBezTo>
                    <a:pt x="3105" y="23244"/>
                    <a:pt x="2061" y="21451"/>
                    <a:pt x="402" y="20407"/>
                  </a:cubicBezTo>
                  <a:cubicBezTo>
                    <a:pt x="2088" y="19336"/>
                    <a:pt x="3185" y="17436"/>
                    <a:pt x="3185" y="15616"/>
                  </a:cubicBezTo>
                  <a:cubicBezTo>
                    <a:pt x="3185" y="15589"/>
                    <a:pt x="3185" y="15562"/>
                    <a:pt x="3185" y="15562"/>
                  </a:cubicBezTo>
                  <a:cubicBezTo>
                    <a:pt x="5193" y="14518"/>
                    <a:pt x="6424" y="12511"/>
                    <a:pt x="6424" y="10263"/>
                  </a:cubicBezTo>
                  <a:cubicBezTo>
                    <a:pt x="6424" y="8014"/>
                    <a:pt x="5193" y="6007"/>
                    <a:pt x="3185" y="4963"/>
                  </a:cubicBezTo>
                  <a:cubicBezTo>
                    <a:pt x="3185" y="3036"/>
                    <a:pt x="2007" y="1055"/>
                    <a:pt x="214"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 name="Google Shape;1184;p178"/>
            <p:cNvSpPr/>
            <p:nvPr/>
          </p:nvSpPr>
          <p:spPr>
            <a:xfrm>
              <a:off x="1146800" y="2845375"/>
              <a:ext cx="159950" cy="2032675"/>
            </a:xfrm>
            <a:custGeom>
              <a:rect b="b" l="l" r="r" t="t"/>
              <a:pathLst>
                <a:path extrusionOk="0" h="81307" w="6398">
                  <a:moveTo>
                    <a:pt x="120" y="1"/>
                  </a:moveTo>
                  <a:cubicBezTo>
                    <a:pt x="81" y="1"/>
                    <a:pt x="44" y="24"/>
                    <a:pt x="28" y="57"/>
                  </a:cubicBezTo>
                  <a:cubicBezTo>
                    <a:pt x="28" y="84"/>
                    <a:pt x="1" y="110"/>
                    <a:pt x="1" y="137"/>
                  </a:cubicBezTo>
                  <a:cubicBezTo>
                    <a:pt x="1" y="164"/>
                    <a:pt x="28" y="217"/>
                    <a:pt x="81" y="244"/>
                  </a:cubicBezTo>
                  <a:cubicBezTo>
                    <a:pt x="1821" y="1234"/>
                    <a:pt x="2972" y="3162"/>
                    <a:pt x="2918" y="5035"/>
                  </a:cubicBezTo>
                  <a:cubicBezTo>
                    <a:pt x="2918" y="5089"/>
                    <a:pt x="2945" y="5142"/>
                    <a:pt x="2998" y="5142"/>
                  </a:cubicBezTo>
                  <a:cubicBezTo>
                    <a:pt x="4952" y="6133"/>
                    <a:pt x="6157" y="8086"/>
                    <a:pt x="6157" y="10254"/>
                  </a:cubicBezTo>
                  <a:cubicBezTo>
                    <a:pt x="6157" y="12422"/>
                    <a:pt x="4952" y="14376"/>
                    <a:pt x="2998" y="15367"/>
                  </a:cubicBezTo>
                  <a:cubicBezTo>
                    <a:pt x="2945" y="15393"/>
                    <a:pt x="2918" y="15420"/>
                    <a:pt x="2918" y="15474"/>
                  </a:cubicBezTo>
                  <a:cubicBezTo>
                    <a:pt x="2972" y="17321"/>
                    <a:pt x="1848" y="19248"/>
                    <a:pt x="81" y="20265"/>
                  </a:cubicBezTo>
                  <a:cubicBezTo>
                    <a:pt x="54" y="20292"/>
                    <a:pt x="28" y="20318"/>
                    <a:pt x="1" y="20345"/>
                  </a:cubicBezTo>
                  <a:cubicBezTo>
                    <a:pt x="1" y="20425"/>
                    <a:pt x="28" y="20479"/>
                    <a:pt x="81" y="20506"/>
                  </a:cubicBezTo>
                  <a:cubicBezTo>
                    <a:pt x="1794" y="21496"/>
                    <a:pt x="2865" y="23289"/>
                    <a:pt x="2918" y="25297"/>
                  </a:cubicBezTo>
                  <a:cubicBezTo>
                    <a:pt x="2918" y="25350"/>
                    <a:pt x="2945"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079" y="37823"/>
                    <a:pt x="1633" y="39643"/>
                    <a:pt x="81" y="40526"/>
                  </a:cubicBezTo>
                  <a:cubicBezTo>
                    <a:pt x="54" y="40553"/>
                    <a:pt x="28" y="40580"/>
                    <a:pt x="1" y="40633"/>
                  </a:cubicBezTo>
                  <a:cubicBezTo>
                    <a:pt x="1" y="40687"/>
                    <a:pt x="28" y="40741"/>
                    <a:pt x="81" y="40767"/>
                  </a:cubicBezTo>
                  <a:cubicBezTo>
                    <a:pt x="1821" y="41784"/>
                    <a:pt x="2918" y="43631"/>
                    <a:pt x="2918" y="45532"/>
                  </a:cubicBezTo>
                  <a:cubicBezTo>
                    <a:pt x="2918" y="45532"/>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81" y="60815"/>
                  </a:cubicBezTo>
                  <a:cubicBezTo>
                    <a:pt x="54" y="60815"/>
                    <a:pt x="28" y="60841"/>
                    <a:pt x="1" y="60895"/>
                  </a:cubicBezTo>
                  <a:cubicBezTo>
                    <a:pt x="1" y="60949"/>
                    <a:pt x="28"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8" y="81103"/>
                    <a:pt x="1" y="81183"/>
                    <a:pt x="28" y="81237"/>
                  </a:cubicBezTo>
                  <a:cubicBezTo>
                    <a:pt x="44" y="81288"/>
                    <a:pt x="83" y="81306"/>
                    <a:pt x="129" y="81306"/>
                  </a:cubicBezTo>
                  <a:cubicBezTo>
                    <a:pt x="156" y="81306"/>
                    <a:pt x="185" y="81300"/>
                    <a:pt x="215" y="81290"/>
                  </a:cubicBezTo>
                  <a:cubicBezTo>
                    <a:pt x="1981" y="80247"/>
                    <a:pt x="3106" y="78400"/>
                    <a:pt x="3186" y="76366"/>
                  </a:cubicBezTo>
                  <a:cubicBezTo>
                    <a:pt x="5167" y="75322"/>
                    <a:pt x="6398" y="73288"/>
                    <a:pt x="6398" y="71066"/>
                  </a:cubicBezTo>
                  <a:cubicBezTo>
                    <a:pt x="6398" y="68818"/>
                    <a:pt x="5167" y="66783"/>
                    <a:pt x="3186" y="65766"/>
                  </a:cubicBezTo>
                  <a:cubicBezTo>
                    <a:pt x="3106" y="63759"/>
                    <a:pt x="2062" y="61992"/>
                    <a:pt x="375" y="60922"/>
                  </a:cubicBezTo>
                  <a:cubicBezTo>
                    <a:pt x="2062" y="59878"/>
                    <a:pt x="3106" y="58085"/>
                    <a:pt x="3186" y="56077"/>
                  </a:cubicBezTo>
                  <a:cubicBezTo>
                    <a:pt x="5167" y="55060"/>
                    <a:pt x="6398" y="53026"/>
                    <a:pt x="6398" y="50778"/>
                  </a:cubicBezTo>
                  <a:cubicBezTo>
                    <a:pt x="6398" y="48556"/>
                    <a:pt x="5167" y="46522"/>
                    <a:pt x="3186" y="45505"/>
                  </a:cubicBezTo>
                  <a:cubicBezTo>
                    <a:pt x="3159" y="43604"/>
                    <a:pt x="2088" y="41731"/>
                    <a:pt x="375" y="40660"/>
                  </a:cubicBezTo>
                  <a:cubicBezTo>
                    <a:pt x="1901" y="39697"/>
                    <a:pt x="3293" y="37877"/>
                    <a:pt x="3186" y="35816"/>
                  </a:cubicBezTo>
                  <a:cubicBezTo>
                    <a:pt x="5167" y="34799"/>
                    <a:pt x="6398" y="32764"/>
                    <a:pt x="6398" y="30516"/>
                  </a:cubicBezTo>
                  <a:cubicBezTo>
                    <a:pt x="6398" y="28268"/>
                    <a:pt x="5167" y="26260"/>
                    <a:pt x="3186" y="25216"/>
                  </a:cubicBezTo>
                  <a:cubicBezTo>
                    <a:pt x="3079" y="23236"/>
                    <a:pt x="2062" y="21442"/>
                    <a:pt x="375" y="20399"/>
                  </a:cubicBezTo>
                  <a:cubicBezTo>
                    <a:pt x="2088" y="19328"/>
                    <a:pt x="3186" y="17401"/>
                    <a:pt x="3186" y="15554"/>
                  </a:cubicBezTo>
                  <a:cubicBezTo>
                    <a:pt x="5167" y="14510"/>
                    <a:pt x="6398" y="12503"/>
                    <a:pt x="6398" y="10254"/>
                  </a:cubicBezTo>
                  <a:cubicBezTo>
                    <a:pt x="6398" y="8006"/>
                    <a:pt x="5167" y="5999"/>
                    <a:pt x="3186" y="4955"/>
                  </a:cubicBezTo>
                  <a:cubicBezTo>
                    <a:pt x="3186" y="3028"/>
                    <a:pt x="1981" y="1047"/>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 name="Google Shape;1185;p178"/>
            <p:cNvSpPr/>
            <p:nvPr/>
          </p:nvSpPr>
          <p:spPr>
            <a:xfrm>
              <a:off x="992900" y="2593575"/>
              <a:ext cx="160625" cy="2032875"/>
            </a:xfrm>
            <a:custGeom>
              <a:rect b="b" l="l" r="r" t="t"/>
              <a:pathLst>
                <a:path extrusionOk="0" h="81315" w="6425">
                  <a:moveTo>
                    <a:pt x="167" y="1"/>
                  </a:moveTo>
                  <a:cubicBezTo>
                    <a:pt x="120" y="1"/>
                    <a:pt x="67" y="26"/>
                    <a:pt x="27" y="65"/>
                  </a:cubicBezTo>
                  <a:cubicBezTo>
                    <a:pt x="27" y="92"/>
                    <a:pt x="27" y="118"/>
                    <a:pt x="27" y="118"/>
                  </a:cubicBezTo>
                  <a:cubicBezTo>
                    <a:pt x="27" y="172"/>
                    <a:pt x="54"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72" y="15402"/>
                    <a:pt x="2945" y="15428"/>
                    <a:pt x="2945" y="15482"/>
                  </a:cubicBezTo>
                  <a:cubicBezTo>
                    <a:pt x="2998" y="17329"/>
                    <a:pt x="1847"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72" y="35663"/>
                    <a:pt x="2945" y="35717"/>
                    <a:pt x="2945" y="35770"/>
                  </a:cubicBezTo>
                  <a:cubicBezTo>
                    <a:pt x="3105"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18"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5" y="78408"/>
                    <a:pt x="3186" y="76347"/>
                  </a:cubicBezTo>
                  <a:cubicBezTo>
                    <a:pt x="5193" y="75330"/>
                    <a:pt x="6424" y="73296"/>
                    <a:pt x="6424" y="71047"/>
                  </a:cubicBezTo>
                  <a:cubicBezTo>
                    <a:pt x="6424" y="68826"/>
                    <a:pt x="5193" y="66792"/>
                    <a:pt x="3186" y="65748"/>
                  </a:cubicBezTo>
                  <a:cubicBezTo>
                    <a:pt x="3105" y="63767"/>
                    <a:pt x="2088" y="61974"/>
                    <a:pt x="402" y="60930"/>
                  </a:cubicBezTo>
                  <a:cubicBezTo>
                    <a:pt x="2088" y="59859"/>
                    <a:pt x="3105" y="58093"/>
                    <a:pt x="3186" y="56085"/>
                  </a:cubicBezTo>
                  <a:cubicBezTo>
                    <a:pt x="5193" y="55068"/>
                    <a:pt x="6424" y="53034"/>
                    <a:pt x="6424" y="50786"/>
                  </a:cubicBezTo>
                  <a:cubicBezTo>
                    <a:pt x="6424" y="48537"/>
                    <a:pt x="5193" y="46530"/>
                    <a:pt x="3186" y="45486"/>
                  </a:cubicBezTo>
                  <a:cubicBezTo>
                    <a:pt x="3159" y="43586"/>
                    <a:pt x="2088" y="41739"/>
                    <a:pt x="402" y="40668"/>
                  </a:cubicBezTo>
                  <a:cubicBezTo>
                    <a:pt x="1901" y="39705"/>
                    <a:pt x="3320" y="37885"/>
                    <a:pt x="3186" y="35824"/>
                  </a:cubicBezTo>
                  <a:cubicBezTo>
                    <a:pt x="5193" y="34780"/>
                    <a:pt x="6424" y="32772"/>
                    <a:pt x="6424" y="30524"/>
                  </a:cubicBezTo>
                  <a:cubicBezTo>
                    <a:pt x="6424" y="28276"/>
                    <a:pt x="5193" y="26268"/>
                    <a:pt x="3186" y="25225"/>
                  </a:cubicBezTo>
                  <a:cubicBezTo>
                    <a:pt x="3105" y="23244"/>
                    <a:pt x="2062" y="21451"/>
                    <a:pt x="402" y="20407"/>
                  </a:cubicBezTo>
                  <a:cubicBezTo>
                    <a:pt x="2088" y="19336"/>
                    <a:pt x="3186" y="17436"/>
                    <a:pt x="3186" y="15616"/>
                  </a:cubicBezTo>
                  <a:cubicBezTo>
                    <a:pt x="3186" y="15589"/>
                    <a:pt x="3186" y="15562"/>
                    <a:pt x="3186" y="15562"/>
                  </a:cubicBezTo>
                  <a:cubicBezTo>
                    <a:pt x="5193" y="14518"/>
                    <a:pt x="6424" y="12511"/>
                    <a:pt x="6424" y="10263"/>
                  </a:cubicBezTo>
                  <a:cubicBezTo>
                    <a:pt x="6424" y="8014"/>
                    <a:pt x="5193" y="6007"/>
                    <a:pt x="3186" y="4963"/>
                  </a:cubicBezTo>
                  <a:cubicBezTo>
                    <a:pt x="3186" y="3036"/>
                    <a:pt x="2008" y="1055"/>
                    <a:pt x="215"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 name="Google Shape;1186;p178"/>
            <p:cNvSpPr/>
            <p:nvPr/>
          </p:nvSpPr>
          <p:spPr>
            <a:xfrm>
              <a:off x="839675" y="2845375"/>
              <a:ext cx="159950" cy="2032675"/>
            </a:xfrm>
            <a:custGeom>
              <a:rect b="b" l="l" r="r" t="t"/>
              <a:pathLst>
                <a:path extrusionOk="0" h="81307" w="6398">
                  <a:moveTo>
                    <a:pt x="119" y="1"/>
                  </a:moveTo>
                  <a:cubicBezTo>
                    <a:pt x="81" y="1"/>
                    <a:pt x="44" y="24"/>
                    <a:pt x="27" y="57"/>
                  </a:cubicBezTo>
                  <a:cubicBezTo>
                    <a:pt x="0" y="84"/>
                    <a:pt x="0" y="110"/>
                    <a:pt x="0" y="137"/>
                  </a:cubicBezTo>
                  <a:cubicBezTo>
                    <a:pt x="0" y="164"/>
                    <a:pt x="27" y="217"/>
                    <a:pt x="54" y="244"/>
                  </a:cubicBezTo>
                  <a:cubicBezTo>
                    <a:pt x="1794" y="1234"/>
                    <a:pt x="2971" y="3162"/>
                    <a:pt x="2918" y="5035"/>
                  </a:cubicBezTo>
                  <a:cubicBezTo>
                    <a:pt x="2918" y="5089"/>
                    <a:pt x="2945" y="5142"/>
                    <a:pt x="2998" y="5142"/>
                  </a:cubicBezTo>
                  <a:cubicBezTo>
                    <a:pt x="4925" y="6133"/>
                    <a:pt x="6156" y="8086"/>
                    <a:pt x="6156" y="10254"/>
                  </a:cubicBezTo>
                  <a:cubicBezTo>
                    <a:pt x="6156" y="12422"/>
                    <a:pt x="4925" y="14376"/>
                    <a:pt x="2998" y="15367"/>
                  </a:cubicBezTo>
                  <a:cubicBezTo>
                    <a:pt x="2945" y="15393"/>
                    <a:pt x="2918" y="15420"/>
                    <a:pt x="2918" y="15474"/>
                  </a:cubicBezTo>
                  <a:cubicBezTo>
                    <a:pt x="2971" y="17321"/>
                    <a:pt x="1847" y="19248"/>
                    <a:pt x="81" y="20265"/>
                  </a:cubicBezTo>
                  <a:cubicBezTo>
                    <a:pt x="54" y="20292"/>
                    <a:pt x="27" y="20318"/>
                    <a:pt x="0" y="20345"/>
                  </a:cubicBezTo>
                  <a:cubicBezTo>
                    <a:pt x="0" y="20425"/>
                    <a:pt x="27" y="20479"/>
                    <a:pt x="54" y="20506"/>
                  </a:cubicBezTo>
                  <a:cubicBezTo>
                    <a:pt x="1794" y="21496"/>
                    <a:pt x="2864" y="23289"/>
                    <a:pt x="2918" y="25297"/>
                  </a:cubicBezTo>
                  <a:cubicBezTo>
                    <a:pt x="2918" y="25350"/>
                    <a:pt x="2945" y="25404"/>
                    <a:pt x="2998" y="25404"/>
                  </a:cubicBezTo>
                  <a:cubicBezTo>
                    <a:pt x="4925" y="26394"/>
                    <a:pt x="6156" y="28348"/>
                    <a:pt x="6156" y="30516"/>
                  </a:cubicBezTo>
                  <a:cubicBezTo>
                    <a:pt x="6156" y="32684"/>
                    <a:pt x="4925" y="34665"/>
                    <a:pt x="2998" y="35628"/>
                  </a:cubicBezTo>
                  <a:cubicBezTo>
                    <a:pt x="2945" y="35655"/>
                    <a:pt x="2918" y="35709"/>
                    <a:pt x="2918" y="35762"/>
                  </a:cubicBezTo>
                  <a:cubicBezTo>
                    <a:pt x="3078" y="37823"/>
                    <a:pt x="1606" y="39643"/>
                    <a:pt x="81" y="40526"/>
                  </a:cubicBezTo>
                  <a:cubicBezTo>
                    <a:pt x="54" y="40553"/>
                    <a:pt x="27" y="40580"/>
                    <a:pt x="0" y="40633"/>
                  </a:cubicBezTo>
                  <a:cubicBezTo>
                    <a:pt x="0" y="40687"/>
                    <a:pt x="27" y="40741"/>
                    <a:pt x="54" y="40767"/>
                  </a:cubicBezTo>
                  <a:cubicBezTo>
                    <a:pt x="1794" y="41784"/>
                    <a:pt x="2918" y="43631"/>
                    <a:pt x="2918" y="45532"/>
                  </a:cubicBezTo>
                  <a:cubicBezTo>
                    <a:pt x="2918" y="45558"/>
                    <a:pt x="2918" y="45558"/>
                    <a:pt x="2918" y="45558"/>
                  </a:cubicBezTo>
                  <a:cubicBezTo>
                    <a:pt x="2918" y="45612"/>
                    <a:pt x="2945" y="45665"/>
                    <a:pt x="2998" y="45692"/>
                  </a:cubicBezTo>
                  <a:cubicBezTo>
                    <a:pt x="4925" y="46656"/>
                    <a:pt x="6156" y="48610"/>
                    <a:pt x="6156" y="50778"/>
                  </a:cubicBezTo>
                  <a:cubicBezTo>
                    <a:pt x="6156" y="52972"/>
                    <a:pt x="4925" y="54926"/>
                    <a:pt x="2998" y="55890"/>
                  </a:cubicBezTo>
                  <a:cubicBezTo>
                    <a:pt x="2945" y="55917"/>
                    <a:pt x="2918" y="55970"/>
                    <a:pt x="2918" y="55997"/>
                  </a:cubicBezTo>
                  <a:cubicBezTo>
                    <a:pt x="2864" y="58004"/>
                    <a:pt x="1820" y="59798"/>
                    <a:pt x="81" y="60815"/>
                  </a:cubicBezTo>
                  <a:cubicBezTo>
                    <a:pt x="54" y="60815"/>
                    <a:pt x="27" y="60841"/>
                    <a:pt x="0" y="60895"/>
                  </a:cubicBezTo>
                  <a:cubicBezTo>
                    <a:pt x="0" y="60949"/>
                    <a:pt x="27" y="61002"/>
                    <a:pt x="54" y="61029"/>
                  </a:cubicBezTo>
                  <a:cubicBezTo>
                    <a:pt x="1794" y="62046"/>
                    <a:pt x="2864" y="63839"/>
                    <a:pt x="2918" y="65847"/>
                  </a:cubicBezTo>
                  <a:cubicBezTo>
                    <a:pt x="2918" y="65873"/>
                    <a:pt x="2945" y="65927"/>
                    <a:pt x="2998" y="65954"/>
                  </a:cubicBezTo>
                  <a:cubicBezTo>
                    <a:pt x="4925" y="66917"/>
                    <a:pt x="6156" y="68871"/>
                    <a:pt x="6156" y="71066"/>
                  </a:cubicBezTo>
                  <a:cubicBezTo>
                    <a:pt x="6156" y="73234"/>
                    <a:pt x="4925" y="75188"/>
                    <a:pt x="2998" y="76151"/>
                  </a:cubicBezTo>
                  <a:cubicBezTo>
                    <a:pt x="2945" y="76178"/>
                    <a:pt x="2918" y="76232"/>
                    <a:pt x="2918" y="76285"/>
                  </a:cubicBezTo>
                  <a:cubicBezTo>
                    <a:pt x="2864" y="78266"/>
                    <a:pt x="1794" y="80059"/>
                    <a:pt x="81" y="81076"/>
                  </a:cubicBezTo>
                  <a:cubicBezTo>
                    <a:pt x="0" y="81103"/>
                    <a:pt x="0" y="81183"/>
                    <a:pt x="27" y="81237"/>
                  </a:cubicBezTo>
                  <a:cubicBezTo>
                    <a:pt x="44" y="81288"/>
                    <a:pt x="83" y="81306"/>
                    <a:pt x="122" y="81306"/>
                  </a:cubicBezTo>
                  <a:cubicBezTo>
                    <a:pt x="145" y="81306"/>
                    <a:pt x="168" y="81300"/>
                    <a:pt x="188" y="81290"/>
                  </a:cubicBezTo>
                  <a:cubicBezTo>
                    <a:pt x="1981" y="80247"/>
                    <a:pt x="3105" y="78400"/>
                    <a:pt x="3159" y="76366"/>
                  </a:cubicBezTo>
                  <a:cubicBezTo>
                    <a:pt x="5166" y="75322"/>
                    <a:pt x="6397" y="73288"/>
                    <a:pt x="6397" y="71066"/>
                  </a:cubicBezTo>
                  <a:cubicBezTo>
                    <a:pt x="6397" y="68818"/>
                    <a:pt x="5166" y="66783"/>
                    <a:pt x="3159" y="65766"/>
                  </a:cubicBezTo>
                  <a:cubicBezTo>
                    <a:pt x="3105" y="63759"/>
                    <a:pt x="2061" y="61992"/>
                    <a:pt x="375" y="60922"/>
                  </a:cubicBezTo>
                  <a:cubicBezTo>
                    <a:pt x="2061" y="59878"/>
                    <a:pt x="3105" y="58085"/>
                    <a:pt x="3159" y="56077"/>
                  </a:cubicBezTo>
                  <a:cubicBezTo>
                    <a:pt x="5166" y="55060"/>
                    <a:pt x="6397" y="53026"/>
                    <a:pt x="6397" y="50778"/>
                  </a:cubicBezTo>
                  <a:cubicBezTo>
                    <a:pt x="6397" y="48556"/>
                    <a:pt x="5166" y="46522"/>
                    <a:pt x="3159" y="45505"/>
                  </a:cubicBezTo>
                  <a:cubicBezTo>
                    <a:pt x="3159" y="43604"/>
                    <a:pt x="2061" y="41731"/>
                    <a:pt x="375" y="40660"/>
                  </a:cubicBezTo>
                  <a:cubicBezTo>
                    <a:pt x="1901" y="39697"/>
                    <a:pt x="3292" y="37877"/>
                    <a:pt x="3185" y="35816"/>
                  </a:cubicBezTo>
                  <a:cubicBezTo>
                    <a:pt x="5166" y="34799"/>
                    <a:pt x="6397" y="32764"/>
                    <a:pt x="6397" y="30516"/>
                  </a:cubicBezTo>
                  <a:cubicBezTo>
                    <a:pt x="6397" y="28268"/>
                    <a:pt x="5166" y="26260"/>
                    <a:pt x="3159" y="25216"/>
                  </a:cubicBezTo>
                  <a:cubicBezTo>
                    <a:pt x="3078" y="23236"/>
                    <a:pt x="2035" y="21442"/>
                    <a:pt x="375" y="20399"/>
                  </a:cubicBezTo>
                  <a:cubicBezTo>
                    <a:pt x="2061" y="19328"/>
                    <a:pt x="3159" y="17454"/>
                    <a:pt x="3159" y="15608"/>
                  </a:cubicBezTo>
                  <a:cubicBezTo>
                    <a:pt x="3159" y="15581"/>
                    <a:pt x="3159" y="15581"/>
                    <a:pt x="3159" y="15554"/>
                  </a:cubicBezTo>
                  <a:cubicBezTo>
                    <a:pt x="5166" y="14510"/>
                    <a:pt x="6397" y="12503"/>
                    <a:pt x="6397" y="10254"/>
                  </a:cubicBezTo>
                  <a:cubicBezTo>
                    <a:pt x="6397" y="8006"/>
                    <a:pt x="5166" y="5999"/>
                    <a:pt x="3159" y="4955"/>
                  </a:cubicBezTo>
                  <a:cubicBezTo>
                    <a:pt x="3159" y="3028"/>
                    <a:pt x="1981" y="1047"/>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 name="Google Shape;1187;p178"/>
            <p:cNvSpPr/>
            <p:nvPr/>
          </p:nvSpPr>
          <p:spPr>
            <a:xfrm>
              <a:off x="685775" y="2593575"/>
              <a:ext cx="159950" cy="2032875"/>
            </a:xfrm>
            <a:custGeom>
              <a:rect b="b" l="l" r="r" t="t"/>
              <a:pathLst>
                <a:path extrusionOk="0" h="81315" w="6398">
                  <a:moveTo>
                    <a:pt x="140" y="1"/>
                  </a:moveTo>
                  <a:cubicBezTo>
                    <a:pt x="95" y="1"/>
                    <a:pt x="47" y="26"/>
                    <a:pt x="27" y="65"/>
                  </a:cubicBezTo>
                  <a:cubicBezTo>
                    <a:pt x="27"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98" y="17329"/>
                    <a:pt x="1847" y="19256"/>
                    <a:pt x="81" y="20273"/>
                  </a:cubicBezTo>
                  <a:cubicBezTo>
                    <a:pt x="54" y="20300"/>
                    <a:pt x="27" y="20326"/>
                    <a:pt x="27"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27" y="40615"/>
                  </a:cubicBezTo>
                  <a:cubicBezTo>
                    <a:pt x="0" y="40668"/>
                    <a:pt x="27" y="40749"/>
                    <a:pt x="81" y="40775"/>
                  </a:cubicBezTo>
                  <a:cubicBezTo>
                    <a:pt x="1820" y="41766"/>
                    <a:pt x="2918" y="43639"/>
                    <a:pt x="2918" y="45540"/>
                  </a:cubicBezTo>
                  <a:lnTo>
                    <a:pt x="2918" y="45566"/>
                  </a:ln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91" y="58012"/>
                    <a:pt x="1820" y="59806"/>
                    <a:pt x="81" y="60796"/>
                  </a:cubicBezTo>
                  <a:cubicBezTo>
                    <a:pt x="54" y="60823"/>
                    <a:pt x="27" y="60850"/>
                    <a:pt x="27" y="60903"/>
                  </a:cubicBezTo>
                  <a:cubicBezTo>
                    <a:pt x="0" y="60957"/>
                    <a:pt x="27" y="61010"/>
                    <a:pt x="81" y="61037"/>
                  </a:cubicBezTo>
                  <a:cubicBezTo>
                    <a:pt x="1820" y="62054"/>
                    <a:pt x="2891"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91" y="78274"/>
                    <a:pt x="1820" y="80067"/>
                    <a:pt x="81" y="81084"/>
                  </a:cubicBezTo>
                  <a:cubicBezTo>
                    <a:pt x="27" y="81111"/>
                    <a:pt x="0" y="81191"/>
                    <a:pt x="27" y="81245"/>
                  </a:cubicBezTo>
                  <a:cubicBezTo>
                    <a:pt x="61" y="81296"/>
                    <a:pt x="95" y="81315"/>
                    <a:pt x="136" y="81315"/>
                  </a:cubicBezTo>
                  <a:cubicBezTo>
                    <a:pt x="159" y="81315"/>
                    <a:pt x="185" y="81308"/>
                    <a:pt x="214" y="81299"/>
                  </a:cubicBezTo>
                  <a:cubicBezTo>
                    <a:pt x="2008"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88"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88" y="19336"/>
                    <a:pt x="3185" y="17436"/>
                    <a:pt x="3185" y="15616"/>
                  </a:cubicBezTo>
                  <a:cubicBezTo>
                    <a:pt x="3185" y="15589"/>
                    <a:pt x="3185" y="15589"/>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 name="Google Shape;1188;p178"/>
            <p:cNvSpPr/>
            <p:nvPr/>
          </p:nvSpPr>
          <p:spPr>
            <a:xfrm>
              <a:off x="531875" y="2845375"/>
              <a:ext cx="160600" cy="2032675"/>
            </a:xfrm>
            <a:custGeom>
              <a:rect b="b" l="l" r="r" t="t"/>
              <a:pathLst>
                <a:path extrusionOk="0" h="81307" w="6424">
                  <a:moveTo>
                    <a:pt x="144" y="1"/>
                  </a:moveTo>
                  <a:cubicBezTo>
                    <a:pt x="103" y="1"/>
                    <a:pt x="60" y="24"/>
                    <a:pt x="27" y="57"/>
                  </a:cubicBezTo>
                  <a:cubicBezTo>
                    <a:pt x="27" y="84"/>
                    <a:pt x="27" y="110"/>
                    <a:pt x="27" y="137"/>
                  </a:cubicBezTo>
                  <a:cubicBezTo>
                    <a:pt x="27" y="164"/>
                    <a:pt x="54" y="217"/>
                    <a:pt x="80" y="244"/>
                  </a:cubicBezTo>
                  <a:cubicBezTo>
                    <a:pt x="1820" y="1234"/>
                    <a:pt x="2971" y="3162"/>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47"/>
                    <a:pt x="2944" y="15474"/>
                  </a:cubicBezTo>
                  <a:cubicBezTo>
                    <a:pt x="2998" y="17321"/>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71" y="35655"/>
                    <a:pt x="2944"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lnTo>
                    <a:pt x="2944" y="45558"/>
                  </a:ln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54" y="81237"/>
                  </a:cubicBezTo>
                  <a:cubicBezTo>
                    <a:pt x="71" y="81288"/>
                    <a:pt x="109" y="81306"/>
                    <a:pt x="149" y="81306"/>
                  </a:cubicBezTo>
                  <a:cubicBezTo>
                    <a:pt x="171" y="81306"/>
                    <a:pt x="195" y="81300"/>
                    <a:pt x="214" y="81290"/>
                  </a:cubicBezTo>
                  <a:cubicBezTo>
                    <a:pt x="2008" y="80247"/>
                    <a:pt x="3105" y="78400"/>
                    <a:pt x="3185" y="76366"/>
                  </a:cubicBezTo>
                  <a:cubicBezTo>
                    <a:pt x="5193" y="75322"/>
                    <a:pt x="6424" y="73288"/>
                    <a:pt x="6424" y="71066"/>
                  </a:cubicBezTo>
                  <a:cubicBezTo>
                    <a:pt x="6424" y="68818"/>
                    <a:pt x="5193" y="66783"/>
                    <a:pt x="3185" y="65766"/>
                  </a:cubicBezTo>
                  <a:cubicBezTo>
                    <a:pt x="3105" y="63759"/>
                    <a:pt x="2088" y="61992"/>
                    <a:pt x="402" y="60922"/>
                  </a:cubicBezTo>
                  <a:cubicBezTo>
                    <a:pt x="2088" y="59878"/>
                    <a:pt x="3105" y="58085"/>
                    <a:pt x="3185" y="56077"/>
                  </a:cubicBezTo>
                  <a:cubicBezTo>
                    <a:pt x="5193" y="55060"/>
                    <a:pt x="6424" y="53026"/>
                    <a:pt x="6424" y="50778"/>
                  </a:cubicBezTo>
                  <a:cubicBezTo>
                    <a:pt x="6424" y="48556"/>
                    <a:pt x="5193" y="46522"/>
                    <a:pt x="3185" y="45505"/>
                  </a:cubicBezTo>
                  <a:cubicBezTo>
                    <a:pt x="3185" y="43604"/>
                    <a:pt x="2088" y="41731"/>
                    <a:pt x="402" y="40660"/>
                  </a:cubicBezTo>
                  <a:cubicBezTo>
                    <a:pt x="1900" y="39697"/>
                    <a:pt x="3319" y="37877"/>
                    <a:pt x="3185" y="35816"/>
                  </a:cubicBezTo>
                  <a:cubicBezTo>
                    <a:pt x="5193" y="34799"/>
                    <a:pt x="6424" y="32764"/>
                    <a:pt x="6424" y="30516"/>
                  </a:cubicBezTo>
                  <a:cubicBezTo>
                    <a:pt x="6424" y="28268"/>
                    <a:pt x="5193" y="26260"/>
                    <a:pt x="3185" y="25216"/>
                  </a:cubicBezTo>
                  <a:cubicBezTo>
                    <a:pt x="3105" y="23236"/>
                    <a:pt x="2061" y="21442"/>
                    <a:pt x="402"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94" y="10"/>
                    <a:pt x="169"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 name="Google Shape;1189;p178"/>
            <p:cNvSpPr/>
            <p:nvPr/>
          </p:nvSpPr>
          <p:spPr>
            <a:xfrm>
              <a:off x="378625" y="2593575"/>
              <a:ext cx="159950" cy="2032875"/>
            </a:xfrm>
            <a:custGeom>
              <a:rect b="b" l="l" r="r" t="t"/>
              <a:pathLst>
                <a:path extrusionOk="0" h="81315" w="6398">
                  <a:moveTo>
                    <a:pt x="141" y="1"/>
                  </a:moveTo>
                  <a:cubicBezTo>
                    <a:pt x="95" y="1"/>
                    <a:pt x="47" y="26"/>
                    <a:pt x="28" y="65"/>
                  </a:cubicBezTo>
                  <a:cubicBezTo>
                    <a:pt x="1" y="92"/>
                    <a:pt x="1" y="118"/>
                    <a:pt x="1" y="118"/>
                  </a:cubicBezTo>
                  <a:cubicBezTo>
                    <a:pt x="1" y="172"/>
                    <a:pt x="28" y="225"/>
                    <a:pt x="54" y="225"/>
                  </a:cubicBezTo>
                  <a:cubicBezTo>
                    <a:pt x="1794" y="1243"/>
                    <a:pt x="2918" y="3116"/>
                    <a:pt x="2918" y="4963"/>
                  </a:cubicBezTo>
                  <a:cubicBezTo>
                    <a:pt x="2918" y="4990"/>
                    <a:pt x="2918" y="5017"/>
                    <a:pt x="2918" y="5043"/>
                  </a:cubicBezTo>
                  <a:cubicBezTo>
                    <a:pt x="2918" y="5070"/>
                    <a:pt x="2945" y="5124"/>
                    <a:pt x="2999" y="5150"/>
                  </a:cubicBezTo>
                  <a:cubicBezTo>
                    <a:pt x="4952" y="6141"/>
                    <a:pt x="6157" y="8095"/>
                    <a:pt x="6157" y="10263"/>
                  </a:cubicBezTo>
                  <a:cubicBezTo>
                    <a:pt x="6157" y="12431"/>
                    <a:pt x="4952" y="14384"/>
                    <a:pt x="2999" y="15375"/>
                  </a:cubicBezTo>
                  <a:cubicBezTo>
                    <a:pt x="2945" y="15402"/>
                    <a:pt x="2918" y="15428"/>
                    <a:pt x="2918" y="15482"/>
                  </a:cubicBezTo>
                  <a:cubicBezTo>
                    <a:pt x="2972" y="17329"/>
                    <a:pt x="1848" y="19256"/>
                    <a:pt x="81" y="20273"/>
                  </a:cubicBezTo>
                  <a:cubicBezTo>
                    <a:pt x="54" y="20300"/>
                    <a:pt x="28" y="20326"/>
                    <a:pt x="1" y="20353"/>
                  </a:cubicBezTo>
                  <a:cubicBezTo>
                    <a:pt x="1" y="20407"/>
                    <a:pt x="28" y="20487"/>
                    <a:pt x="54" y="20514"/>
                  </a:cubicBezTo>
                  <a:cubicBezTo>
                    <a:pt x="1794" y="21504"/>
                    <a:pt x="2865" y="23297"/>
                    <a:pt x="2918" y="25305"/>
                  </a:cubicBezTo>
                  <a:cubicBezTo>
                    <a:pt x="2918" y="25358"/>
                    <a:pt x="2945" y="25412"/>
                    <a:pt x="2999" y="25412"/>
                  </a:cubicBezTo>
                  <a:cubicBezTo>
                    <a:pt x="4952" y="26402"/>
                    <a:pt x="6157" y="28356"/>
                    <a:pt x="6157" y="30524"/>
                  </a:cubicBezTo>
                  <a:cubicBezTo>
                    <a:pt x="6157" y="32692"/>
                    <a:pt x="4952" y="34646"/>
                    <a:pt x="2999" y="35636"/>
                  </a:cubicBezTo>
                  <a:cubicBezTo>
                    <a:pt x="2945" y="35663"/>
                    <a:pt x="2918" y="35717"/>
                    <a:pt x="2918" y="35770"/>
                  </a:cubicBezTo>
                  <a:cubicBezTo>
                    <a:pt x="3079" y="37831"/>
                    <a:pt x="1607" y="39651"/>
                    <a:pt x="81" y="40535"/>
                  </a:cubicBezTo>
                  <a:cubicBezTo>
                    <a:pt x="54" y="40561"/>
                    <a:pt x="28" y="40588"/>
                    <a:pt x="1" y="40615"/>
                  </a:cubicBezTo>
                  <a:cubicBezTo>
                    <a:pt x="1" y="40668"/>
                    <a:pt x="28" y="40749"/>
                    <a:pt x="54" y="40775"/>
                  </a:cubicBezTo>
                  <a:cubicBezTo>
                    <a:pt x="1794" y="41766"/>
                    <a:pt x="2918" y="43639"/>
                    <a:pt x="2918" y="45540"/>
                  </a:cubicBezTo>
                  <a:cubicBezTo>
                    <a:pt x="2918" y="45540"/>
                    <a:pt x="2918" y="45566"/>
                    <a:pt x="2918" y="45566"/>
                  </a:cubicBezTo>
                  <a:cubicBezTo>
                    <a:pt x="2918" y="45620"/>
                    <a:pt x="2945" y="45674"/>
                    <a:pt x="2999" y="45674"/>
                  </a:cubicBezTo>
                  <a:cubicBezTo>
                    <a:pt x="4952" y="46664"/>
                    <a:pt x="6157" y="48618"/>
                    <a:pt x="6157" y="50786"/>
                  </a:cubicBezTo>
                  <a:cubicBezTo>
                    <a:pt x="6157" y="52954"/>
                    <a:pt x="4952" y="54934"/>
                    <a:pt x="2999" y="55898"/>
                  </a:cubicBezTo>
                  <a:cubicBezTo>
                    <a:pt x="2945" y="55925"/>
                    <a:pt x="2918" y="55952"/>
                    <a:pt x="2918" y="56005"/>
                  </a:cubicBezTo>
                  <a:cubicBezTo>
                    <a:pt x="2865" y="58012"/>
                    <a:pt x="1821" y="59806"/>
                    <a:pt x="81" y="60796"/>
                  </a:cubicBezTo>
                  <a:cubicBezTo>
                    <a:pt x="54" y="60823"/>
                    <a:pt x="28" y="60850"/>
                    <a:pt x="1" y="60903"/>
                  </a:cubicBezTo>
                  <a:cubicBezTo>
                    <a:pt x="1" y="60957"/>
                    <a:pt x="28" y="61010"/>
                    <a:pt x="54" y="61037"/>
                  </a:cubicBezTo>
                  <a:cubicBezTo>
                    <a:pt x="1794" y="62054"/>
                    <a:pt x="2865" y="63847"/>
                    <a:pt x="2918" y="65828"/>
                  </a:cubicBezTo>
                  <a:cubicBezTo>
                    <a:pt x="2918" y="65882"/>
                    <a:pt x="2945" y="65935"/>
                    <a:pt x="2999" y="65962"/>
                  </a:cubicBezTo>
                  <a:cubicBezTo>
                    <a:pt x="4952" y="66925"/>
                    <a:pt x="6157" y="68879"/>
                    <a:pt x="6157" y="71047"/>
                  </a:cubicBezTo>
                  <a:cubicBezTo>
                    <a:pt x="6157" y="73242"/>
                    <a:pt x="4952" y="75196"/>
                    <a:pt x="2999" y="76160"/>
                  </a:cubicBezTo>
                  <a:cubicBezTo>
                    <a:pt x="2945" y="76186"/>
                    <a:pt x="2918" y="76240"/>
                    <a:pt x="2918" y="76267"/>
                  </a:cubicBezTo>
                  <a:cubicBezTo>
                    <a:pt x="2865" y="78274"/>
                    <a:pt x="1821" y="80067"/>
                    <a:pt x="81" y="81084"/>
                  </a:cubicBezTo>
                  <a:cubicBezTo>
                    <a:pt x="1" y="81111"/>
                    <a:pt x="1" y="81191"/>
                    <a:pt x="28" y="81245"/>
                  </a:cubicBezTo>
                  <a:cubicBezTo>
                    <a:pt x="45" y="81296"/>
                    <a:pt x="83" y="81315"/>
                    <a:pt x="123" y="81315"/>
                  </a:cubicBezTo>
                  <a:cubicBezTo>
                    <a:pt x="145" y="81315"/>
                    <a:pt x="169" y="81308"/>
                    <a:pt x="188" y="81299"/>
                  </a:cubicBezTo>
                  <a:cubicBezTo>
                    <a:pt x="1981" y="80255"/>
                    <a:pt x="3106" y="78408"/>
                    <a:pt x="3159" y="76347"/>
                  </a:cubicBezTo>
                  <a:cubicBezTo>
                    <a:pt x="5167" y="75330"/>
                    <a:pt x="6398" y="73296"/>
                    <a:pt x="6398" y="71047"/>
                  </a:cubicBezTo>
                  <a:cubicBezTo>
                    <a:pt x="6398" y="68826"/>
                    <a:pt x="5167" y="66792"/>
                    <a:pt x="3159" y="65748"/>
                  </a:cubicBezTo>
                  <a:cubicBezTo>
                    <a:pt x="3106" y="63767"/>
                    <a:pt x="2062" y="61974"/>
                    <a:pt x="376" y="60930"/>
                  </a:cubicBezTo>
                  <a:cubicBezTo>
                    <a:pt x="2062" y="59859"/>
                    <a:pt x="3106" y="58093"/>
                    <a:pt x="3159" y="56085"/>
                  </a:cubicBezTo>
                  <a:cubicBezTo>
                    <a:pt x="5167" y="55068"/>
                    <a:pt x="6398" y="53034"/>
                    <a:pt x="6398" y="50786"/>
                  </a:cubicBezTo>
                  <a:cubicBezTo>
                    <a:pt x="6398" y="48537"/>
                    <a:pt x="5167" y="46530"/>
                    <a:pt x="3159" y="45486"/>
                  </a:cubicBezTo>
                  <a:cubicBezTo>
                    <a:pt x="3159" y="43586"/>
                    <a:pt x="2062" y="41739"/>
                    <a:pt x="376" y="40668"/>
                  </a:cubicBezTo>
                  <a:cubicBezTo>
                    <a:pt x="1901" y="39705"/>
                    <a:pt x="3293" y="37885"/>
                    <a:pt x="3186" y="35824"/>
                  </a:cubicBezTo>
                  <a:cubicBezTo>
                    <a:pt x="5167" y="34780"/>
                    <a:pt x="6398" y="32772"/>
                    <a:pt x="6398" y="30524"/>
                  </a:cubicBezTo>
                  <a:cubicBezTo>
                    <a:pt x="6398" y="28276"/>
                    <a:pt x="5167" y="26268"/>
                    <a:pt x="3159" y="25225"/>
                  </a:cubicBezTo>
                  <a:cubicBezTo>
                    <a:pt x="3079" y="23244"/>
                    <a:pt x="2035" y="21451"/>
                    <a:pt x="376" y="20407"/>
                  </a:cubicBezTo>
                  <a:cubicBezTo>
                    <a:pt x="2062" y="19336"/>
                    <a:pt x="3186" y="17436"/>
                    <a:pt x="3186" y="15616"/>
                  </a:cubicBezTo>
                  <a:cubicBezTo>
                    <a:pt x="3186" y="15589"/>
                    <a:pt x="3186" y="15589"/>
                    <a:pt x="3186" y="15562"/>
                  </a:cubicBezTo>
                  <a:cubicBezTo>
                    <a:pt x="5167" y="14518"/>
                    <a:pt x="6398" y="12511"/>
                    <a:pt x="6398" y="10263"/>
                  </a:cubicBezTo>
                  <a:cubicBezTo>
                    <a:pt x="6398" y="8014"/>
                    <a:pt x="5167" y="6007"/>
                    <a:pt x="3186" y="4963"/>
                  </a:cubicBezTo>
                  <a:cubicBezTo>
                    <a:pt x="3186" y="3036"/>
                    <a:pt x="1981" y="1055"/>
                    <a:pt x="188" y="11"/>
                  </a:cubicBezTo>
                  <a:cubicBezTo>
                    <a:pt x="174" y="4"/>
                    <a:pt x="158" y="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 name="Google Shape;1190;p178"/>
            <p:cNvSpPr/>
            <p:nvPr/>
          </p:nvSpPr>
          <p:spPr>
            <a:xfrm>
              <a:off x="224725" y="2845375"/>
              <a:ext cx="159950" cy="2032675"/>
            </a:xfrm>
            <a:custGeom>
              <a:rect b="b" l="l" r="r" t="t"/>
              <a:pathLst>
                <a:path extrusionOk="0" h="81307" w="6398">
                  <a:moveTo>
                    <a:pt x="126" y="1"/>
                  </a:moveTo>
                  <a:cubicBezTo>
                    <a:pt x="81" y="1"/>
                    <a:pt x="44" y="24"/>
                    <a:pt x="27" y="57"/>
                  </a:cubicBezTo>
                  <a:cubicBezTo>
                    <a:pt x="27" y="84"/>
                    <a:pt x="1" y="110"/>
                    <a:pt x="1" y="137"/>
                  </a:cubicBezTo>
                  <a:cubicBezTo>
                    <a:pt x="1" y="164"/>
                    <a:pt x="27" y="217"/>
                    <a:pt x="81" y="244"/>
                  </a:cubicBezTo>
                  <a:cubicBezTo>
                    <a:pt x="1821" y="1234"/>
                    <a:pt x="2972" y="3162"/>
                    <a:pt x="2918" y="5035"/>
                  </a:cubicBezTo>
                  <a:cubicBezTo>
                    <a:pt x="2945" y="5089"/>
                    <a:pt x="2945" y="5142"/>
                    <a:pt x="2998" y="5142"/>
                  </a:cubicBezTo>
                  <a:cubicBezTo>
                    <a:pt x="4952" y="6133"/>
                    <a:pt x="6157" y="8086"/>
                    <a:pt x="6157" y="10254"/>
                  </a:cubicBezTo>
                  <a:cubicBezTo>
                    <a:pt x="6157" y="12422"/>
                    <a:pt x="4952" y="14376"/>
                    <a:pt x="2998" y="15367"/>
                  </a:cubicBezTo>
                  <a:cubicBezTo>
                    <a:pt x="2945" y="15393"/>
                    <a:pt x="2918" y="15447"/>
                    <a:pt x="2918" y="15474"/>
                  </a:cubicBezTo>
                  <a:cubicBezTo>
                    <a:pt x="2972" y="17321"/>
                    <a:pt x="1848" y="19248"/>
                    <a:pt x="108" y="20265"/>
                  </a:cubicBezTo>
                  <a:cubicBezTo>
                    <a:pt x="54" y="20292"/>
                    <a:pt x="27" y="20318"/>
                    <a:pt x="27" y="20345"/>
                  </a:cubicBezTo>
                  <a:cubicBezTo>
                    <a:pt x="1" y="20425"/>
                    <a:pt x="27" y="20479"/>
                    <a:pt x="81" y="20506"/>
                  </a:cubicBezTo>
                  <a:cubicBezTo>
                    <a:pt x="1794" y="21496"/>
                    <a:pt x="2865" y="23289"/>
                    <a:pt x="2918" y="25297"/>
                  </a:cubicBezTo>
                  <a:cubicBezTo>
                    <a:pt x="2945" y="25350"/>
                    <a:pt x="2972"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106" y="37823"/>
                    <a:pt x="1633" y="39643"/>
                    <a:pt x="108" y="40526"/>
                  </a:cubicBezTo>
                  <a:cubicBezTo>
                    <a:pt x="54" y="40553"/>
                    <a:pt x="27" y="40580"/>
                    <a:pt x="27" y="40633"/>
                  </a:cubicBezTo>
                  <a:cubicBezTo>
                    <a:pt x="1" y="40687"/>
                    <a:pt x="27" y="40741"/>
                    <a:pt x="81" y="40767"/>
                  </a:cubicBezTo>
                  <a:cubicBezTo>
                    <a:pt x="1821" y="41784"/>
                    <a:pt x="2918" y="43631"/>
                    <a:pt x="2918" y="45532"/>
                  </a:cubicBezTo>
                  <a:cubicBezTo>
                    <a:pt x="2918" y="45558"/>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108" y="60815"/>
                  </a:cubicBezTo>
                  <a:cubicBezTo>
                    <a:pt x="54" y="60815"/>
                    <a:pt x="27" y="60841"/>
                    <a:pt x="27" y="60895"/>
                  </a:cubicBezTo>
                  <a:cubicBezTo>
                    <a:pt x="1" y="60949"/>
                    <a:pt x="27"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7" y="81103"/>
                    <a:pt x="1" y="81183"/>
                    <a:pt x="27" y="81237"/>
                  </a:cubicBezTo>
                  <a:cubicBezTo>
                    <a:pt x="61" y="81288"/>
                    <a:pt x="95" y="81306"/>
                    <a:pt x="136" y="81306"/>
                  </a:cubicBezTo>
                  <a:cubicBezTo>
                    <a:pt x="160" y="81306"/>
                    <a:pt x="185" y="81300"/>
                    <a:pt x="215" y="81290"/>
                  </a:cubicBezTo>
                  <a:cubicBezTo>
                    <a:pt x="2008" y="80247"/>
                    <a:pt x="3106" y="78400"/>
                    <a:pt x="3186" y="76366"/>
                  </a:cubicBezTo>
                  <a:cubicBezTo>
                    <a:pt x="5166" y="75322"/>
                    <a:pt x="6398" y="73288"/>
                    <a:pt x="6398" y="71066"/>
                  </a:cubicBezTo>
                  <a:cubicBezTo>
                    <a:pt x="6398" y="68818"/>
                    <a:pt x="5166" y="66783"/>
                    <a:pt x="3186" y="65766"/>
                  </a:cubicBezTo>
                  <a:cubicBezTo>
                    <a:pt x="3106" y="63759"/>
                    <a:pt x="2062" y="61992"/>
                    <a:pt x="375" y="60922"/>
                  </a:cubicBezTo>
                  <a:cubicBezTo>
                    <a:pt x="2062" y="59878"/>
                    <a:pt x="3106" y="58085"/>
                    <a:pt x="3186" y="56077"/>
                  </a:cubicBezTo>
                  <a:cubicBezTo>
                    <a:pt x="5166" y="55060"/>
                    <a:pt x="6398" y="53026"/>
                    <a:pt x="6398" y="50778"/>
                  </a:cubicBezTo>
                  <a:cubicBezTo>
                    <a:pt x="6398" y="48556"/>
                    <a:pt x="5166" y="46522"/>
                    <a:pt x="3186" y="45505"/>
                  </a:cubicBezTo>
                  <a:cubicBezTo>
                    <a:pt x="3159" y="43604"/>
                    <a:pt x="2088" y="41731"/>
                    <a:pt x="375" y="40660"/>
                  </a:cubicBezTo>
                  <a:cubicBezTo>
                    <a:pt x="1901" y="39697"/>
                    <a:pt x="3293" y="37877"/>
                    <a:pt x="3186" y="35816"/>
                  </a:cubicBezTo>
                  <a:cubicBezTo>
                    <a:pt x="5166" y="34799"/>
                    <a:pt x="6398" y="32764"/>
                    <a:pt x="6398" y="30516"/>
                  </a:cubicBezTo>
                  <a:cubicBezTo>
                    <a:pt x="6398" y="28268"/>
                    <a:pt x="5166" y="26260"/>
                    <a:pt x="3186" y="25216"/>
                  </a:cubicBezTo>
                  <a:cubicBezTo>
                    <a:pt x="3079" y="23236"/>
                    <a:pt x="2062" y="21442"/>
                    <a:pt x="375" y="20399"/>
                  </a:cubicBezTo>
                  <a:cubicBezTo>
                    <a:pt x="2088" y="19328"/>
                    <a:pt x="3186" y="17454"/>
                    <a:pt x="3186" y="15608"/>
                  </a:cubicBezTo>
                  <a:cubicBezTo>
                    <a:pt x="3186" y="15581"/>
                    <a:pt x="3186" y="15581"/>
                    <a:pt x="3186" y="15554"/>
                  </a:cubicBezTo>
                  <a:cubicBezTo>
                    <a:pt x="5166" y="14510"/>
                    <a:pt x="6398" y="12503"/>
                    <a:pt x="6398" y="10254"/>
                  </a:cubicBezTo>
                  <a:cubicBezTo>
                    <a:pt x="6398" y="8006"/>
                    <a:pt x="5166" y="5999"/>
                    <a:pt x="3186" y="4955"/>
                  </a:cubicBezTo>
                  <a:cubicBezTo>
                    <a:pt x="3186" y="3028"/>
                    <a:pt x="1981" y="1047"/>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1" name="Google Shape;1191;p178"/>
          <p:cNvSpPr/>
          <p:nvPr/>
        </p:nvSpPr>
        <p:spPr>
          <a:xfrm flipH="1" rot="-5035031">
            <a:off x="4206940" y="751857"/>
            <a:ext cx="7221377" cy="4442980"/>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 name="Google Shape;1192;p178"/>
          <p:cNvSpPr/>
          <p:nvPr/>
        </p:nvSpPr>
        <p:spPr>
          <a:xfrm rot="5400000">
            <a:off x="-2021747" y="2268334"/>
            <a:ext cx="4906632" cy="3196913"/>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 name="Google Shape;1193;p178"/>
          <p:cNvSpPr/>
          <p:nvPr/>
        </p:nvSpPr>
        <p:spPr>
          <a:xfrm>
            <a:off x="1280800" y="-652650"/>
            <a:ext cx="1871779" cy="1796023"/>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44">
    <p:spTree>
      <p:nvGrpSpPr>
        <p:cNvPr id="1194" name="Shape 1194"/>
        <p:cNvGrpSpPr/>
        <p:nvPr/>
      </p:nvGrpSpPr>
      <p:grpSpPr>
        <a:xfrm>
          <a:off x="0" y="0"/>
          <a:ext cx="0" cy="0"/>
          <a:chOff x="0" y="0"/>
          <a:chExt cx="0" cy="0"/>
        </a:xfrm>
      </p:grpSpPr>
      <p:sp>
        <p:nvSpPr>
          <p:cNvPr id="1195" name="Google Shape;1195;p179"/>
          <p:cNvSpPr txBox="1"/>
          <p:nvPr>
            <p:ph type="title"/>
          </p:nvPr>
        </p:nvSpPr>
        <p:spPr>
          <a:xfrm>
            <a:off x="5104900" y="1400488"/>
            <a:ext cx="3326100" cy="16686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196" name="Google Shape;1196;p179"/>
          <p:cNvSpPr txBox="1"/>
          <p:nvPr>
            <p:ph idx="1" type="subTitle"/>
          </p:nvPr>
        </p:nvSpPr>
        <p:spPr>
          <a:xfrm>
            <a:off x="3851850" y="3019100"/>
            <a:ext cx="4579200" cy="7239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Clr>
                <a:srgbClr val="8C353C"/>
              </a:buClr>
              <a:buSzPts val="1600"/>
              <a:buFont typeface="Nunito"/>
              <a:buChar char="●"/>
              <a:defRPr sz="1600"/>
            </a:lvl1pPr>
            <a:lvl2pPr lvl="1" algn="l">
              <a:lnSpc>
                <a:spcPct val="100000"/>
              </a:lnSpc>
              <a:spcBef>
                <a:spcPts val="0"/>
              </a:spcBef>
              <a:spcAft>
                <a:spcPts val="0"/>
              </a:spcAft>
              <a:buClr>
                <a:schemeClr val="dk1"/>
              </a:buClr>
              <a:buSzPts val="1600"/>
              <a:buFont typeface="Nunito"/>
              <a:buChar char="○"/>
              <a:defRPr/>
            </a:lvl2pPr>
            <a:lvl3pPr lvl="2" algn="l">
              <a:lnSpc>
                <a:spcPct val="100000"/>
              </a:lnSpc>
              <a:spcBef>
                <a:spcPts val="0"/>
              </a:spcBef>
              <a:spcAft>
                <a:spcPts val="0"/>
              </a:spcAft>
              <a:buClr>
                <a:schemeClr val="dk1"/>
              </a:buClr>
              <a:buSzPts val="1600"/>
              <a:buFont typeface="Nunito"/>
              <a:buChar char="■"/>
              <a:defRPr/>
            </a:lvl3pPr>
            <a:lvl4pPr lvl="3" algn="l">
              <a:lnSpc>
                <a:spcPct val="100000"/>
              </a:lnSpc>
              <a:spcBef>
                <a:spcPts val="0"/>
              </a:spcBef>
              <a:spcAft>
                <a:spcPts val="0"/>
              </a:spcAft>
              <a:buClr>
                <a:schemeClr val="dk1"/>
              </a:buClr>
              <a:buSzPts val="1600"/>
              <a:buFont typeface="Nunito"/>
              <a:buChar char="●"/>
              <a:defRPr/>
            </a:lvl4pPr>
            <a:lvl5pPr lvl="4" algn="l">
              <a:lnSpc>
                <a:spcPct val="100000"/>
              </a:lnSpc>
              <a:spcBef>
                <a:spcPts val="0"/>
              </a:spcBef>
              <a:spcAft>
                <a:spcPts val="0"/>
              </a:spcAft>
              <a:buClr>
                <a:schemeClr val="dk1"/>
              </a:buClr>
              <a:buSzPts val="1600"/>
              <a:buFont typeface="Nunito"/>
              <a:buChar char="○"/>
              <a:defRPr/>
            </a:lvl5pPr>
            <a:lvl6pPr lvl="5" algn="l">
              <a:lnSpc>
                <a:spcPct val="100000"/>
              </a:lnSpc>
              <a:spcBef>
                <a:spcPts val="0"/>
              </a:spcBef>
              <a:spcAft>
                <a:spcPts val="0"/>
              </a:spcAft>
              <a:buClr>
                <a:schemeClr val="dk1"/>
              </a:buClr>
              <a:buSzPts val="1600"/>
              <a:buFont typeface="Nunito"/>
              <a:buChar char="■"/>
              <a:defRPr/>
            </a:lvl6pPr>
            <a:lvl7pPr lvl="6" algn="l">
              <a:lnSpc>
                <a:spcPct val="100000"/>
              </a:lnSpc>
              <a:spcBef>
                <a:spcPts val="0"/>
              </a:spcBef>
              <a:spcAft>
                <a:spcPts val="0"/>
              </a:spcAft>
              <a:buClr>
                <a:schemeClr val="dk1"/>
              </a:buClr>
              <a:buSzPts val="1600"/>
              <a:buFont typeface="Nunito"/>
              <a:buChar char="●"/>
              <a:defRPr/>
            </a:lvl7pPr>
            <a:lvl8pPr lvl="7" algn="l">
              <a:lnSpc>
                <a:spcPct val="100000"/>
              </a:lnSpc>
              <a:spcBef>
                <a:spcPts val="0"/>
              </a:spcBef>
              <a:spcAft>
                <a:spcPts val="0"/>
              </a:spcAft>
              <a:buClr>
                <a:schemeClr val="dk1"/>
              </a:buClr>
              <a:buSzPts val="1600"/>
              <a:buFont typeface="Nunito"/>
              <a:buChar char="○"/>
              <a:defRPr/>
            </a:lvl8pPr>
            <a:lvl9pPr lvl="8" algn="l">
              <a:lnSpc>
                <a:spcPct val="100000"/>
              </a:lnSpc>
              <a:spcBef>
                <a:spcPts val="0"/>
              </a:spcBef>
              <a:spcAft>
                <a:spcPts val="0"/>
              </a:spcAft>
              <a:buClr>
                <a:schemeClr val="dk1"/>
              </a:buClr>
              <a:buSzPts val="1600"/>
              <a:buFont typeface="Nunito"/>
              <a:buChar char="■"/>
              <a:defRPr/>
            </a:lvl9pPr>
          </a:lstStyle>
          <a:p/>
        </p:txBody>
      </p:sp>
      <p:sp>
        <p:nvSpPr>
          <p:cNvPr id="1197" name="Google Shape;1197;p179"/>
          <p:cNvSpPr/>
          <p:nvPr/>
        </p:nvSpPr>
        <p:spPr>
          <a:xfrm rot="7627321">
            <a:off x="-1350628" y="-1805009"/>
            <a:ext cx="4680823" cy="4252030"/>
          </a:xfrm>
          <a:custGeom>
            <a:rect b="b" l="l" r="r" t="t"/>
            <a:pathLst>
              <a:path extrusionOk="0" h="59210" w="65181">
                <a:moveTo>
                  <a:pt x="23617" y="9808"/>
                </a:moveTo>
                <a:cubicBezTo>
                  <a:pt x="25785" y="15712"/>
                  <a:pt x="27153" y="21883"/>
                  <a:pt x="35092" y="17079"/>
                </a:cubicBezTo>
                <a:cubicBezTo>
                  <a:pt x="42998" y="12309"/>
                  <a:pt x="55740" y="12376"/>
                  <a:pt x="59276" y="17546"/>
                </a:cubicBezTo>
                <a:cubicBezTo>
                  <a:pt x="62812" y="22717"/>
                  <a:pt x="56140" y="30055"/>
                  <a:pt x="55940" y="36393"/>
                </a:cubicBezTo>
                <a:cubicBezTo>
                  <a:pt x="55740" y="42731"/>
                  <a:pt x="65180" y="49603"/>
                  <a:pt x="57741" y="54406"/>
                </a:cubicBezTo>
                <a:cubicBezTo>
                  <a:pt x="50303" y="59210"/>
                  <a:pt x="31556" y="57108"/>
                  <a:pt x="33224" y="47535"/>
                </a:cubicBezTo>
                <a:cubicBezTo>
                  <a:pt x="34892" y="37928"/>
                  <a:pt x="25719" y="35026"/>
                  <a:pt x="17579" y="31256"/>
                </a:cubicBezTo>
                <a:cubicBezTo>
                  <a:pt x="9440" y="27520"/>
                  <a:pt x="0" y="13744"/>
                  <a:pt x="7706" y="6872"/>
                </a:cubicBezTo>
                <a:cubicBezTo>
                  <a:pt x="15411" y="1"/>
                  <a:pt x="21449" y="3870"/>
                  <a:pt x="23617" y="9808"/>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 name="Google Shape;1198;p179"/>
          <p:cNvSpPr/>
          <p:nvPr/>
        </p:nvSpPr>
        <p:spPr>
          <a:xfrm flipH="1" rot="-5400000">
            <a:off x="6356253" y="2444459"/>
            <a:ext cx="4906632" cy="3196913"/>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9" name="Google Shape;1199;p179"/>
          <p:cNvGrpSpPr/>
          <p:nvPr/>
        </p:nvGrpSpPr>
        <p:grpSpPr>
          <a:xfrm flipH="1" rot="10800000">
            <a:off x="3260405" y="4169571"/>
            <a:ext cx="2557685" cy="2545726"/>
            <a:chOff x="2414491" y="671177"/>
            <a:chExt cx="1830972" cy="1822411"/>
          </a:xfrm>
        </p:grpSpPr>
        <p:sp>
          <p:nvSpPr>
            <p:cNvPr id="1200" name="Google Shape;1200;p179"/>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 name="Google Shape;1201;p179"/>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 name="Google Shape;1202;p179"/>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 name="Google Shape;1203;p179"/>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 name="Google Shape;1204;p179"/>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 name="Google Shape;1205;p179"/>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 name="Google Shape;1206;p179"/>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 name="Google Shape;1207;p179"/>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 name="Google Shape;1208;p179"/>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 name="Google Shape;1209;p179"/>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 name="Google Shape;1210;p179"/>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 name="Google Shape;1211;p179"/>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 name="Google Shape;1212;p179"/>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 name="Google Shape;1213;p179"/>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 name="Google Shape;1214;p179"/>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 name="Google Shape;1215;p179"/>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 name="Google Shape;1216;p179"/>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 name="Google Shape;1217;p179"/>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 name="Google Shape;1218;p179"/>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 name="Google Shape;1219;p179"/>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 name="Google Shape;1220;p179"/>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 name="Google Shape;1221;p179"/>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 name="Google Shape;1222;p179"/>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 name="Google Shape;1223;p179"/>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 name="Google Shape;1224;p179"/>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 name="Google Shape;1225;p179"/>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 name="Google Shape;1226;p179"/>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 name="Google Shape;1227;p179"/>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 name="Google Shape;1228;p179"/>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 name="Google Shape;1229;p179"/>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 name="Google Shape;1230;p179"/>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 name="Google Shape;1231;p179"/>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 name="Google Shape;1232;p179"/>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 name="Google Shape;1233;p179"/>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234" name="Shape 1234"/>
        <p:cNvGrpSpPr/>
        <p:nvPr/>
      </p:nvGrpSpPr>
      <p:grpSpPr>
        <a:xfrm>
          <a:off x="0" y="0"/>
          <a:ext cx="0" cy="0"/>
          <a:chOff x="0" y="0"/>
          <a:chExt cx="0" cy="0"/>
        </a:xfrm>
      </p:grpSpPr>
      <p:sp>
        <p:nvSpPr>
          <p:cNvPr id="1235" name="Google Shape;1235;p180"/>
          <p:cNvSpPr/>
          <p:nvPr/>
        </p:nvSpPr>
        <p:spPr>
          <a:xfrm flipH="1" rot="-1855510">
            <a:off x="2277590" y="326956"/>
            <a:ext cx="4979106" cy="4104445"/>
          </a:xfrm>
          <a:custGeom>
            <a:rect b="b" l="l" r="r" t="t"/>
            <a:pathLst>
              <a:path extrusionOk="0" h="48836" w="59243">
                <a:moveTo>
                  <a:pt x="27153" y="9007"/>
                </a:moveTo>
                <a:cubicBezTo>
                  <a:pt x="33591" y="9007"/>
                  <a:pt x="31990" y="9240"/>
                  <a:pt x="38094" y="5071"/>
                </a:cubicBezTo>
                <a:cubicBezTo>
                  <a:pt x="44232" y="901"/>
                  <a:pt x="51737" y="0"/>
                  <a:pt x="55473" y="5071"/>
                </a:cubicBezTo>
                <a:cubicBezTo>
                  <a:pt x="59243" y="10108"/>
                  <a:pt x="46800" y="16346"/>
                  <a:pt x="46767" y="22483"/>
                </a:cubicBezTo>
                <a:cubicBezTo>
                  <a:pt x="46734" y="28621"/>
                  <a:pt x="48768" y="48835"/>
                  <a:pt x="28354" y="48835"/>
                </a:cubicBezTo>
                <a:cubicBezTo>
                  <a:pt x="7939" y="48835"/>
                  <a:pt x="0" y="22583"/>
                  <a:pt x="8973" y="14011"/>
                </a:cubicBezTo>
                <a:cubicBezTo>
                  <a:pt x="17946" y="5471"/>
                  <a:pt x="20715" y="9007"/>
                  <a:pt x="27153" y="9007"/>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 name="Google Shape;1236;p180"/>
          <p:cNvSpPr/>
          <p:nvPr/>
        </p:nvSpPr>
        <p:spPr>
          <a:xfrm rot="-458900">
            <a:off x="-1050010" y="1201201"/>
            <a:ext cx="3369322" cy="3877052"/>
          </a:xfrm>
          <a:custGeom>
            <a:rect b="b" l="l" r="r" t="t"/>
            <a:pathLst>
              <a:path extrusionOk="0" h="83294" w="72386">
                <a:moveTo>
                  <a:pt x="50403" y="3137"/>
                </a:moveTo>
                <a:cubicBezTo>
                  <a:pt x="56941" y="6272"/>
                  <a:pt x="64246" y="10108"/>
                  <a:pt x="60711" y="17614"/>
                </a:cubicBezTo>
                <a:cubicBezTo>
                  <a:pt x="57175" y="25119"/>
                  <a:pt x="44632" y="42031"/>
                  <a:pt x="52938" y="45433"/>
                </a:cubicBezTo>
                <a:cubicBezTo>
                  <a:pt x="61211" y="48803"/>
                  <a:pt x="72386" y="48302"/>
                  <a:pt x="71885" y="57942"/>
                </a:cubicBezTo>
                <a:cubicBezTo>
                  <a:pt x="71351" y="67583"/>
                  <a:pt x="54640" y="83294"/>
                  <a:pt x="40096" y="76189"/>
                </a:cubicBezTo>
                <a:cubicBezTo>
                  <a:pt x="25552" y="69084"/>
                  <a:pt x="35359" y="53839"/>
                  <a:pt x="20982" y="50137"/>
                </a:cubicBezTo>
                <a:cubicBezTo>
                  <a:pt x="6605" y="46434"/>
                  <a:pt x="1" y="20916"/>
                  <a:pt x="6939" y="13477"/>
                </a:cubicBezTo>
                <a:cubicBezTo>
                  <a:pt x="13877" y="6039"/>
                  <a:pt x="43865" y="1"/>
                  <a:pt x="50403" y="3137"/>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 name="Google Shape;1237;p180"/>
          <p:cNvSpPr/>
          <p:nvPr/>
        </p:nvSpPr>
        <p:spPr>
          <a:xfrm flipH="1" rot="-5776221">
            <a:off x="5743624" y="-1186688"/>
            <a:ext cx="4752751" cy="4346457"/>
          </a:xfrm>
          <a:custGeom>
            <a:rect b="b" l="l" r="r" t="t"/>
            <a:pathLst>
              <a:path extrusionOk="0" h="52038" w="61178">
                <a:moveTo>
                  <a:pt x="4170" y="12043"/>
                </a:moveTo>
                <a:cubicBezTo>
                  <a:pt x="7339" y="7239"/>
                  <a:pt x="14177" y="1"/>
                  <a:pt x="24184" y="5571"/>
                </a:cubicBezTo>
                <a:cubicBezTo>
                  <a:pt x="34191" y="11142"/>
                  <a:pt x="29988" y="17146"/>
                  <a:pt x="34024" y="21249"/>
                </a:cubicBezTo>
                <a:cubicBezTo>
                  <a:pt x="38061" y="25319"/>
                  <a:pt x="43198" y="25586"/>
                  <a:pt x="51103" y="27253"/>
                </a:cubicBezTo>
                <a:cubicBezTo>
                  <a:pt x="58976" y="28921"/>
                  <a:pt x="61177" y="36093"/>
                  <a:pt x="54472" y="41664"/>
                </a:cubicBezTo>
                <a:cubicBezTo>
                  <a:pt x="47801" y="47268"/>
                  <a:pt x="33758" y="52038"/>
                  <a:pt x="26819" y="46467"/>
                </a:cubicBezTo>
                <a:cubicBezTo>
                  <a:pt x="19848" y="40930"/>
                  <a:pt x="11108" y="34826"/>
                  <a:pt x="5537" y="31590"/>
                </a:cubicBezTo>
                <a:cubicBezTo>
                  <a:pt x="0" y="28388"/>
                  <a:pt x="967" y="16879"/>
                  <a:pt x="4170" y="12043"/>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 name="Google Shape;1238;p180"/>
          <p:cNvSpPr/>
          <p:nvPr/>
        </p:nvSpPr>
        <p:spPr>
          <a:xfrm flipH="1" rot="8329862">
            <a:off x="3226188" y="-1327516"/>
            <a:ext cx="2044712" cy="3486061"/>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 name="Google Shape;1239;p180"/>
          <p:cNvSpPr/>
          <p:nvPr/>
        </p:nvSpPr>
        <p:spPr>
          <a:xfrm>
            <a:off x="7018450" y="3331851"/>
            <a:ext cx="1020984" cy="1333420"/>
          </a:xfrm>
          <a:custGeom>
            <a:rect b="b" l="l" r="r" t="t"/>
            <a:pathLst>
              <a:path extrusionOk="0" h="22564" w="17277">
                <a:moveTo>
                  <a:pt x="9074" y="0"/>
                </a:moveTo>
                <a:cubicBezTo>
                  <a:pt x="8555" y="0"/>
                  <a:pt x="8010" y="60"/>
                  <a:pt x="7441" y="188"/>
                </a:cubicBezTo>
                <a:cubicBezTo>
                  <a:pt x="2543" y="1285"/>
                  <a:pt x="1" y="6692"/>
                  <a:pt x="54" y="12607"/>
                </a:cubicBezTo>
                <a:cubicBezTo>
                  <a:pt x="134" y="18683"/>
                  <a:pt x="3989" y="22189"/>
                  <a:pt x="8592" y="22564"/>
                </a:cubicBezTo>
                <a:cubicBezTo>
                  <a:pt x="14641" y="22082"/>
                  <a:pt x="16354" y="18388"/>
                  <a:pt x="16836" y="12312"/>
                </a:cubicBezTo>
                <a:cubicBezTo>
                  <a:pt x="17276" y="6737"/>
                  <a:pt x="14567" y="0"/>
                  <a:pt x="9074"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 name="Google Shape;1240;p180"/>
          <p:cNvSpPr txBox="1"/>
          <p:nvPr>
            <p:ph type="title"/>
          </p:nvPr>
        </p:nvSpPr>
        <p:spPr>
          <a:xfrm>
            <a:off x="1388100" y="1557450"/>
            <a:ext cx="6367800" cy="2028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4800"/>
              <a:buNone/>
              <a:defRPr sz="7200"/>
            </a:lvl1pPr>
            <a:lvl2pPr lvl="1" algn="l">
              <a:lnSpc>
                <a:spcPct val="100000"/>
              </a:lnSpc>
              <a:spcBef>
                <a:spcPts val="0"/>
              </a:spcBef>
              <a:spcAft>
                <a:spcPts val="0"/>
              </a:spcAft>
              <a:buSzPts val="4800"/>
              <a:buNone/>
              <a:defRPr sz="4800"/>
            </a:lvl2pPr>
            <a:lvl3pPr lvl="2" algn="l">
              <a:lnSpc>
                <a:spcPct val="100000"/>
              </a:lnSpc>
              <a:spcBef>
                <a:spcPts val="0"/>
              </a:spcBef>
              <a:spcAft>
                <a:spcPts val="0"/>
              </a:spcAft>
              <a:buSzPts val="4800"/>
              <a:buNone/>
              <a:defRPr sz="4800"/>
            </a:lvl3pPr>
            <a:lvl4pPr lvl="3" algn="l">
              <a:lnSpc>
                <a:spcPct val="100000"/>
              </a:lnSpc>
              <a:spcBef>
                <a:spcPts val="0"/>
              </a:spcBef>
              <a:spcAft>
                <a:spcPts val="0"/>
              </a:spcAft>
              <a:buSzPts val="4800"/>
              <a:buNone/>
              <a:defRPr sz="4800"/>
            </a:lvl4pPr>
            <a:lvl5pPr lvl="4" algn="l">
              <a:lnSpc>
                <a:spcPct val="100000"/>
              </a:lnSpc>
              <a:spcBef>
                <a:spcPts val="0"/>
              </a:spcBef>
              <a:spcAft>
                <a:spcPts val="0"/>
              </a:spcAft>
              <a:buSzPts val="4800"/>
              <a:buNone/>
              <a:defRPr sz="4800"/>
            </a:lvl5pPr>
            <a:lvl6pPr lvl="5" algn="l">
              <a:lnSpc>
                <a:spcPct val="100000"/>
              </a:lnSpc>
              <a:spcBef>
                <a:spcPts val="0"/>
              </a:spcBef>
              <a:spcAft>
                <a:spcPts val="0"/>
              </a:spcAft>
              <a:buSzPts val="4800"/>
              <a:buNone/>
              <a:defRPr sz="4800"/>
            </a:lvl6pPr>
            <a:lvl7pPr lvl="6" algn="l">
              <a:lnSpc>
                <a:spcPct val="100000"/>
              </a:lnSpc>
              <a:spcBef>
                <a:spcPts val="0"/>
              </a:spcBef>
              <a:spcAft>
                <a:spcPts val="0"/>
              </a:spcAft>
              <a:buSzPts val="4800"/>
              <a:buNone/>
              <a:defRPr sz="4800"/>
            </a:lvl7pPr>
            <a:lvl8pPr lvl="7" algn="l">
              <a:lnSpc>
                <a:spcPct val="100000"/>
              </a:lnSpc>
              <a:spcBef>
                <a:spcPts val="0"/>
              </a:spcBef>
              <a:spcAft>
                <a:spcPts val="0"/>
              </a:spcAft>
              <a:buSzPts val="4800"/>
              <a:buNone/>
              <a:defRPr sz="4800"/>
            </a:lvl8pPr>
            <a:lvl9pPr lvl="8" algn="l">
              <a:lnSpc>
                <a:spcPct val="100000"/>
              </a:lnSpc>
              <a:spcBef>
                <a:spcPts val="0"/>
              </a:spcBef>
              <a:spcAft>
                <a:spcPts val="0"/>
              </a:spcAft>
              <a:buSzPts val="4800"/>
              <a:buNone/>
              <a:defRPr sz="4800"/>
            </a:lvl9pPr>
          </a:lstStyle>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241" name="Shape 1241"/>
        <p:cNvGrpSpPr/>
        <p:nvPr/>
      </p:nvGrpSpPr>
      <p:grpSpPr>
        <a:xfrm>
          <a:off x="0" y="0"/>
          <a:ext cx="0" cy="0"/>
          <a:chOff x="0" y="0"/>
          <a:chExt cx="0" cy="0"/>
        </a:xfrm>
      </p:grpSpPr>
      <p:sp>
        <p:nvSpPr>
          <p:cNvPr id="1242" name="Google Shape;1242;p181"/>
          <p:cNvSpPr/>
          <p:nvPr/>
        </p:nvSpPr>
        <p:spPr>
          <a:xfrm flipH="1" rot="-3415034">
            <a:off x="5360216" y="729047"/>
            <a:ext cx="4814608" cy="4095305"/>
          </a:xfrm>
          <a:custGeom>
            <a:rect b="b" l="l" r="r" t="t"/>
            <a:pathLst>
              <a:path extrusionOk="0" h="52038" w="61178">
                <a:moveTo>
                  <a:pt x="4170" y="12043"/>
                </a:moveTo>
                <a:cubicBezTo>
                  <a:pt x="7339" y="7239"/>
                  <a:pt x="14177" y="1"/>
                  <a:pt x="24184" y="5571"/>
                </a:cubicBezTo>
                <a:cubicBezTo>
                  <a:pt x="34191" y="11142"/>
                  <a:pt x="29988" y="17146"/>
                  <a:pt x="34024" y="21249"/>
                </a:cubicBezTo>
                <a:cubicBezTo>
                  <a:pt x="38061" y="25319"/>
                  <a:pt x="43198" y="25586"/>
                  <a:pt x="51103" y="27253"/>
                </a:cubicBezTo>
                <a:cubicBezTo>
                  <a:pt x="58976" y="28921"/>
                  <a:pt x="61177" y="36093"/>
                  <a:pt x="54472" y="41664"/>
                </a:cubicBezTo>
                <a:cubicBezTo>
                  <a:pt x="47801" y="47268"/>
                  <a:pt x="33758" y="52038"/>
                  <a:pt x="26819" y="46467"/>
                </a:cubicBezTo>
                <a:cubicBezTo>
                  <a:pt x="19848" y="40930"/>
                  <a:pt x="11108" y="34826"/>
                  <a:pt x="5537" y="31590"/>
                </a:cubicBezTo>
                <a:cubicBezTo>
                  <a:pt x="0" y="28388"/>
                  <a:pt x="967" y="16879"/>
                  <a:pt x="4170" y="12043"/>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 name="Google Shape;1243;p181"/>
          <p:cNvSpPr/>
          <p:nvPr/>
        </p:nvSpPr>
        <p:spPr>
          <a:xfrm rot="5400000">
            <a:off x="-1253772" y="2378259"/>
            <a:ext cx="4906632" cy="3196913"/>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4" name="Google Shape;1244;p181"/>
          <p:cNvGrpSpPr/>
          <p:nvPr/>
        </p:nvGrpSpPr>
        <p:grpSpPr>
          <a:xfrm flipH="1" rot="10800000">
            <a:off x="-135159" y="-547193"/>
            <a:ext cx="1696762" cy="1688828"/>
            <a:chOff x="2414491" y="671177"/>
            <a:chExt cx="1830972" cy="1822411"/>
          </a:xfrm>
        </p:grpSpPr>
        <p:sp>
          <p:nvSpPr>
            <p:cNvPr id="1245" name="Google Shape;1245;p181"/>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 name="Google Shape;1246;p181"/>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 name="Google Shape;1247;p181"/>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 name="Google Shape;1248;p181"/>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 name="Google Shape;1249;p181"/>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 name="Google Shape;1250;p181"/>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 name="Google Shape;1251;p181"/>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 name="Google Shape;1252;p181"/>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 name="Google Shape;1253;p181"/>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 name="Google Shape;1254;p181"/>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 name="Google Shape;1255;p181"/>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 name="Google Shape;1256;p181"/>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 name="Google Shape;1257;p181"/>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 name="Google Shape;1258;p181"/>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 name="Google Shape;1259;p181"/>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 name="Google Shape;1260;p181"/>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 name="Google Shape;1261;p181"/>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 name="Google Shape;1262;p181"/>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 name="Google Shape;1263;p181"/>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 name="Google Shape;1264;p181"/>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 name="Google Shape;1265;p181"/>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 name="Google Shape;1266;p181"/>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 name="Google Shape;1267;p181"/>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 name="Google Shape;1268;p181"/>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 name="Google Shape;1269;p181"/>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 name="Google Shape;1270;p181"/>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 name="Google Shape;1271;p181"/>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 name="Google Shape;1272;p181"/>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 name="Google Shape;1273;p181"/>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 name="Google Shape;1274;p181"/>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 name="Google Shape;1275;p181"/>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 name="Google Shape;1276;p181"/>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 name="Google Shape;1277;p181"/>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 name="Google Shape;1278;p181"/>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79" name="Google Shape;1279;p181"/>
          <p:cNvSpPr/>
          <p:nvPr/>
        </p:nvSpPr>
        <p:spPr>
          <a:xfrm>
            <a:off x="1661788" y="1441452"/>
            <a:ext cx="1434654" cy="1265482"/>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 name="Google Shape;1280;p181"/>
          <p:cNvSpPr txBox="1"/>
          <p:nvPr>
            <p:ph hasCustomPrompt="1" type="title"/>
          </p:nvPr>
        </p:nvSpPr>
        <p:spPr>
          <a:xfrm>
            <a:off x="2967200" y="1441438"/>
            <a:ext cx="5142900" cy="17889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12000"/>
              <a:buNone/>
              <a:defRPr sz="12000">
                <a:solidFill>
                  <a:schemeClr val="lt2"/>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r>
              <a:t>xx%</a:t>
            </a:r>
          </a:p>
        </p:txBody>
      </p:sp>
      <p:sp>
        <p:nvSpPr>
          <p:cNvPr id="1281" name="Google Shape;1281;p181"/>
          <p:cNvSpPr txBox="1"/>
          <p:nvPr>
            <p:ph idx="1" type="body"/>
          </p:nvPr>
        </p:nvSpPr>
        <p:spPr>
          <a:xfrm>
            <a:off x="2967200" y="3236713"/>
            <a:ext cx="5142900" cy="443400"/>
          </a:xfrm>
          <a:prstGeom prst="rect">
            <a:avLst/>
          </a:prstGeom>
          <a:noFill/>
          <a:ln>
            <a:noFill/>
          </a:ln>
        </p:spPr>
        <p:txBody>
          <a:bodyPr anchorCtr="0" anchor="t" bIns="91425" lIns="91425" spcFirstLastPara="1" rIns="91425" wrap="square" tIns="91425">
            <a:noAutofit/>
          </a:bodyPr>
          <a:lstStyle>
            <a:lvl1pPr indent="-342900" lvl="0" marL="457200" algn="ctr">
              <a:lnSpc>
                <a:spcPct val="100000"/>
              </a:lnSpc>
              <a:spcBef>
                <a:spcPts val="0"/>
              </a:spcBef>
              <a:spcAft>
                <a:spcPts val="0"/>
              </a:spcAft>
              <a:buSzPts val="1800"/>
              <a:buChar char="●"/>
              <a:defRPr sz="1600">
                <a:solidFill>
                  <a:schemeClr val="lt2"/>
                </a:solidFill>
              </a:defRPr>
            </a:lvl1pPr>
            <a:lvl2pPr indent="-317500" lvl="1" marL="914400" algn="ctr">
              <a:lnSpc>
                <a:spcPct val="100000"/>
              </a:lnSpc>
              <a:spcBef>
                <a:spcPts val="0"/>
              </a:spcBef>
              <a:spcAft>
                <a:spcPts val="0"/>
              </a:spcAft>
              <a:buSzPts val="1400"/>
              <a:buChar char="○"/>
              <a:defRPr/>
            </a:lvl2pPr>
            <a:lvl3pPr indent="-317500" lvl="2" marL="1371600" algn="ctr">
              <a:lnSpc>
                <a:spcPct val="100000"/>
              </a:lnSpc>
              <a:spcBef>
                <a:spcPts val="0"/>
              </a:spcBef>
              <a:spcAft>
                <a:spcPts val="0"/>
              </a:spcAft>
              <a:buSzPts val="1400"/>
              <a:buChar char="■"/>
              <a:defRPr/>
            </a:lvl3pPr>
            <a:lvl4pPr indent="-317500" lvl="3" marL="1828800" algn="ctr">
              <a:lnSpc>
                <a:spcPct val="100000"/>
              </a:lnSpc>
              <a:spcBef>
                <a:spcPts val="0"/>
              </a:spcBef>
              <a:spcAft>
                <a:spcPts val="0"/>
              </a:spcAft>
              <a:buSzPts val="1400"/>
              <a:buChar char="●"/>
              <a:defRPr/>
            </a:lvl4pPr>
            <a:lvl5pPr indent="-317500" lvl="4" marL="2286000" algn="ctr">
              <a:lnSpc>
                <a:spcPct val="100000"/>
              </a:lnSpc>
              <a:spcBef>
                <a:spcPts val="0"/>
              </a:spcBef>
              <a:spcAft>
                <a:spcPts val="0"/>
              </a:spcAft>
              <a:buSzPts val="1400"/>
              <a:buChar char="○"/>
              <a:defRPr/>
            </a:lvl5pPr>
            <a:lvl6pPr indent="-317500" lvl="5" marL="2743200" algn="ctr">
              <a:lnSpc>
                <a:spcPct val="100000"/>
              </a:lnSpc>
              <a:spcBef>
                <a:spcPts val="0"/>
              </a:spcBef>
              <a:spcAft>
                <a:spcPts val="0"/>
              </a:spcAft>
              <a:buSzPts val="1400"/>
              <a:buChar char="■"/>
              <a:defRPr/>
            </a:lvl6pPr>
            <a:lvl7pPr indent="-317500" lvl="6" marL="3200400" algn="ctr">
              <a:lnSpc>
                <a:spcPct val="100000"/>
              </a:lnSpc>
              <a:spcBef>
                <a:spcPts val="0"/>
              </a:spcBef>
              <a:spcAft>
                <a:spcPts val="0"/>
              </a:spcAft>
              <a:buSzPts val="1400"/>
              <a:buChar char="●"/>
              <a:defRPr/>
            </a:lvl7pPr>
            <a:lvl8pPr indent="-317500" lvl="7" marL="3657600" algn="ctr">
              <a:lnSpc>
                <a:spcPct val="100000"/>
              </a:lnSpc>
              <a:spcBef>
                <a:spcPts val="0"/>
              </a:spcBef>
              <a:spcAft>
                <a:spcPts val="0"/>
              </a:spcAft>
              <a:buSzPts val="1400"/>
              <a:buChar char="○"/>
              <a:defRPr/>
            </a:lvl8pPr>
            <a:lvl9pPr indent="-317500" lvl="8" marL="4114800" algn="ctr">
              <a:lnSpc>
                <a:spcPct val="100000"/>
              </a:lnSpc>
              <a:spcBef>
                <a:spcPts val="0"/>
              </a:spcBef>
              <a:spcAft>
                <a:spcPts val="0"/>
              </a:spcAft>
              <a:buSzPts val="1400"/>
              <a:buChar char="■"/>
              <a:defRPr/>
            </a:lvl9pPr>
          </a:lstStyle>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29">
    <p:spTree>
      <p:nvGrpSpPr>
        <p:cNvPr id="1282" name="Shape 1282"/>
        <p:cNvGrpSpPr/>
        <p:nvPr/>
      </p:nvGrpSpPr>
      <p:grpSpPr>
        <a:xfrm>
          <a:off x="0" y="0"/>
          <a:ext cx="0" cy="0"/>
          <a:chOff x="0" y="0"/>
          <a:chExt cx="0" cy="0"/>
        </a:xfrm>
      </p:grpSpPr>
      <p:sp>
        <p:nvSpPr>
          <p:cNvPr id="1283" name="Google Shape;1283;p182"/>
          <p:cNvSpPr/>
          <p:nvPr/>
        </p:nvSpPr>
        <p:spPr>
          <a:xfrm>
            <a:off x="4487750" y="727477"/>
            <a:ext cx="6559985" cy="5236281"/>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 name="Google Shape;1284;p182"/>
          <p:cNvSpPr/>
          <p:nvPr/>
        </p:nvSpPr>
        <p:spPr>
          <a:xfrm rot="5400000">
            <a:off x="-2563625" y="1125983"/>
            <a:ext cx="4913539" cy="3022943"/>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 name="Google Shape;1285;p182"/>
          <p:cNvSpPr/>
          <p:nvPr/>
        </p:nvSpPr>
        <p:spPr>
          <a:xfrm rot="-7977677">
            <a:off x="635395" y="-298381"/>
            <a:ext cx="1601627" cy="1536805"/>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 name="Google Shape;1286;p182"/>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287" name="Google Shape;1287;p182"/>
          <p:cNvSpPr txBox="1"/>
          <p:nvPr>
            <p:ph idx="1" type="subTitle"/>
          </p:nvPr>
        </p:nvSpPr>
        <p:spPr>
          <a:xfrm>
            <a:off x="1094250" y="1652438"/>
            <a:ext cx="2167800" cy="37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88" name="Google Shape;1288;p182"/>
          <p:cNvSpPr txBox="1"/>
          <p:nvPr>
            <p:ph idx="2" type="subTitle"/>
          </p:nvPr>
        </p:nvSpPr>
        <p:spPr>
          <a:xfrm>
            <a:off x="3488100" y="1652438"/>
            <a:ext cx="2167800" cy="37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89" name="Google Shape;1289;p182"/>
          <p:cNvSpPr txBox="1"/>
          <p:nvPr>
            <p:ph idx="3" type="subTitle"/>
          </p:nvPr>
        </p:nvSpPr>
        <p:spPr>
          <a:xfrm>
            <a:off x="1094250" y="2043850"/>
            <a:ext cx="21678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90" name="Google Shape;1290;p182"/>
          <p:cNvSpPr txBox="1"/>
          <p:nvPr>
            <p:ph idx="4" type="subTitle"/>
          </p:nvPr>
        </p:nvSpPr>
        <p:spPr>
          <a:xfrm>
            <a:off x="3488100" y="2043850"/>
            <a:ext cx="21678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91" name="Google Shape;1291;p182"/>
          <p:cNvSpPr txBox="1"/>
          <p:nvPr>
            <p:ph idx="5" type="subTitle"/>
          </p:nvPr>
        </p:nvSpPr>
        <p:spPr>
          <a:xfrm>
            <a:off x="5881950" y="1652438"/>
            <a:ext cx="2167800" cy="37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92" name="Google Shape;1292;p182"/>
          <p:cNvSpPr txBox="1"/>
          <p:nvPr>
            <p:ph idx="6" type="subTitle"/>
          </p:nvPr>
        </p:nvSpPr>
        <p:spPr>
          <a:xfrm>
            <a:off x="5881950" y="2043850"/>
            <a:ext cx="21678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93" name="Google Shape;1293;p182"/>
          <p:cNvSpPr txBox="1"/>
          <p:nvPr>
            <p:ph idx="7" type="subTitle"/>
          </p:nvPr>
        </p:nvSpPr>
        <p:spPr>
          <a:xfrm>
            <a:off x="1094250" y="2989363"/>
            <a:ext cx="2167800" cy="37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94" name="Google Shape;1294;p182"/>
          <p:cNvSpPr txBox="1"/>
          <p:nvPr>
            <p:ph idx="8" type="subTitle"/>
          </p:nvPr>
        </p:nvSpPr>
        <p:spPr>
          <a:xfrm>
            <a:off x="3488100" y="2989363"/>
            <a:ext cx="2167800" cy="37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95" name="Google Shape;1295;p182"/>
          <p:cNvSpPr txBox="1"/>
          <p:nvPr>
            <p:ph idx="9" type="subTitle"/>
          </p:nvPr>
        </p:nvSpPr>
        <p:spPr>
          <a:xfrm>
            <a:off x="1094250" y="3380900"/>
            <a:ext cx="21678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96" name="Google Shape;1296;p182"/>
          <p:cNvSpPr txBox="1"/>
          <p:nvPr>
            <p:ph idx="13" type="subTitle"/>
          </p:nvPr>
        </p:nvSpPr>
        <p:spPr>
          <a:xfrm>
            <a:off x="3488100" y="3380900"/>
            <a:ext cx="21678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97" name="Google Shape;1297;p182"/>
          <p:cNvSpPr txBox="1"/>
          <p:nvPr>
            <p:ph idx="14" type="subTitle"/>
          </p:nvPr>
        </p:nvSpPr>
        <p:spPr>
          <a:xfrm>
            <a:off x="5881950" y="2989363"/>
            <a:ext cx="2167800" cy="37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98" name="Google Shape;1298;p182"/>
          <p:cNvSpPr txBox="1"/>
          <p:nvPr>
            <p:ph idx="15" type="subTitle"/>
          </p:nvPr>
        </p:nvSpPr>
        <p:spPr>
          <a:xfrm>
            <a:off x="5881950" y="3380900"/>
            <a:ext cx="21678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41">
    <p:spTree>
      <p:nvGrpSpPr>
        <p:cNvPr id="1299" name="Shape 1299"/>
        <p:cNvGrpSpPr/>
        <p:nvPr/>
      </p:nvGrpSpPr>
      <p:grpSpPr>
        <a:xfrm>
          <a:off x="0" y="0"/>
          <a:ext cx="0" cy="0"/>
          <a:chOff x="0" y="0"/>
          <a:chExt cx="0" cy="0"/>
        </a:xfrm>
      </p:grpSpPr>
      <p:grpSp>
        <p:nvGrpSpPr>
          <p:cNvPr id="1300" name="Google Shape;1300;p183"/>
          <p:cNvGrpSpPr/>
          <p:nvPr/>
        </p:nvGrpSpPr>
        <p:grpSpPr>
          <a:xfrm>
            <a:off x="477170" y="-1413885"/>
            <a:ext cx="2304462" cy="2293869"/>
            <a:chOff x="2414491" y="671177"/>
            <a:chExt cx="1830972" cy="1822411"/>
          </a:xfrm>
        </p:grpSpPr>
        <p:sp>
          <p:nvSpPr>
            <p:cNvPr id="1301" name="Google Shape;1301;p183"/>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 name="Google Shape;1302;p183"/>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 name="Google Shape;1303;p183"/>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 name="Google Shape;1304;p183"/>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 name="Google Shape;1305;p183"/>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 name="Google Shape;1306;p183"/>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 name="Google Shape;1307;p183"/>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 name="Google Shape;1308;p183"/>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 name="Google Shape;1309;p183"/>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 name="Google Shape;1310;p183"/>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 name="Google Shape;1311;p183"/>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 name="Google Shape;1312;p183"/>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 name="Google Shape;1313;p183"/>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 name="Google Shape;1314;p183"/>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 name="Google Shape;1315;p183"/>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 name="Google Shape;1316;p183"/>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 name="Google Shape;1317;p183"/>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 name="Google Shape;1318;p183"/>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 name="Google Shape;1319;p183"/>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 name="Google Shape;1320;p183"/>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 name="Google Shape;1321;p183"/>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 name="Google Shape;1322;p183"/>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 name="Google Shape;1323;p183"/>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 name="Google Shape;1324;p183"/>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 name="Google Shape;1325;p183"/>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 name="Google Shape;1326;p183"/>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 name="Google Shape;1327;p183"/>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 name="Google Shape;1328;p183"/>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 name="Google Shape;1329;p183"/>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 name="Google Shape;1330;p183"/>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 name="Google Shape;1331;p183"/>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 name="Google Shape;1332;p183"/>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 name="Google Shape;1333;p183"/>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 name="Google Shape;1334;p183"/>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35" name="Google Shape;1335;p183"/>
          <p:cNvSpPr/>
          <p:nvPr/>
        </p:nvSpPr>
        <p:spPr>
          <a:xfrm rot="5400000">
            <a:off x="6618731" y="3095207"/>
            <a:ext cx="3397312" cy="3383225"/>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 name="Google Shape;1336;p183"/>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337" name="Google Shape;1337;p183"/>
          <p:cNvSpPr txBox="1"/>
          <p:nvPr>
            <p:ph idx="1" type="subTitle"/>
          </p:nvPr>
        </p:nvSpPr>
        <p:spPr>
          <a:xfrm>
            <a:off x="1741200" y="1337775"/>
            <a:ext cx="2167800" cy="378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38" name="Google Shape;1338;p183"/>
          <p:cNvSpPr txBox="1"/>
          <p:nvPr>
            <p:ph idx="2" type="subTitle"/>
          </p:nvPr>
        </p:nvSpPr>
        <p:spPr>
          <a:xfrm>
            <a:off x="1741200" y="1729188"/>
            <a:ext cx="2167800" cy="572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1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39" name="Google Shape;1339;p183"/>
          <p:cNvSpPr txBox="1"/>
          <p:nvPr>
            <p:ph idx="3" type="subTitle"/>
          </p:nvPr>
        </p:nvSpPr>
        <p:spPr>
          <a:xfrm>
            <a:off x="1741200" y="2446100"/>
            <a:ext cx="2167800" cy="378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40" name="Google Shape;1340;p183"/>
          <p:cNvSpPr txBox="1"/>
          <p:nvPr>
            <p:ph idx="4" type="subTitle"/>
          </p:nvPr>
        </p:nvSpPr>
        <p:spPr>
          <a:xfrm>
            <a:off x="1741200" y="2837638"/>
            <a:ext cx="2167800" cy="572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1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41" name="Google Shape;1341;p183"/>
          <p:cNvSpPr txBox="1"/>
          <p:nvPr>
            <p:ph idx="5" type="subTitle"/>
          </p:nvPr>
        </p:nvSpPr>
        <p:spPr>
          <a:xfrm>
            <a:off x="1741200" y="3554425"/>
            <a:ext cx="2167800" cy="378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42" name="Google Shape;1342;p183"/>
          <p:cNvSpPr txBox="1"/>
          <p:nvPr>
            <p:ph idx="6" type="subTitle"/>
          </p:nvPr>
        </p:nvSpPr>
        <p:spPr>
          <a:xfrm>
            <a:off x="1741200" y="3945963"/>
            <a:ext cx="2167800" cy="572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1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43" name="Google Shape;1343;p183"/>
          <p:cNvSpPr txBox="1"/>
          <p:nvPr>
            <p:ph idx="7" type="subTitle"/>
          </p:nvPr>
        </p:nvSpPr>
        <p:spPr>
          <a:xfrm>
            <a:off x="5237775" y="1337775"/>
            <a:ext cx="2167800" cy="3783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344" name="Google Shape;1344;p183"/>
          <p:cNvSpPr txBox="1"/>
          <p:nvPr>
            <p:ph idx="8" type="subTitle"/>
          </p:nvPr>
        </p:nvSpPr>
        <p:spPr>
          <a:xfrm>
            <a:off x="5237775" y="1729188"/>
            <a:ext cx="2167800" cy="572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800"/>
              <a:buNone/>
              <a:defRPr sz="16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345" name="Google Shape;1345;p183"/>
          <p:cNvSpPr txBox="1"/>
          <p:nvPr>
            <p:ph idx="9" type="subTitle"/>
          </p:nvPr>
        </p:nvSpPr>
        <p:spPr>
          <a:xfrm>
            <a:off x="5237775" y="2446100"/>
            <a:ext cx="2167800" cy="3783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346" name="Google Shape;1346;p183"/>
          <p:cNvSpPr txBox="1"/>
          <p:nvPr>
            <p:ph idx="13" type="subTitle"/>
          </p:nvPr>
        </p:nvSpPr>
        <p:spPr>
          <a:xfrm>
            <a:off x="5237775" y="2837638"/>
            <a:ext cx="2167800" cy="572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800"/>
              <a:buNone/>
              <a:defRPr sz="16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347" name="Google Shape;1347;p183"/>
          <p:cNvSpPr txBox="1"/>
          <p:nvPr>
            <p:ph idx="14" type="subTitle"/>
          </p:nvPr>
        </p:nvSpPr>
        <p:spPr>
          <a:xfrm>
            <a:off x="5237775" y="3554425"/>
            <a:ext cx="2167800" cy="3783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348" name="Google Shape;1348;p183"/>
          <p:cNvSpPr txBox="1"/>
          <p:nvPr>
            <p:ph idx="15" type="subTitle"/>
          </p:nvPr>
        </p:nvSpPr>
        <p:spPr>
          <a:xfrm>
            <a:off x="5237775" y="3945963"/>
            <a:ext cx="2167800" cy="572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800"/>
              <a:buNone/>
              <a:defRPr sz="16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24">
    <p:spTree>
      <p:nvGrpSpPr>
        <p:cNvPr id="1349" name="Shape 1349"/>
        <p:cNvGrpSpPr/>
        <p:nvPr/>
      </p:nvGrpSpPr>
      <p:grpSpPr>
        <a:xfrm>
          <a:off x="0" y="0"/>
          <a:ext cx="0" cy="0"/>
          <a:chOff x="0" y="0"/>
          <a:chExt cx="0" cy="0"/>
        </a:xfrm>
      </p:grpSpPr>
      <p:sp>
        <p:nvSpPr>
          <p:cNvPr id="1350" name="Google Shape;1350;p184"/>
          <p:cNvSpPr/>
          <p:nvPr/>
        </p:nvSpPr>
        <p:spPr>
          <a:xfrm flipH="1" rot="2465585">
            <a:off x="-2193957" y="2702195"/>
            <a:ext cx="4267802" cy="2625668"/>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 name="Google Shape;1351;p184"/>
          <p:cNvSpPr/>
          <p:nvPr/>
        </p:nvSpPr>
        <p:spPr>
          <a:xfrm flipH="1" rot="-6430284">
            <a:off x="6992855" y="-1008460"/>
            <a:ext cx="3967958" cy="3604468"/>
          </a:xfrm>
          <a:custGeom>
            <a:rect b="b" l="l" r="r" t="t"/>
            <a:pathLst>
              <a:path extrusionOk="0" h="59210" w="65181">
                <a:moveTo>
                  <a:pt x="23617" y="9808"/>
                </a:moveTo>
                <a:cubicBezTo>
                  <a:pt x="25785" y="15712"/>
                  <a:pt x="27153" y="21883"/>
                  <a:pt x="35092" y="17079"/>
                </a:cubicBezTo>
                <a:cubicBezTo>
                  <a:pt x="42998" y="12309"/>
                  <a:pt x="55740" y="12376"/>
                  <a:pt x="59276" y="17546"/>
                </a:cubicBezTo>
                <a:cubicBezTo>
                  <a:pt x="62812" y="22717"/>
                  <a:pt x="56140" y="30055"/>
                  <a:pt x="55940" y="36393"/>
                </a:cubicBezTo>
                <a:cubicBezTo>
                  <a:pt x="55740" y="42731"/>
                  <a:pt x="65180" y="49603"/>
                  <a:pt x="57741" y="54406"/>
                </a:cubicBezTo>
                <a:cubicBezTo>
                  <a:pt x="50303" y="59210"/>
                  <a:pt x="31556" y="57108"/>
                  <a:pt x="33224" y="47535"/>
                </a:cubicBezTo>
                <a:cubicBezTo>
                  <a:pt x="34892" y="37928"/>
                  <a:pt x="25719" y="35026"/>
                  <a:pt x="17579" y="31256"/>
                </a:cubicBezTo>
                <a:cubicBezTo>
                  <a:pt x="9440" y="27520"/>
                  <a:pt x="0" y="13744"/>
                  <a:pt x="7706" y="6872"/>
                </a:cubicBezTo>
                <a:cubicBezTo>
                  <a:pt x="15411" y="1"/>
                  <a:pt x="21449" y="3870"/>
                  <a:pt x="23617" y="9808"/>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 name="Google Shape;1352;p184"/>
          <p:cNvSpPr/>
          <p:nvPr/>
        </p:nvSpPr>
        <p:spPr>
          <a:xfrm>
            <a:off x="-458900" y="-740250"/>
            <a:ext cx="2037008" cy="2154203"/>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 name="Google Shape;1353;p184"/>
          <p:cNvSpPr txBox="1"/>
          <p:nvPr>
            <p:ph idx="1" type="subTitle"/>
          </p:nvPr>
        </p:nvSpPr>
        <p:spPr>
          <a:xfrm>
            <a:off x="628701" y="3181975"/>
            <a:ext cx="2167800" cy="454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54" name="Google Shape;1354;p184"/>
          <p:cNvSpPr txBox="1"/>
          <p:nvPr>
            <p:ph idx="2" type="subTitle"/>
          </p:nvPr>
        </p:nvSpPr>
        <p:spPr>
          <a:xfrm>
            <a:off x="3488100" y="3181975"/>
            <a:ext cx="2167800" cy="454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55" name="Google Shape;1355;p184"/>
          <p:cNvSpPr txBox="1"/>
          <p:nvPr>
            <p:ph idx="3" type="subTitle"/>
          </p:nvPr>
        </p:nvSpPr>
        <p:spPr>
          <a:xfrm>
            <a:off x="628700" y="3649713"/>
            <a:ext cx="21678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56" name="Google Shape;1356;p184"/>
          <p:cNvSpPr txBox="1"/>
          <p:nvPr>
            <p:ph idx="4" type="subTitle"/>
          </p:nvPr>
        </p:nvSpPr>
        <p:spPr>
          <a:xfrm>
            <a:off x="3488100" y="3649713"/>
            <a:ext cx="21678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57" name="Google Shape;1357;p184"/>
          <p:cNvSpPr txBox="1"/>
          <p:nvPr>
            <p:ph type="title"/>
          </p:nvPr>
        </p:nvSpPr>
        <p:spPr>
          <a:xfrm>
            <a:off x="628699" y="1464438"/>
            <a:ext cx="2167800" cy="411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3000">
                <a:solidFill>
                  <a:schemeClr val="accent3"/>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358" name="Google Shape;1358;p184"/>
          <p:cNvSpPr txBox="1"/>
          <p:nvPr>
            <p:ph idx="5" type="title"/>
          </p:nvPr>
        </p:nvSpPr>
        <p:spPr>
          <a:xfrm>
            <a:off x="3456213" y="1464438"/>
            <a:ext cx="2167800" cy="411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3000">
                <a:solidFill>
                  <a:schemeClr val="accent5"/>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359" name="Google Shape;1359;p184"/>
          <p:cNvSpPr txBox="1"/>
          <p:nvPr>
            <p:ph idx="6" type="subTitle"/>
          </p:nvPr>
        </p:nvSpPr>
        <p:spPr>
          <a:xfrm>
            <a:off x="6347500" y="3181975"/>
            <a:ext cx="2167800" cy="454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60" name="Google Shape;1360;p184"/>
          <p:cNvSpPr txBox="1"/>
          <p:nvPr>
            <p:ph idx="7" type="subTitle"/>
          </p:nvPr>
        </p:nvSpPr>
        <p:spPr>
          <a:xfrm>
            <a:off x="6347488" y="3649713"/>
            <a:ext cx="21678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61" name="Google Shape;1361;p184"/>
          <p:cNvSpPr txBox="1"/>
          <p:nvPr>
            <p:ph idx="8" type="title"/>
          </p:nvPr>
        </p:nvSpPr>
        <p:spPr>
          <a:xfrm>
            <a:off x="6347501" y="1464438"/>
            <a:ext cx="2167800" cy="411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3000">
                <a:solidFill>
                  <a:schemeClr val="accent3"/>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362" name="Google Shape;1362;p184"/>
          <p:cNvSpPr txBox="1"/>
          <p:nvPr>
            <p:ph idx="9"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CUSTOM_42">
    <p:spTree>
      <p:nvGrpSpPr>
        <p:cNvPr id="1363" name="Shape 1363"/>
        <p:cNvGrpSpPr/>
        <p:nvPr/>
      </p:nvGrpSpPr>
      <p:grpSpPr>
        <a:xfrm>
          <a:off x="0" y="0"/>
          <a:ext cx="0" cy="0"/>
          <a:chOff x="0" y="0"/>
          <a:chExt cx="0" cy="0"/>
        </a:xfrm>
      </p:grpSpPr>
      <p:sp>
        <p:nvSpPr>
          <p:cNvPr id="1364" name="Google Shape;1364;p185"/>
          <p:cNvSpPr/>
          <p:nvPr/>
        </p:nvSpPr>
        <p:spPr>
          <a:xfrm flipH="1" rot="-5711992">
            <a:off x="5768678" y="-1266940"/>
            <a:ext cx="4814640" cy="4095332"/>
          </a:xfrm>
          <a:custGeom>
            <a:rect b="b" l="l" r="r" t="t"/>
            <a:pathLst>
              <a:path extrusionOk="0" h="52038" w="61178">
                <a:moveTo>
                  <a:pt x="4170" y="12043"/>
                </a:moveTo>
                <a:cubicBezTo>
                  <a:pt x="7339" y="7239"/>
                  <a:pt x="14177" y="1"/>
                  <a:pt x="24184" y="5571"/>
                </a:cubicBezTo>
                <a:cubicBezTo>
                  <a:pt x="34191" y="11142"/>
                  <a:pt x="29988" y="17146"/>
                  <a:pt x="34024" y="21249"/>
                </a:cubicBezTo>
                <a:cubicBezTo>
                  <a:pt x="38061" y="25319"/>
                  <a:pt x="43198" y="25586"/>
                  <a:pt x="51103" y="27253"/>
                </a:cubicBezTo>
                <a:cubicBezTo>
                  <a:pt x="58976" y="28921"/>
                  <a:pt x="61177" y="36093"/>
                  <a:pt x="54472" y="41664"/>
                </a:cubicBezTo>
                <a:cubicBezTo>
                  <a:pt x="47801" y="47268"/>
                  <a:pt x="33758" y="52038"/>
                  <a:pt x="26819" y="46467"/>
                </a:cubicBezTo>
                <a:cubicBezTo>
                  <a:pt x="19848" y="40930"/>
                  <a:pt x="11108" y="34826"/>
                  <a:pt x="5537" y="31590"/>
                </a:cubicBezTo>
                <a:cubicBezTo>
                  <a:pt x="0" y="28388"/>
                  <a:pt x="967" y="16879"/>
                  <a:pt x="4170" y="12043"/>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 name="Google Shape;1365;p185"/>
          <p:cNvSpPr/>
          <p:nvPr/>
        </p:nvSpPr>
        <p:spPr>
          <a:xfrm rot="672094">
            <a:off x="-1743086" y="2060813"/>
            <a:ext cx="4680680" cy="4251900"/>
          </a:xfrm>
          <a:custGeom>
            <a:rect b="b" l="l" r="r" t="t"/>
            <a:pathLst>
              <a:path extrusionOk="0" h="59210" w="65181">
                <a:moveTo>
                  <a:pt x="23617" y="9808"/>
                </a:moveTo>
                <a:cubicBezTo>
                  <a:pt x="25785" y="15712"/>
                  <a:pt x="27153" y="21883"/>
                  <a:pt x="35092" y="17079"/>
                </a:cubicBezTo>
                <a:cubicBezTo>
                  <a:pt x="42998" y="12309"/>
                  <a:pt x="55740" y="12376"/>
                  <a:pt x="59276" y="17546"/>
                </a:cubicBezTo>
                <a:cubicBezTo>
                  <a:pt x="62812" y="22717"/>
                  <a:pt x="56140" y="30055"/>
                  <a:pt x="55940" y="36393"/>
                </a:cubicBezTo>
                <a:cubicBezTo>
                  <a:pt x="55740" y="42731"/>
                  <a:pt x="65180" y="49603"/>
                  <a:pt x="57741" y="54406"/>
                </a:cubicBezTo>
                <a:cubicBezTo>
                  <a:pt x="50303" y="59210"/>
                  <a:pt x="31556" y="57108"/>
                  <a:pt x="33224" y="47535"/>
                </a:cubicBezTo>
                <a:cubicBezTo>
                  <a:pt x="34892" y="37928"/>
                  <a:pt x="25719" y="35026"/>
                  <a:pt x="17579" y="31256"/>
                </a:cubicBezTo>
                <a:cubicBezTo>
                  <a:pt x="9440" y="27520"/>
                  <a:pt x="0" y="13744"/>
                  <a:pt x="7706" y="6872"/>
                </a:cubicBezTo>
                <a:cubicBezTo>
                  <a:pt x="15411" y="1"/>
                  <a:pt x="21449" y="3870"/>
                  <a:pt x="23617" y="9808"/>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66" name="Google Shape;1366;p185"/>
          <p:cNvGrpSpPr/>
          <p:nvPr/>
        </p:nvGrpSpPr>
        <p:grpSpPr>
          <a:xfrm flipH="1" rot="10800000">
            <a:off x="6689741" y="646757"/>
            <a:ext cx="1696762" cy="1688828"/>
            <a:chOff x="2414491" y="671177"/>
            <a:chExt cx="1830972" cy="1822411"/>
          </a:xfrm>
        </p:grpSpPr>
        <p:sp>
          <p:nvSpPr>
            <p:cNvPr id="1367" name="Google Shape;1367;p185"/>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 name="Google Shape;1368;p185"/>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 name="Google Shape;1369;p185"/>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 name="Google Shape;1370;p185"/>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 name="Google Shape;1371;p185"/>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 name="Google Shape;1372;p185"/>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 name="Google Shape;1373;p185"/>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 name="Google Shape;1374;p185"/>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 name="Google Shape;1375;p185"/>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 name="Google Shape;1376;p185"/>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 name="Google Shape;1377;p185"/>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 name="Google Shape;1378;p185"/>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 name="Google Shape;1379;p185"/>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 name="Google Shape;1380;p185"/>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 name="Google Shape;1381;p185"/>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 name="Google Shape;1382;p185"/>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 name="Google Shape;1383;p185"/>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 name="Google Shape;1384;p185"/>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 name="Google Shape;1385;p185"/>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 name="Google Shape;1386;p185"/>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 name="Google Shape;1387;p185"/>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 name="Google Shape;1388;p185"/>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 name="Google Shape;1389;p185"/>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 name="Google Shape;1390;p185"/>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 name="Google Shape;1391;p185"/>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 name="Google Shape;1392;p185"/>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 name="Google Shape;1393;p185"/>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 name="Google Shape;1394;p185"/>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 name="Google Shape;1395;p185"/>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 name="Google Shape;1396;p185"/>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 name="Google Shape;1397;p185"/>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 name="Google Shape;1398;p185"/>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 name="Google Shape;1399;p185"/>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 name="Google Shape;1400;p185"/>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01" name="Google Shape;1401;p185"/>
          <p:cNvSpPr/>
          <p:nvPr/>
        </p:nvSpPr>
        <p:spPr>
          <a:xfrm rot="2354015">
            <a:off x="1787599" y="2882800"/>
            <a:ext cx="1434657" cy="1265485"/>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 name="Google Shape;1402;p185"/>
          <p:cNvSpPr txBox="1"/>
          <p:nvPr>
            <p:ph idx="1" type="subTitle"/>
          </p:nvPr>
        </p:nvSpPr>
        <p:spPr>
          <a:xfrm>
            <a:off x="1817226" y="1367900"/>
            <a:ext cx="2167800" cy="454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03" name="Google Shape;1403;p185"/>
          <p:cNvSpPr txBox="1"/>
          <p:nvPr>
            <p:ph idx="2" type="subTitle"/>
          </p:nvPr>
        </p:nvSpPr>
        <p:spPr>
          <a:xfrm>
            <a:off x="5158650" y="3076250"/>
            <a:ext cx="2167800" cy="4545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04" name="Google Shape;1404;p185"/>
          <p:cNvSpPr txBox="1"/>
          <p:nvPr>
            <p:ph idx="3" type="subTitle"/>
          </p:nvPr>
        </p:nvSpPr>
        <p:spPr>
          <a:xfrm>
            <a:off x="1817225" y="1835638"/>
            <a:ext cx="2167800" cy="572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05" name="Google Shape;1405;p185"/>
          <p:cNvSpPr txBox="1"/>
          <p:nvPr>
            <p:ph idx="4" type="subTitle"/>
          </p:nvPr>
        </p:nvSpPr>
        <p:spPr>
          <a:xfrm>
            <a:off x="5158650" y="3543988"/>
            <a:ext cx="2167800" cy="572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06" name="Google Shape;1406;p185"/>
          <p:cNvSpPr txBox="1"/>
          <p:nvPr>
            <p:ph type="title"/>
          </p:nvPr>
        </p:nvSpPr>
        <p:spPr>
          <a:xfrm>
            <a:off x="713225" y="1682475"/>
            <a:ext cx="1104000" cy="411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3000">
                <a:solidFill>
                  <a:schemeClr val="accent3"/>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407" name="Google Shape;1407;p185"/>
          <p:cNvSpPr txBox="1"/>
          <p:nvPr>
            <p:ph idx="5" type="title"/>
          </p:nvPr>
        </p:nvSpPr>
        <p:spPr>
          <a:xfrm>
            <a:off x="7326450" y="3390825"/>
            <a:ext cx="1104000" cy="411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3000">
                <a:solidFill>
                  <a:schemeClr val="accent5"/>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408" name="Google Shape;1408;p185"/>
          <p:cNvSpPr txBox="1"/>
          <p:nvPr>
            <p:ph idx="6"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25">
    <p:spTree>
      <p:nvGrpSpPr>
        <p:cNvPr id="1409" name="Shape 1409"/>
        <p:cNvGrpSpPr/>
        <p:nvPr/>
      </p:nvGrpSpPr>
      <p:grpSpPr>
        <a:xfrm>
          <a:off x="0" y="0"/>
          <a:ext cx="0" cy="0"/>
          <a:chOff x="0" y="0"/>
          <a:chExt cx="0" cy="0"/>
        </a:xfrm>
      </p:grpSpPr>
      <p:sp>
        <p:nvSpPr>
          <p:cNvPr id="1410" name="Google Shape;1410;p186"/>
          <p:cNvSpPr/>
          <p:nvPr/>
        </p:nvSpPr>
        <p:spPr>
          <a:xfrm rot="672094">
            <a:off x="5584289" y="562638"/>
            <a:ext cx="4680680" cy="4251900"/>
          </a:xfrm>
          <a:custGeom>
            <a:rect b="b" l="l" r="r" t="t"/>
            <a:pathLst>
              <a:path extrusionOk="0" h="59210" w="65181">
                <a:moveTo>
                  <a:pt x="23617" y="9808"/>
                </a:moveTo>
                <a:cubicBezTo>
                  <a:pt x="25785" y="15712"/>
                  <a:pt x="27153" y="21883"/>
                  <a:pt x="35092" y="17079"/>
                </a:cubicBezTo>
                <a:cubicBezTo>
                  <a:pt x="42998" y="12309"/>
                  <a:pt x="55740" y="12376"/>
                  <a:pt x="59276" y="17546"/>
                </a:cubicBezTo>
                <a:cubicBezTo>
                  <a:pt x="62812" y="22717"/>
                  <a:pt x="56140" y="30055"/>
                  <a:pt x="55940" y="36393"/>
                </a:cubicBezTo>
                <a:cubicBezTo>
                  <a:pt x="55740" y="42731"/>
                  <a:pt x="65180" y="49603"/>
                  <a:pt x="57741" y="54406"/>
                </a:cubicBezTo>
                <a:cubicBezTo>
                  <a:pt x="50303" y="59210"/>
                  <a:pt x="31556" y="57108"/>
                  <a:pt x="33224" y="47535"/>
                </a:cubicBezTo>
                <a:cubicBezTo>
                  <a:pt x="34892" y="37928"/>
                  <a:pt x="25719" y="35026"/>
                  <a:pt x="17579" y="31256"/>
                </a:cubicBezTo>
                <a:cubicBezTo>
                  <a:pt x="9440" y="27520"/>
                  <a:pt x="0" y="13744"/>
                  <a:pt x="7706" y="6872"/>
                </a:cubicBezTo>
                <a:cubicBezTo>
                  <a:pt x="15411" y="1"/>
                  <a:pt x="21449" y="3870"/>
                  <a:pt x="23617" y="9808"/>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 name="Google Shape;1411;p186"/>
          <p:cNvSpPr/>
          <p:nvPr/>
        </p:nvSpPr>
        <p:spPr>
          <a:xfrm rot="3414914">
            <a:off x="-1520563" y="790995"/>
            <a:ext cx="3987256" cy="3391668"/>
          </a:xfrm>
          <a:custGeom>
            <a:rect b="b" l="l" r="r" t="t"/>
            <a:pathLst>
              <a:path extrusionOk="0" h="52038" w="61178">
                <a:moveTo>
                  <a:pt x="4170" y="12043"/>
                </a:moveTo>
                <a:cubicBezTo>
                  <a:pt x="7339" y="7239"/>
                  <a:pt x="14177" y="1"/>
                  <a:pt x="24184" y="5571"/>
                </a:cubicBezTo>
                <a:cubicBezTo>
                  <a:pt x="34191" y="11142"/>
                  <a:pt x="29988" y="17146"/>
                  <a:pt x="34024" y="21249"/>
                </a:cubicBezTo>
                <a:cubicBezTo>
                  <a:pt x="38061" y="25319"/>
                  <a:pt x="43198" y="25586"/>
                  <a:pt x="51103" y="27253"/>
                </a:cubicBezTo>
                <a:cubicBezTo>
                  <a:pt x="58976" y="28921"/>
                  <a:pt x="61177" y="36093"/>
                  <a:pt x="54472" y="41664"/>
                </a:cubicBezTo>
                <a:cubicBezTo>
                  <a:pt x="47801" y="47268"/>
                  <a:pt x="33758" y="52038"/>
                  <a:pt x="26819" y="46467"/>
                </a:cubicBezTo>
                <a:cubicBezTo>
                  <a:pt x="19848" y="40930"/>
                  <a:pt x="11108" y="34826"/>
                  <a:pt x="5537" y="31590"/>
                </a:cubicBezTo>
                <a:cubicBezTo>
                  <a:pt x="0" y="28388"/>
                  <a:pt x="967" y="16879"/>
                  <a:pt x="4170" y="12043"/>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12" name="Google Shape;1412;p186"/>
          <p:cNvGrpSpPr/>
          <p:nvPr/>
        </p:nvGrpSpPr>
        <p:grpSpPr>
          <a:xfrm flipH="1" rot="10800000">
            <a:off x="430416" y="1844182"/>
            <a:ext cx="1696762" cy="1688828"/>
            <a:chOff x="2414491" y="671177"/>
            <a:chExt cx="1830972" cy="1822411"/>
          </a:xfrm>
        </p:grpSpPr>
        <p:sp>
          <p:nvSpPr>
            <p:cNvPr id="1413" name="Google Shape;1413;p186"/>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 name="Google Shape;1414;p186"/>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 name="Google Shape;1415;p186"/>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 name="Google Shape;1416;p186"/>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 name="Google Shape;1417;p186"/>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 name="Google Shape;1418;p186"/>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 name="Google Shape;1419;p186"/>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 name="Google Shape;1420;p186"/>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 name="Google Shape;1421;p186"/>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 name="Google Shape;1422;p186"/>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 name="Google Shape;1423;p186"/>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 name="Google Shape;1424;p186"/>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 name="Google Shape;1425;p186"/>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 name="Google Shape;1426;p186"/>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 name="Google Shape;1427;p186"/>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 name="Google Shape;1428;p186"/>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 name="Google Shape;1429;p186"/>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 name="Google Shape;1430;p186"/>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 name="Google Shape;1431;p186"/>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 name="Google Shape;1432;p186"/>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 name="Google Shape;1433;p186"/>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 name="Google Shape;1434;p186"/>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 name="Google Shape;1435;p186"/>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 name="Google Shape;1436;p186"/>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 name="Google Shape;1437;p186"/>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 name="Google Shape;1438;p186"/>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 name="Google Shape;1439;p186"/>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 name="Google Shape;1440;p186"/>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 name="Google Shape;1441;p186"/>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 name="Google Shape;1442;p186"/>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 name="Google Shape;1443;p186"/>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 name="Google Shape;1444;p186"/>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 name="Google Shape;1445;p186"/>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 name="Google Shape;1446;p186"/>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47" name="Google Shape;1447;p186"/>
          <p:cNvSpPr/>
          <p:nvPr/>
        </p:nvSpPr>
        <p:spPr>
          <a:xfrm rot="1095657">
            <a:off x="1778030" y="3865579"/>
            <a:ext cx="1021004" cy="1333445"/>
          </a:xfrm>
          <a:custGeom>
            <a:rect b="b" l="l" r="r" t="t"/>
            <a:pathLst>
              <a:path extrusionOk="0" h="22564" w="17277">
                <a:moveTo>
                  <a:pt x="9074" y="0"/>
                </a:moveTo>
                <a:cubicBezTo>
                  <a:pt x="8555" y="0"/>
                  <a:pt x="8010" y="60"/>
                  <a:pt x="7441" y="188"/>
                </a:cubicBezTo>
                <a:cubicBezTo>
                  <a:pt x="2543" y="1285"/>
                  <a:pt x="1" y="6692"/>
                  <a:pt x="54" y="12607"/>
                </a:cubicBezTo>
                <a:cubicBezTo>
                  <a:pt x="134" y="18683"/>
                  <a:pt x="3989" y="22189"/>
                  <a:pt x="8592" y="22564"/>
                </a:cubicBezTo>
                <a:cubicBezTo>
                  <a:pt x="14641" y="22082"/>
                  <a:pt x="16354" y="18388"/>
                  <a:pt x="16836" y="12312"/>
                </a:cubicBezTo>
                <a:cubicBezTo>
                  <a:pt x="17276" y="6737"/>
                  <a:pt x="14567" y="0"/>
                  <a:pt x="907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 name="Google Shape;1448;p186"/>
          <p:cNvSpPr txBox="1"/>
          <p:nvPr>
            <p:ph idx="1" type="subTitle"/>
          </p:nvPr>
        </p:nvSpPr>
        <p:spPr>
          <a:xfrm>
            <a:off x="2718750" y="1540138"/>
            <a:ext cx="37065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16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449" name="Google Shape;1449;p186"/>
          <p:cNvSpPr txBox="1"/>
          <p:nvPr>
            <p:ph type="title"/>
          </p:nvPr>
        </p:nvSpPr>
        <p:spPr>
          <a:xfrm>
            <a:off x="2718750" y="967438"/>
            <a:ext cx="37065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4600">
                <a:solidFill>
                  <a:schemeClr val="accent1"/>
                </a:solidFill>
              </a:defRPr>
            </a:lvl1pPr>
            <a:lvl2pPr lvl="1" algn="r">
              <a:lnSpc>
                <a:spcPct val="100000"/>
              </a:lnSpc>
              <a:spcBef>
                <a:spcPts val="0"/>
              </a:spcBef>
              <a:spcAft>
                <a:spcPts val="0"/>
              </a:spcAft>
              <a:buSzPts val="1800"/>
              <a:buNone/>
              <a:defRPr sz="1800"/>
            </a:lvl2pPr>
            <a:lvl3pPr lvl="2" algn="r">
              <a:lnSpc>
                <a:spcPct val="100000"/>
              </a:lnSpc>
              <a:spcBef>
                <a:spcPts val="0"/>
              </a:spcBef>
              <a:spcAft>
                <a:spcPts val="0"/>
              </a:spcAft>
              <a:buSzPts val="1800"/>
              <a:buNone/>
              <a:defRPr sz="1800"/>
            </a:lvl3pPr>
            <a:lvl4pPr lvl="3" algn="r">
              <a:lnSpc>
                <a:spcPct val="100000"/>
              </a:lnSpc>
              <a:spcBef>
                <a:spcPts val="0"/>
              </a:spcBef>
              <a:spcAft>
                <a:spcPts val="0"/>
              </a:spcAft>
              <a:buSzPts val="1800"/>
              <a:buNone/>
              <a:defRPr sz="1800"/>
            </a:lvl4pPr>
            <a:lvl5pPr lvl="4" algn="r">
              <a:lnSpc>
                <a:spcPct val="100000"/>
              </a:lnSpc>
              <a:spcBef>
                <a:spcPts val="0"/>
              </a:spcBef>
              <a:spcAft>
                <a:spcPts val="0"/>
              </a:spcAft>
              <a:buSzPts val="1800"/>
              <a:buNone/>
              <a:defRPr sz="1800"/>
            </a:lvl5pPr>
            <a:lvl6pPr lvl="5" algn="r">
              <a:lnSpc>
                <a:spcPct val="100000"/>
              </a:lnSpc>
              <a:spcBef>
                <a:spcPts val="0"/>
              </a:spcBef>
              <a:spcAft>
                <a:spcPts val="0"/>
              </a:spcAft>
              <a:buSzPts val="1800"/>
              <a:buNone/>
              <a:defRPr sz="1800"/>
            </a:lvl6pPr>
            <a:lvl7pPr lvl="6" algn="r">
              <a:lnSpc>
                <a:spcPct val="100000"/>
              </a:lnSpc>
              <a:spcBef>
                <a:spcPts val="0"/>
              </a:spcBef>
              <a:spcAft>
                <a:spcPts val="0"/>
              </a:spcAft>
              <a:buSzPts val="1800"/>
              <a:buNone/>
              <a:defRPr sz="1800"/>
            </a:lvl7pPr>
            <a:lvl8pPr lvl="7" algn="r">
              <a:lnSpc>
                <a:spcPct val="100000"/>
              </a:lnSpc>
              <a:spcBef>
                <a:spcPts val="0"/>
              </a:spcBef>
              <a:spcAft>
                <a:spcPts val="0"/>
              </a:spcAft>
              <a:buSzPts val="1800"/>
              <a:buNone/>
              <a:defRPr sz="1800"/>
            </a:lvl8pPr>
            <a:lvl9pPr lvl="8" algn="r">
              <a:lnSpc>
                <a:spcPct val="100000"/>
              </a:lnSpc>
              <a:spcBef>
                <a:spcPts val="0"/>
              </a:spcBef>
              <a:spcAft>
                <a:spcPts val="0"/>
              </a:spcAft>
              <a:buSzPts val="1800"/>
              <a:buNone/>
              <a:defRPr sz="1800"/>
            </a:lvl9pPr>
          </a:lstStyle>
          <a:p/>
        </p:txBody>
      </p:sp>
      <p:sp>
        <p:nvSpPr>
          <p:cNvPr id="1450" name="Google Shape;1450;p186"/>
          <p:cNvSpPr txBox="1"/>
          <p:nvPr>
            <p:ph idx="2" type="subTitle"/>
          </p:nvPr>
        </p:nvSpPr>
        <p:spPr>
          <a:xfrm>
            <a:off x="2718750" y="2673663"/>
            <a:ext cx="37065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16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451" name="Google Shape;1451;p186"/>
          <p:cNvSpPr txBox="1"/>
          <p:nvPr>
            <p:ph idx="3" type="title"/>
          </p:nvPr>
        </p:nvSpPr>
        <p:spPr>
          <a:xfrm>
            <a:off x="2718750" y="2100933"/>
            <a:ext cx="37065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4600">
                <a:solidFill>
                  <a:schemeClr val="accent1"/>
                </a:solidFill>
              </a:defRPr>
            </a:lvl1pPr>
            <a:lvl2pPr lvl="1" algn="r">
              <a:lnSpc>
                <a:spcPct val="100000"/>
              </a:lnSpc>
              <a:spcBef>
                <a:spcPts val="0"/>
              </a:spcBef>
              <a:spcAft>
                <a:spcPts val="0"/>
              </a:spcAft>
              <a:buSzPts val="1800"/>
              <a:buNone/>
              <a:defRPr sz="1800"/>
            </a:lvl2pPr>
            <a:lvl3pPr lvl="2" algn="r">
              <a:lnSpc>
                <a:spcPct val="100000"/>
              </a:lnSpc>
              <a:spcBef>
                <a:spcPts val="0"/>
              </a:spcBef>
              <a:spcAft>
                <a:spcPts val="0"/>
              </a:spcAft>
              <a:buSzPts val="1800"/>
              <a:buNone/>
              <a:defRPr sz="1800"/>
            </a:lvl3pPr>
            <a:lvl4pPr lvl="3" algn="r">
              <a:lnSpc>
                <a:spcPct val="100000"/>
              </a:lnSpc>
              <a:spcBef>
                <a:spcPts val="0"/>
              </a:spcBef>
              <a:spcAft>
                <a:spcPts val="0"/>
              </a:spcAft>
              <a:buSzPts val="1800"/>
              <a:buNone/>
              <a:defRPr sz="1800"/>
            </a:lvl4pPr>
            <a:lvl5pPr lvl="4" algn="r">
              <a:lnSpc>
                <a:spcPct val="100000"/>
              </a:lnSpc>
              <a:spcBef>
                <a:spcPts val="0"/>
              </a:spcBef>
              <a:spcAft>
                <a:spcPts val="0"/>
              </a:spcAft>
              <a:buSzPts val="1800"/>
              <a:buNone/>
              <a:defRPr sz="1800"/>
            </a:lvl5pPr>
            <a:lvl6pPr lvl="5" algn="r">
              <a:lnSpc>
                <a:spcPct val="100000"/>
              </a:lnSpc>
              <a:spcBef>
                <a:spcPts val="0"/>
              </a:spcBef>
              <a:spcAft>
                <a:spcPts val="0"/>
              </a:spcAft>
              <a:buSzPts val="1800"/>
              <a:buNone/>
              <a:defRPr sz="1800"/>
            </a:lvl6pPr>
            <a:lvl7pPr lvl="6" algn="r">
              <a:lnSpc>
                <a:spcPct val="100000"/>
              </a:lnSpc>
              <a:spcBef>
                <a:spcPts val="0"/>
              </a:spcBef>
              <a:spcAft>
                <a:spcPts val="0"/>
              </a:spcAft>
              <a:buSzPts val="1800"/>
              <a:buNone/>
              <a:defRPr sz="1800"/>
            </a:lvl7pPr>
            <a:lvl8pPr lvl="7" algn="r">
              <a:lnSpc>
                <a:spcPct val="100000"/>
              </a:lnSpc>
              <a:spcBef>
                <a:spcPts val="0"/>
              </a:spcBef>
              <a:spcAft>
                <a:spcPts val="0"/>
              </a:spcAft>
              <a:buSzPts val="1800"/>
              <a:buNone/>
              <a:defRPr sz="1800"/>
            </a:lvl8pPr>
            <a:lvl9pPr lvl="8" algn="r">
              <a:lnSpc>
                <a:spcPct val="100000"/>
              </a:lnSpc>
              <a:spcBef>
                <a:spcPts val="0"/>
              </a:spcBef>
              <a:spcAft>
                <a:spcPts val="0"/>
              </a:spcAft>
              <a:buSzPts val="1800"/>
              <a:buNone/>
              <a:defRPr sz="1800"/>
            </a:lvl9pPr>
          </a:lstStyle>
          <a:p/>
        </p:txBody>
      </p:sp>
      <p:sp>
        <p:nvSpPr>
          <p:cNvPr id="1452" name="Google Shape;1452;p186"/>
          <p:cNvSpPr txBox="1"/>
          <p:nvPr>
            <p:ph idx="4" type="subTitle"/>
          </p:nvPr>
        </p:nvSpPr>
        <p:spPr>
          <a:xfrm>
            <a:off x="2718750" y="3807163"/>
            <a:ext cx="37065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16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453" name="Google Shape;1453;p186"/>
          <p:cNvSpPr txBox="1"/>
          <p:nvPr>
            <p:ph idx="5" type="title"/>
          </p:nvPr>
        </p:nvSpPr>
        <p:spPr>
          <a:xfrm>
            <a:off x="2718750" y="3234463"/>
            <a:ext cx="37065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4600">
                <a:solidFill>
                  <a:schemeClr val="accent1"/>
                </a:solidFill>
              </a:defRPr>
            </a:lvl1pPr>
            <a:lvl2pPr lvl="1" algn="r">
              <a:lnSpc>
                <a:spcPct val="100000"/>
              </a:lnSpc>
              <a:spcBef>
                <a:spcPts val="0"/>
              </a:spcBef>
              <a:spcAft>
                <a:spcPts val="0"/>
              </a:spcAft>
              <a:buSzPts val="1800"/>
              <a:buNone/>
              <a:defRPr sz="1800"/>
            </a:lvl2pPr>
            <a:lvl3pPr lvl="2" algn="r">
              <a:lnSpc>
                <a:spcPct val="100000"/>
              </a:lnSpc>
              <a:spcBef>
                <a:spcPts val="0"/>
              </a:spcBef>
              <a:spcAft>
                <a:spcPts val="0"/>
              </a:spcAft>
              <a:buSzPts val="1800"/>
              <a:buNone/>
              <a:defRPr sz="1800"/>
            </a:lvl3pPr>
            <a:lvl4pPr lvl="3" algn="r">
              <a:lnSpc>
                <a:spcPct val="100000"/>
              </a:lnSpc>
              <a:spcBef>
                <a:spcPts val="0"/>
              </a:spcBef>
              <a:spcAft>
                <a:spcPts val="0"/>
              </a:spcAft>
              <a:buSzPts val="1800"/>
              <a:buNone/>
              <a:defRPr sz="1800"/>
            </a:lvl4pPr>
            <a:lvl5pPr lvl="4" algn="r">
              <a:lnSpc>
                <a:spcPct val="100000"/>
              </a:lnSpc>
              <a:spcBef>
                <a:spcPts val="0"/>
              </a:spcBef>
              <a:spcAft>
                <a:spcPts val="0"/>
              </a:spcAft>
              <a:buSzPts val="1800"/>
              <a:buNone/>
              <a:defRPr sz="1800"/>
            </a:lvl5pPr>
            <a:lvl6pPr lvl="5" algn="r">
              <a:lnSpc>
                <a:spcPct val="100000"/>
              </a:lnSpc>
              <a:spcBef>
                <a:spcPts val="0"/>
              </a:spcBef>
              <a:spcAft>
                <a:spcPts val="0"/>
              </a:spcAft>
              <a:buSzPts val="1800"/>
              <a:buNone/>
              <a:defRPr sz="1800"/>
            </a:lvl6pPr>
            <a:lvl7pPr lvl="6" algn="r">
              <a:lnSpc>
                <a:spcPct val="100000"/>
              </a:lnSpc>
              <a:spcBef>
                <a:spcPts val="0"/>
              </a:spcBef>
              <a:spcAft>
                <a:spcPts val="0"/>
              </a:spcAft>
              <a:buSzPts val="1800"/>
              <a:buNone/>
              <a:defRPr sz="1800"/>
            </a:lvl7pPr>
            <a:lvl8pPr lvl="7" algn="r">
              <a:lnSpc>
                <a:spcPct val="100000"/>
              </a:lnSpc>
              <a:spcBef>
                <a:spcPts val="0"/>
              </a:spcBef>
              <a:spcAft>
                <a:spcPts val="0"/>
              </a:spcAft>
              <a:buSzPts val="1800"/>
              <a:buNone/>
              <a:defRPr sz="1800"/>
            </a:lvl8pPr>
            <a:lvl9pPr lvl="8" algn="r">
              <a:lnSpc>
                <a:spcPct val="100000"/>
              </a:lnSpc>
              <a:spcBef>
                <a:spcPts val="0"/>
              </a:spcBef>
              <a:spcAft>
                <a:spcPts val="0"/>
              </a:spcAft>
              <a:buSzPts val="1800"/>
              <a:buNone/>
              <a:defRPr sz="1800"/>
            </a:lvl9pPr>
          </a:lstStyle>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3">
  <p:cSld name="CUSTOM_46">
    <p:spTree>
      <p:nvGrpSpPr>
        <p:cNvPr id="1454" name="Shape 1454"/>
        <p:cNvGrpSpPr/>
        <p:nvPr/>
      </p:nvGrpSpPr>
      <p:grpSpPr>
        <a:xfrm>
          <a:off x="0" y="0"/>
          <a:ext cx="0" cy="0"/>
          <a:chOff x="0" y="0"/>
          <a:chExt cx="0" cy="0"/>
        </a:xfrm>
      </p:grpSpPr>
      <p:sp>
        <p:nvSpPr>
          <p:cNvPr id="1455" name="Google Shape;1455;p187"/>
          <p:cNvSpPr txBox="1"/>
          <p:nvPr>
            <p:ph idx="1" type="subTitle"/>
          </p:nvPr>
        </p:nvSpPr>
        <p:spPr>
          <a:xfrm>
            <a:off x="924775" y="2021538"/>
            <a:ext cx="37065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None/>
              <a:defRPr sz="16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456" name="Google Shape;1456;p187"/>
          <p:cNvSpPr txBox="1"/>
          <p:nvPr>
            <p:ph type="title"/>
          </p:nvPr>
        </p:nvSpPr>
        <p:spPr>
          <a:xfrm>
            <a:off x="924775" y="1415738"/>
            <a:ext cx="4844400" cy="572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Clr>
                <a:schemeClr val="accent1"/>
              </a:buClr>
              <a:buSzPts val="1800"/>
              <a:buNone/>
              <a:defRPr sz="5600">
                <a:solidFill>
                  <a:schemeClr val="accent1"/>
                </a:solidFill>
              </a:defRPr>
            </a:lvl1pPr>
            <a:lvl2pPr lvl="1" algn="r">
              <a:lnSpc>
                <a:spcPct val="100000"/>
              </a:lnSpc>
              <a:spcBef>
                <a:spcPts val="0"/>
              </a:spcBef>
              <a:spcAft>
                <a:spcPts val="0"/>
              </a:spcAft>
              <a:buClr>
                <a:schemeClr val="accent1"/>
              </a:buClr>
              <a:buSzPts val="1800"/>
              <a:buNone/>
              <a:defRPr sz="1800">
                <a:solidFill>
                  <a:schemeClr val="accent1"/>
                </a:solidFill>
              </a:defRPr>
            </a:lvl2pPr>
            <a:lvl3pPr lvl="2" algn="r">
              <a:lnSpc>
                <a:spcPct val="100000"/>
              </a:lnSpc>
              <a:spcBef>
                <a:spcPts val="0"/>
              </a:spcBef>
              <a:spcAft>
                <a:spcPts val="0"/>
              </a:spcAft>
              <a:buClr>
                <a:schemeClr val="accent1"/>
              </a:buClr>
              <a:buSzPts val="1800"/>
              <a:buNone/>
              <a:defRPr sz="1800">
                <a:solidFill>
                  <a:schemeClr val="accent1"/>
                </a:solidFill>
              </a:defRPr>
            </a:lvl3pPr>
            <a:lvl4pPr lvl="3" algn="r">
              <a:lnSpc>
                <a:spcPct val="100000"/>
              </a:lnSpc>
              <a:spcBef>
                <a:spcPts val="0"/>
              </a:spcBef>
              <a:spcAft>
                <a:spcPts val="0"/>
              </a:spcAft>
              <a:buClr>
                <a:schemeClr val="accent1"/>
              </a:buClr>
              <a:buSzPts val="1800"/>
              <a:buNone/>
              <a:defRPr sz="1800">
                <a:solidFill>
                  <a:schemeClr val="accent1"/>
                </a:solidFill>
              </a:defRPr>
            </a:lvl4pPr>
            <a:lvl5pPr lvl="4" algn="r">
              <a:lnSpc>
                <a:spcPct val="100000"/>
              </a:lnSpc>
              <a:spcBef>
                <a:spcPts val="0"/>
              </a:spcBef>
              <a:spcAft>
                <a:spcPts val="0"/>
              </a:spcAft>
              <a:buClr>
                <a:schemeClr val="accent1"/>
              </a:buClr>
              <a:buSzPts val="1800"/>
              <a:buNone/>
              <a:defRPr sz="1800">
                <a:solidFill>
                  <a:schemeClr val="accent1"/>
                </a:solidFill>
              </a:defRPr>
            </a:lvl5pPr>
            <a:lvl6pPr lvl="5" algn="r">
              <a:lnSpc>
                <a:spcPct val="100000"/>
              </a:lnSpc>
              <a:spcBef>
                <a:spcPts val="0"/>
              </a:spcBef>
              <a:spcAft>
                <a:spcPts val="0"/>
              </a:spcAft>
              <a:buClr>
                <a:schemeClr val="accent1"/>
              </a:buClr>
              <a:buSzPts val="1800"/>
              <a:buNone/>
              <a:defRPr sz="1800">
                <a:solidFill>
                  <a:schemeClr val="accent1"/>
                </a:solidFill>
              </a:defRPr>
            </a:lvl6pPr>
            <a:lvl7pPr lvl="6" algn="r">
              <a:lnSpc>
                <a:spcPct val="100000"/>
              </a:lnSpc>
              <a:spcBef>
                <a:spcPts val="0"/>
              </a:spcBef>
              <a:spcAft>
                <a:spcPts val="0"/>
              </a:spcAft>
              <a:buClr>
                <a:schemeClr val="accent1"/>
              </a:buClr>
              <a:buSzPts val="1800"/>
              <a:buNone/>
              <a:defRPr sz="1800">
                <a:solidFill>
                  <a:schemeClr val="accent1"/>
                </a:solidFill>
              </a:defRPr>
            </a:lvl7pPr>
            <a:lvl8pPr lvl="7" algn="r">
              <a:lnSpc>
                <a:spcPct val="100000"/>
              </a:lnSpc>
              <a:spcBef>
                <a:spcPts val="0"/>
              </a:spcBef>
              <a:spcAft>
                <a:spcPts val="0"/>
              </a:spcAft>
              <a:buClr>
                <a:schemeClr val="accent1"/>
              </a:buClr>
              <a:buSzPts val="1800"/>
              <a:buNone/>
              <a:defRPr sz="1800">
                <a:solidFill>
                  <a:schemeClr val="accent1"/>
                </a:solidFill>
              </a:defRPr>
            </a:lvl8pPr>
            <a:lvl9pPr lvl="8" algn="r">
              <a:lnSpc>
                <a:spcPct val="100000"/>
              </a:lnSpc>
              <a:spcBef>
                <a:spcPts val="0"/>
              </a:spcBef>
              <a:spcAft>
                <a:spcPts val="0"/>
              </a:spcAft>
              <a:buClr>
                <a:schemeClr val="accent1"/>
              </a:buClr>
              <a:buSzPts val="1800"/>
              <a:buNone/>
              <a:defRPr sz="1800">
                <a:solidFill>
                  <a:schemeClr val="accent1"/>
                </a:solidFill>
              </a:defRPr>
            </a:lvl9pPr>
          </a:lstStyle>
          <a:p/>
        </p:txBody>
      </p:sp>
      <p:sp>
        <p:nvSpPr>
          <p:cNvPr id="1457" name="Google Shape;1457;p187"/>
          <p:cNvSpPr txBox="1"/>
          <p:nvPr>
            <p:ph idx="2" type="subTitle"/>
          </p:nvPr>
        </p:nvSpPr>
        <p:spPr>
          <a:xfrm>
            <a:off x="924775" y="3155063"/>
            <a:ext cx="37065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None/>
              <a:defRPr sz="1600"/>
            </a:lvl1pPr>
            <a:lvl2pPr lvl="1" algn="r">
              <a:lnSpc>
                <a:spcPct val="100000"/>
              </a:lnSpc>
              <a:spcBef>
                <a:spcPts val="0"/>
              </a:spcBef>
              <a:spcAft>
                <a:spcPts val="0"/>
              </a:spcAft>
              <a:buSzPts val="1400"/>
              <a:buNone/>
              <a:defRPr/>
            </a:lvl2pPr>
            <a:lvl3pPr lvl="2" algn="r">
              <a:lnSpc>
                <a:spcPct val="100000"/>
              </a:lnSpc>
              <a:spcBef>
                <a:spcPts val="0"/>
              </a:spcBef>
              <a:spcAft>
                <a:spcPts val="0"/>
              </a:spcAft>
              <a:buSzPts val="1400"/>
              <a:buNone/>
              <a:defRPr/>
            </a:lvl3pPr>
            <a:lvl4pPr lvl="3" algn="r">
              <a:lnSpc>
                <a:spcPct val="100000"/>
              </a:lnSpc>
              <a:spcBef>
                <a:spcPts val="0"/>
              </a:spcBef>
              <a:spcAft>
                <a:spcPts val="0"/>
              </a:spcAft>
              <a:buSzPts val="1400"/>
              <a:buNone/>
              <a:defRPr/>
            </a:lvl4pPr>
            <a:lvl5pPr lvl="4" algn="r">
              <a:lnSpc>
                <a:spcPct val="100000"/>
              </a:lnSpc>
              <a:spcBef>
                <a:spcPts val="0"/>
              </a:spcBef>
              <a:spcAft>
                <a:spcPts val="0"/>
              </a:spcAft>
              <a:buSzPts val="1400"/>
              <a:buNone/>
              <a:defRPr/>
            </a:lvl5pPr>
            <a:lvl6pPr lvl="5" algn="r">
              <a:lnSpc>
                <a:spcPct val="100000"/>
              </a:lnSpc>
              <a:spcBef>
                <a:spcPts val="0"/>
              </a:spcBef>
              <a:spcAft>
                <a:spcPts val="0"/>
              </a:spcAft>
              <a:buSzPts val="1400"/>
              <a:buNone/>
              <a:defRPr/>
            </a:lvl6pPr>
            <a:lvl7pPr lvl="6" algn="r">
              <a:lnSpc>
                <a:spcPct val="100000"/>
              </a:lnSpc>
              <a:spcBef>
                <a:spcPts val="0"/>
              </a:spcBef>
              <a:spcAft>
                <a:spcPts val="0"/>
              </a:spcAft>
              <a:buSzPts val="1400"/>
              <a:buNone/>
              <a:defRPr/>
            </a:lvl7pPr>
            <a:lvl8pPr lvl="7" algn="r">
              <a:lnSpc>
                <a:spcPct val="100000"/>
              </a:lnSpc>
              <a:spcBef>
                <a:spcPts val="0"/>
              </a:spcBef>
              <a:spcAft>
                <a:spcPts val="0"/>
              </a:spcAft>
              <a:buSzPts val="1400"/>
              <a:buNone/>
              <a:defRPr/>
            </a:lvl8pPr>
            <a:lvl9pPr lvl="8" algn="r">
              <a:lnSpc>
                <a:spcPct val="100000"/>
              </a:lnSpc>
              <a:spcBef>
                <a:spcPts val="0"/>
              </a:spcBef>
              <a:spcAft>
                <a:spcPts val="0"/>
              </a:spcAft>
              <a:buSzPts val="1400"/>
              <a:buNone/>
              <a:defRPr/>
            </a:lvl9pPr>
          </a:lstStyle>
          <a:p/>
        </p:txBody>
      </p:sp>
      <p:sp>
        <p:nvSpPr>
          <p:cNvPr id="1458" name="Google Shape;1458;p187"/>
          <p:cNvSpPr txBox="1"/>
          <p:nvPr>
            <p:ph idx="3" type="title"/>
          </p:nvPr>
        </p:nvSpPr>
        <p:spPr>
          <a:xfrm>
            <a:off x="924775" y="2549236"/>
            <a:ext cx="4844400" cy="572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Clr>
                <a:schemeClr val="accent1"/>
              </a:buClr>
              <a:buSzPts val="1800"/>
              <a:buNone/>
              <a:defRPr sz="5600">
                <a:solidFill>
                  <a:schemeClr val="accent1"/>
                </a:solidFill>
              </a:defRPr>
            </a:lvl1pPr>
            <a:lvl2pPr lvl="1" algn="r">
              <a:lnSpc>
                <a:spcPct val="100000"/>
              </a:lnSpc>
              <a:spcBef>
                <a:spcPts val="0"/>
              </a:spcBef>
              <a:spcAft>
                <a:spcPts val="0"/>
              </a:spcAft>
              <a:buClr>
                <a:schemeClr val="accent1"/>
              </a:buClr>
              <a:buSzPts val="1800"/>
              <a:buNone/>
              <a:defRPr sz="1800">
                <a:solidFill>
                  <a:schemeClr val="accent1"/>
                </a:solidFill>
              </a:defRPr>
            </a:lvl2pPr>
            <a:lvl3pPr lvl="2" algn="r">
              <a:lnSpc>
                <a:spcPct val="100000"/>
              </a:lnSpc>
              <a:spcBef>
                <a:spcPts val="0"/>
              </a:spcBef>
              <a:spcAft>
                <a:spcPts val="0"/>
              </a:spcAft>
              <a:buClr>
                <a:schemeClr val="accent1"/>
              </a:buClr>
              <a:buSzPts val="1800"/>
              <a:buNone/>
              <a:defRPr sz="1800">
                <a:solidFill>
                  <a:schemeClr val="accent1"/>
                </a:solidFill>
              </a:defRPr>
            </a:lvl3pPr>
            <a:lvl4pPr lvl="3" algn="r">
              <a:lnSpc>
                <a:spcPct val="100000"/>
              </a:lnSpc>
              <a:spcBef>
                <a:spcPts val="0"/>
              </a:spcBef>
              <a:spcAft>
                <a:spcPts val="0"/>
              </a:spcAft>
              <a:buClr>
                <a:schemeClr val="accent1"/>
              </a:buClr>
              <a:buSzPts val="1800"/>
              <a:buNone/>
              <a:defRPr sz="1800">
                <a:solidFill>
                  <a:schemeClr val="accent1"/>
                </a:solidFill>
              </a:defRPr>
            </a:lvl4pPr>
            <a:lvl5pPr lvl="4" algn="r">
              <a:lnSpc>
                <a:spcPct val="100000"/>
              </a:lnSpc>
              <a:spcBef>
                <a:spcPts val="0"/>
              </a:spcBef>
              <a:spcAft>
                <a:spcPts val="0"/>
              </a:spcAft>
              <a:buClr>
                <a:schemeClr val="accent1"/>
              </a:buClr>
              <a:buSzPts val="1800"/>
              <a:buNone/>
              <a:defRPr sz="1800">
                <a:solidFill>
                  <a:schemeClr val="accent1"/>
                </a:solidFill>
              </a:defRPr>
            </a:lvl5pPr>
            <a:lvl6pPr lvl="5" algn="r">
              <a:lnSpc>
                <a:spcPct val="100000"/>
              </a:lnSpc>
              <a:spcBef>
                <a:spcPts val="0"/>
              </a:spcBef>
              <a:spcAft>
                <a:spcPts val="0"/>
              </a:spcAft>
              <a:buClr>
                <a:schemeClr val="accent1"/>
              </a:buClr>
              <a:buSzPts val="1800"/>
              <a:buNone/>
              <a:defRPr sz="1800">
                <a:solidFill>
                  <a:schemeClr val="accent1"/>
                </a:solidFill>
              </a:defRPr>
            </a:lvl6pPr>
            <a:lvl7pPr lvl="6" algn="r">
              <a:lnSpc>
                <a:spcPct val="100000"/>
              </a:lnSpc>
              <a:spcBef>
                <a:spcPts val="0"/>
              </a:spcBef>
              <a:spcAft>
                <a:spcPts val="0"/>
              </a:spcAft>
              <a:buClr>
                <a:schemeClr val="accent1"/>
              </a:buClr>
              <a:buSzPts val="1800"/>
              <a:buNone/>
              <a:defRPr sz="1800">
                <a:solidFill>
                  <a:schemeClr val="accent1"/>
                </a:solidFill>
              </a:defRPr>
            </a:lvl7pPr>
            <a:lvl8pPr lvl="7" algn="r">
              <a:lnSpc>
                <a:spcPct val="100000"/>
              </a:lnSpc>
              <a:spcBef>
                <a:spcPts val="0"/>
              </a:spcBef>
              <a:spcAft>
                <a:spcPts val="0"/>
              </a:spcAft>
              <a:buClr>
                <a:schemeClr val="accent1"/>
              </a:buClr>
              <a:buSzPts val="1800"/>
              <a:buNone/>
              <a:defRPr sz="1800">
                <a:solidFill>
                  <a:schemeClr val="accent1"/>
                </a:solidFill>
              </a:defRPr>
            </a:lvl8pPr>
            <a:lvl9pPr lvl="8" algn="r">
              <a:lnSpc>
                <a:spcPct val="100000"/>
              </a:lnSpc>
              <a:spcBef>
                <a:spcPts val="0"/>
              </a:spcBef>
              <a:spcAft>
                <a:spcPts val="0"/>
              </a:spcAft>
              <a:buClr>
                <a:schemeClr val="accent1"/>
              </a:buClr>
              <a:buSzPts val="1800"/>
              <a:buNone/>
              <a:defRPr sz="1800">
                <a:solidFill>
                  <a:schemeClr val="accent1"/>
                </a:solidFill>
              </a:defRPr>
            </a:lvl9pPr>
          </a:lstStyle>
          <a:p/>
        </p:txBody>
      </p:sp>
      <p:grpSp>
        <p:nvGrpSpPr>
          <p:cNvPr id="1459" name="Google Shape;1459;p187"/>
          <p:cNvGrpSpPr/>
          <p:nvPr/>
        </p:nvGrpSpPr>
        <p:grpSpPr>
          <a:xfrm flipH="1">
            <a:off x="6914055" y="-80449"/>
            <a:ext cx="2277317" cy="5304377"/>
            <a:chOff x="224725" y="566950"/>
            <a:chExt cx="1850875" cy="4311100"/>
          </a:xfrm>
        </p:grpSpPr>
        <p:sp>
          <p:nvSpPr>
            <p:cNvPr id="1460" name="Google Shape;1460;p187"/>
            <p:cNvSpPr/>
            <p:nvPr/>
          </p:nvSpPr>
          <p:spPr>
            <a:xfrm>
              <a:off x="1914975" y="566950"/>
              <a:ext cx="160625" cy="2033000"/>
            </a:xfrm>
            <a:custGeom>
              <a:rect b="b" l="l" r="r" t="t"/>
              <a:pathLst>
                <a:path extrusionOk="0" h="81320" w="6425">
                  <a:moveTo>
                    <a:pt x="126" y="1"/>
                  </a:moveTo>
                  <a:cubicBezTo>
                    <a:pt x="81" y="1"/>
                    <a:pt x="44" y="24"/>
                    <a:pt x="27" y="57"/>
                  </a:cubicBezTo>
                  <a:cubicBezTo>
                    <a:pt x="27" y="84"/>
                    <a:pt x="27" y="110"/>
                    <a:pt x="27" y="137"/>
                  </a:cubicBezTo>
                  <a:cubicBezTo>
                    <a:pt x="27" y="164"/>
                    <a:pt x="27"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45" y="15394"/>
                    <a:pt x="2945" y="15447"/>
                    <a:pt x="2945" y="15501"/>
                  </a:cubicBezTo>
                  <a:cubicBezTo>
                    <a:pt x="2998" y="17321"/>
                    <a:pt x="1848" y="19248"/>
                    <a:pt x="108" y="20292"/>
                  </a:cubicBezTo>
                  <a:cubicBezTo>
                    <a:pt x="54" y="20292"/>
                    <a:pt x="27" y="20318"/>
                    <a:pt x="27" y="20372"/>
                  </a:cubicBezTo>
                  <a:cubicBezTo>
                    <a:pt x="1" y="20425"/>
                    <a:pt x="27" y="20479"/>
                    <a:pt x="81" y="20506"/>
                  </a:cubicBezTo>
                  <a:cubicBezTo>
                    <a:pt x="1794" y="21496"/>
                    <a:pt x="2865" y="23316"/>
                    <a:pt x="2945" y="25324"/>
                  </a:cubicBezTo>
                  <a:cubicBezTo>
                    <a:pt x="2945" y="25350"/>
                    <a:pt x="2972" y="25404"/>
                    <a:pt x="2998" y="25431"/>
                  </a:cubicBezTo>
                  <a:cubicBezTo>
                    <a:pt x="4952" y="26394"/>
                    <a:pt x="6157" y="28348"/>
                    <a:pt x="6157" y="30543"/>
                  </a:cubicBezTo>
                  <a:cubicBezTo>
                    <a:pt x="6157" y="32711"/>
                    <a:pt x="4952" y="34665"/>
                    <a:pt x="2998" y="35628"/>
                  </a:cubicBezTo>
                  <a:cubicBezTo>
                    <a:pt x="2945" y="35655"/>
                    <a:pt x="2918" y="35709"/>
                    <a:pt x="2945" y="35762"/>
                  </a:cubicBezTo>
                  <a:cubicBezTo>
                    <a:pt x="3106"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1" y="81297"/>
                    <a:pt x="104" y="81320"/>
                    <a:pt x="145" y="81320"/>
                  </a:cubicBezTo>
                  <a:cubicBezTo>
                    <a:pt x="170" y="81320"/>
                    <a:pt x="194" y="81311"/>
                    <a:pt x="215" y="81290"/>
                  </a:cubicBezTo>
                  <a:cubicBezTo>
                    <a:pt x="2008" y="80273"/>
                    <a:pt x="3106" y="78427"/>
                    <a:pt x="3186" y="76366"/>
                  </a:cubicBezTo>
                  <a:cubicBezTo>
                    <a:pt x="5166" y="75322"/>
                    <a:pt x="6424" y="73314"/>
                    <a:pt x="6424" y="71066"/>
                  </a:cubicBezTo>
                  <a:cubicBezTo>
                    <a:pt x="6424" y="68818"/>
                    <a:pt x="5166" y="66784"/>
                    <a:pt x="3186" y="65766"/>
                  </a:cubicBezTo>
                  <a:cubicBezTo>
                    <a:pt x="3106" y="63786"/>
                    <a:pt x="2062" y="61992"/>
                    <a:pt x="375" y="60922"/>
                  </a:cubicBezTo>
                  <a:cubicBezTo>
                    <a:pt x="2062" y="59878"/>
                    <a:pt x="3106" y="58085"/>
                    <a:pt x="3186" y="56104"/>
                  </a:cubicBezTo>
                  <a:cubicBezTo>
                    <a:pt x="5166" y="55060"/>
                    <a:pt x="6424" y="53053"/>
                    <a:pt x="6424" y="50804"/>
                  </a:cubicBezTo>
                  <a:cubicBezTo>
                    <a:pt x="6424" y="48556"/>
                    <a:pt x="5166" y="46522"/>
                    <a:pt x="3186" y="45505"/>
                  </a:cubicBezTo>
                  <a:cubicBezTo>
                    <a:pt x="3159" y="43604"/>
                    <a:pt x="2088" y="41731"/>
                    <a:pt x="375" y="40660"/>
                  </a:cubicBezTo>
                  <a:cubicBezTo>
                    <a:pt x="1901" y="39723"/>
                    <a:pt x="3320" y="37877"/>
                    <a:pt x="3186" y="35816"/>
                  </a:cubicBezTo>
                  <a:cubicBezTo>
                    <a:pt x="5193" y="34799"/>
                    <a:pt x="6424" y="32764"/>
                    <a:pt x="6424" y="30543"/>
                  </a:cubicBezTo>
                  <a:cubicBezTo>
                    <a:pt x="6424" y="28295"/>
                    <a:pt x="5166" y="26260"/>
                    <a:pt x="3186" y="25243"/>
                  </a:cubicBezTo>
                  <a:cubicBezTo>
                    <a:pt x="3106" y="23236"/>
                    <a:pt x="2062" y="21443"/>
                    <a:pt x="375" y="20399"/>
                  </a:cubicBezTo>
                  <a:cubicBezTo>
                    <a:pt x="2088" y="19328"/>
                    <a:pt x="3186" y="17454"/>
                    <a:pt x="3186" y="15608"/>
                  </a:cubicBezTo>
                  <a:cubicBezTo>
                    <a:pt x="3186" y="15608"/>
                    <a:pt x="3186" y="15581"/>
                    <a:pt x="3186" y="15554"/>
                  </a:cubicBezTo>
                  <a:cubicBezTo>
                    <a:pt x="5166" y="14537"/>
                    <a:pt x="6424" y="12503"/>
                    <a:pt x="6424" y="10255"/>
                  </a:cubicBezTo>
                  <a:cubicBezTo>
                    <a:pt x="6424" y="8033"/>
                    <a:pt x="5166" y="5999"/>
                    <a:pt x="3186" y="4982"/>
                  </a:cubicBezTo>
                  <a:lnTo>
                    <a:pt x="3186" y="4955"/>
                  </a:lnTo>
                  <a:cubicBezTo>
                    <a:pt x="3186" y="3028"/>
                    <a:pt x="2008" y="1074"/>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 name="Google Shape;1461;p187"/>
            <p:cNvSpPr/>
            <p:nvPr/>
          </p:nvSpPr>
          <p:spPr>
            <a:xfrm>
              <a:off x="1761075" y="818875"/>
              <a:ext cx="160625" cy="2032875"/>
            </a:xfrm>
            <a:custGeom>
              <a:rect b="b" l="l" r="r" t="t"/>
              <a:pathLst>
                <a:path extrusionOk="0" h="81315" w="6425">
                  <a:moveTo>
                    <a:pt x="149" y="1"/>
                  </a:moveTo>
                  <a:cubicBezTo>
                    <a:pt x="110" y="1"/>
                    <a:pt x="71" y="20"/>
                    <a:pt x="54" y="70"/>
                  </a:cubicBezTo>
                  <a:cubicBezTo>
                    <a:pt x="27" y="70"/>
                    <a:pt x="27" y="97"/>
                    <a:pt x="27" y="124"/>
                  </a:cubicBezTo>
                  <a:cubicBezTo>
                    <a:pt x="27" y="178"/>
                    <a:pt x="54" y="204"/>
                    <a:pt x="81" y="231"/>
                  </a:cubicBezTo>
                  <a:cubicBezTo>
                    <a:pt x="1821" y="1248"/>
                    <a:pt x="2972" y="3175"/>
                    <a:pt x="2945" y="5022"/>
                  </a:cubicBezTo>
                  <a:cubicBezTo>
                    <a:pt x="2945" y="5076"/>
                    <a:pt x="2972" y="5129"/>
                    <a:pt x="2998" y="5156"/>
                  </a:cubicBezTo>
                  <a:cubicBezTo>
                    <a:pt x="4952" y="6119"/>
                    <a:pt x="6183" y="8073"/>
                    <a:pt x="6183" y="10268"/>
                  </a:cubicBezTo>
                  <a:cubicBezTo>
                    <a:pt x="6183" y="12436"/>
                    <a:pt x="4952" y="14390"/>
                    <a:pt x="2998" y="15354"/>
                  </a:cubicBezTo>
                  <a:cubicBezTo>
                    <a:pt x="2972" y="15380"/>
                    <a:pt x="2945" y="15461"/>
                    <a:pt x="2945" y="15487"/>
                  </a:cubicBezTo>
                  <a:cubicBezTo>
                    <a:pt x="2998" y="17334"/>
                    <a:pt x="1847" y="19235"/>
                    <a:pt x="108" y="20278"/>
                  </a:cubicBezTo>
                  <a:cubicBezTo>
                    <a:pt x="81" y="20278"/>
                    <a:pt x="27" y="20305"/>
                    <a:pt x="27" y="20359"/>
                  </a:cubicBezTo>
                  <a:cubicBezTo>
                    <a:pt x="27" y="20412"/>
                    <a:pt x="27" y="20466"/>
                    <a:pt x="81" y="20493"/>
                  </a:cubicBezTo>
                  <a:cubicBezTo>
                    <a:pt x="1821" y="21510"/>
                    <a:pt x="2891" y="23303"/>
                    <a:pt x="2945" y="25310"/>
                  </a:cubicBezTo>
                  <a:cubicBezTo>
                    <a:pt x="2945" y="25364"/>
                    <a:pt x="2972" y="25391"/>
                    <a:pt x="2998" y="25417"/>
                  </a:cubicBezTo>
                  <a:cubicBezTo>
                    <a:pt x="4952" y="26381"/>
                    <a:pt x="6183" y="28362"/>
                    <a:pt x="6183" y="30530"/>
                  </a:cubicBezTo>
                  <a:cubicBezTo>
                    <a:pt x="6183" y="32698"/>
                    <a:pt x="4952" y="34652"/>
                    <a:pt x="2998" y="35642"/>
                  </a:cubicBezTo>
                  <a:cubicBezTo>
                    <a:pt x="2972" y="35642"/>
                    <a:pt x="2945" y="35695"/>
                    <a:pt x="2945" y="35749"/>
                  </a:cubicBezTo>
                  <a:cubicBezTo>
                    <a:pt x="3105" y="37837"/>
                    <a:pt x="1633" y="39630"/>
                    <a:pt x="108" y="40540"/>
                  </a:cubicBezTo>
                  <a:cubicBezTo>
                    <a:pt x="81" y="40540"/>
                    <a:pt x="27" y="40594"/>
                    <a:pt x="27" y="40620"/>
                  </a:cubicBezTo>
                  <a:cubicBezTo>
                    <a:pt x="27" y="40674"/>
                    <a:pt x="27" y="40727"/>
                    <a:pt x="81" y="40754"/>
                  </a:cubicBezTo>
                  <a:cubicBezTo>
                    <a:pt x="1821" y="41771"/>
                    <a:pt x="2945" y="43645"/>
                    <a:pt x="2945" y="45545"/>
                  </a:cubicBezTo>
                  <a:cubicBezTo>
                    <a:pt x="2945" y="45545"/>
                    <a:pt x="2945" y="45545"/>
                    <a:pt x="2945" y="45572"/>
                  </a:cubicBezTo>
                  <a:cubicBezTo>
                    <a:pt x="2945" y="45626"/>
                    <a:pt x="2972" y="45652"/>
                    <a:pt x="2998" y="45679"/>
                  </a:cubicBezTo>
                  <a:cubicBezTo>
                    <a:pt x="4952" y="46669"/>
                    <a:pt x="6183" y="48623"/>
                    <a:pt x="6183" y="50791"/>
                  </a:cubicBezTo>
                  <a:cubicBezTo>
                    <a:pt x="6183" y="52959"/>
                    <a:pt x="4952" y="54913"/>
                    <a:pt x="2998" y="55904"/>
                  </a:cubicBezTo>
                  <a:cubicBezTo>
                    <a:pt x="2972" y="55930"/>
                    <a:pt x="2945" y="55957"/>
                    <a:pt x="2945" y="56011"/>
                  </a:cubicBezTo>
                  <a:cubicBezTo>
                    <a:pt x="2891" y="57991"/>
                    <a:pt x="1847" y="59785"/>
                    <a:pt x="108" y="60802"/>
                  </a:cubicBezTo>
                  <a:cubicBezTo>
                    <a:pt x="81" y="60828"/>
                    <a:pt x="27" y="60855"/>
                    <a:pt x="27" y="60882"/>
                  </a:cubicBezTo>
                  <a:cubicBezTo>
                    <a:pt x="27" y="60935"/>
                    <a:pt x="27" y="60989"/>
                    <a:pt x="81" y="61016"/>
                  </a:cubicBezTo>
                  <a:cubicBezTo>
                    <a:pt x="1821" y="62033"/>
                    <a:pt x="2891" y="63826"/>
                    <a:pt x="2945" y="65834"/>
                  </a:cubicBezTo>
                  <a:cubicBezTo>
                    <a:pt x="2945" y="65887"/>
                    <a:pt x="2972" y="65914"/>
                    <a:pt x="2998" y="65941"/>
                  </a:cubicBezTo>
                  <a:cubicBezTo>
                    <a:pt x="4952" y="66931"/>
                    <a:pt x="6183" y="68885"/>
                    <a:pt x="6183" y="71053"/>
                  </a:cubicBezTo>
                  <a:cubicBezTo>
                    <a:pt x="6183" y="73221"/>
                    <a:pt x="4952" y="75175"/>
                    <a:pt x="2998" y="76165"/>
                  </a:cubicBezTo>
                  <a:cubicBezTo>
                    <a:pt x="2972" y="76192"/>
                    <a:pt x="2945" y="76219"/>
                    <a:pt x="2945" y="76272"/>
                  </a:cubicBezTo>
                  <a:cubicBezTo>
                    <a:pt x="2891" y="78280"/>
                    <a:pt x="1821" y="80073"/>
                    <a:pt x="81" y="81090"/>
                  </a:cubicBezTo>
                  <a:cubicBezTo>
                    <a:pt x="27" y="81117"/>
                    <a:pt x="1" y="81197"/>
                    <a:pt x="54" y="81251"/>
                  </a:cubicBezTo>
                  <a:cubicBezTo>
                    <a:pt x="74" y="81290"/>
                    <a:pt x="122" y="81315"/>
                    <a:pt x="167" y="81315"/>
                  </a:cubicBezTo>
                  <a:cubicBezTo>
                    <a:pt x="184" y="81315"/>
                    <a:pt x="200" y="81311"/>
                    <a:pt x="215" y="81304"/>
                  </a:cubicBezTo>
                  <a:cubicBezTo>
                    <a:pt x="2008" y="80260"/>
                    <a:pt x="3105" y="78413"/>
                    <a:pt x="3186" y="76352"/>
                  </a:cubicBezTo>
                  <a:cubicBezTo>
                    <a:pt x="5193" y="75309"/>
                    <a:pt x="6424" y="73301"/>
                    <a:pt x="6424" y="71053"/>
                  </a:cubicBezTo>
                  <a:cubicBezTo>
                    <a:pt x="6424" y="68805"/>
                    <a:pt x="5193" y="66797"/>
                    <a:pt x="3186" y="65753"/>
                  </a:cubicBezTo>
                  <a:cubicBezTo>
                    <a:pt x="3132" y="63773"/>
                    <a:pt x="2088" y="61979"/>
                    <a:pt x="402" y="60909"/>
                  </a:cubicBezTo>
                  <a:cubicBezTo>
                    <a:pt x="2088" y="59865"/>
                    <a:pt x="3132" y="58072"/>
                    <a:pt x="3186" y="56091"/>
                  </a:cubicBezTo>
                  <a:cubicBezTo>
                    <a:pt x="5193" y="55047"/>
                    <a:pt x="6424" y="53040"/>
                    <a:pt x="6424" y="50791"/>
                  </a:cubicBezTo>
                  <a:cubicBezTo>
                    <a:pt x="6424" y="48543"/>
                    <a:pt x="5193" y="46536"/>
                    <a:pt x="3186" y="45492"/>
                  </a:cubicBezTo>
                  <a:cubicBezTo>
                    <a:pt x="3186" y="43591"/>
                    <a:pt x="2088" y="41718"/>
                    <a:pt x="402" y="40647"/>
                  </a:cubicBezTo>
                  <a:cubicBezTo>
                    <a:pt x="1901" y="39710"/>
                    <a:pt x="3320" y="37890"/>
                    <a:pt x="3186" y="35829"/>
                  </a:cubicBezTo>
                  <a:cubicBezTo>
                    <a:pt x="5193" y="34785"/>
                    <a:pt x="6424" y="32751"/>
                    <a:pt x="6424" y="30530"/>
                  </a:cubicBezTo>
                  <a:cubicBezTo>
                    <a:pt x="6424" y="28281"/>
                    <a:pt x="5193" y="26247"/>
                    <a:pt x="3186" y="25230"/>
                  </a:cubicBezTo>
                  <a:cubicBezTo>
                    <a:pt x="3105" y="23223"/>
                    <a:pt x="2062" y="21429"/>
                    <a:pt x="402" y="20386"/>
                  </a:cubicBezTo>
                  <a:cubicBezTo>
                    <a:pt x="2115" y="19315"/>
                    <a:pt x="3212" y="17415"/>
                    <a:pt x="3186" y="15541"/>
                  </a:cubicBezTo>
                  <a:cubicBezTo>
                    <a:pt x="5193" y="14524"/>
                    <a:pt x="6424" y="12490"/>
                    <a:pt x="6424" y="10268"/>
                  </a:cubicBezTo>
                  <a:cubicBezTo>
                    <a:pt x="6424" y="8020"/>
                    <a:pt x="5193" y="5986"/>
                    <a:pt x="3186" y="4969"/>
                  </a:cubicBezTo>
                  <a:lnTo>
                    <a:pt x="3186" y="4942"/>
                  </a:lnTo>
                  <a:cubicBezTo>
                    <a:pt x="3186" y="3041"/>
                    <a:pt x="2008" y="1061"/>
                    <a:pt x="215" y="17"/>
                  </a:cubicBezTo>
                  <a:cubicBezTo>
                    <a:pt x="195" y="7"/>
                    <a:pt x="172" y="1"/>
                    <a:pt x="1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 name="Google Shape;1462;p187"/>
            <p:cNvSpPr/>
            <p:nvPr/>
          </p:nvSpPr>
          <p:spPr>
            <a:xfrm>
              <a:off x="1607850" y="566950"/>
              <a:ext cx="159950" cy="2033000"/>
            </a:xfrm>
            <a:custGeom>
              <a:rect b="b" l="l" r="r" t="t"/>
              <a:pathLst>
                <a:path extrusionOk="0" h="81320" w="6398">
                  <a:moveTo>
                    <a:pt x="119" y="1"/>
                  </a:moveTo>
                  <a:cubicBezTo>
                    <a:pt x="81" y="1"/>
                    <a:pt x="44" y="24"/>
                    <a:pt x="27" y="57"/>
                  </a:cubicBezTo>
                  <a:cubicBezTo>
                    <a:pt x="0"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71" y="17347"/>
                    <a:pt x="1847" y="19248"/>
                    <a:pt x="81" y="20292"/>
                  </a:cubicBezTo>
                  <a:cubicBezTo>
                    <a:pt x="54" y="20292"/>
                    <a:pt x="27" y="20318"/>
                    <a:pt x="0"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0"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64" y="58004"/>
                    <a:pt x="1820" y="59798"/>
                    <a:pt x="81" y="60815"/>
                  </a:cubicBezTo>
                  <a:cubicBezTo>
                    <a:pt x="54" y="60815"/>
                    <a:pt x="27" y="60868"/>
                    <a:pt x="0" y="60895"/>
                  </a:cubicBezTo>
                  <a:cubicBezTo>
                    <a:pt x="0" y="60949"/>
                    <a:pt x="27" y="61002"/>
                    <a:pt x="81" y="61029"/>
                  </a:cubicBezTo>
                  <a:cubicBezTo>
                    <a:pt x="1820" y="62046"/>
                    <a:pt x="2864"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64" y="78266"/>
                    <a:pt x="1820" y="80086"/>
                    <a:pt x="81" y="81076"/>
                  </a:cubicBezTo>
                  <a:cubicBezTo>
                    <a:pt x="27" y="81130"/>
                    <a:pt x="0" y="81183"/>
                    <a:pt x="27" y="81264"/>
                  </a:cubicBezTo>
                  <a:cubicBezTo>
                    <a:pt x="44" y="81297"/>
                    <a:pt x="81" y="81320"/>
                    <a:pt x="119" y="81320"/>
                  </a:cubicBezTo>
                  <a:cubicBezTo>
                    <a:pt x="143" y="81320"/>
                    <a:pt x="167" y="81311"/>
                    <a:pt x="188" y="81290"/>
                  </a:cubicBezTo>
                  <a:cubicBezTo>
                    <a:pt x="1981"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61" y="41731"/>
                    <a:pt x="375" y="40660"/>
                  </a:cubicBezTo>
                  <a:cubicBezTo>
                    <a:pt x="1901" y="39723"/>
                    <a:pt x="3292" y="37877"/>
                    <a:pt x="3185" y="35816"/>
                  </a:cubicBezTo>
                  <a:cubicBezTo>
                    <a:pt x="5166" y="34799"/>
                    <a:pt x="6397" y="32764"/>
                    <a:pt x="6397" y="30543"/>
                  </a:cubicBezTo>
                  <a:cubicBezTo>
                    <a:pt x="6397" y="28295"/>
                    <a:pt x="5166" y="26260"/>
                    <a:pt x="3185" y="25243"/>
                  </a:cubicBezTo>
                  <a:cubicBezTo>
                    <a:pt x="3078" y="23236"/>
                    <a:pt x="2061" y="21443"/>
                    <a:pt x="375" y="20399"/>
                  </a:cubicBezTo>
                  <a:cubicBezTo>
                    <a:pt x="2061" y="19328"/>
                    <a:pt x="3185" y="17454"/>
                    <a:pt x="3185" y="15608"/>
                  </a:cubicBezTo>
                  <a:cubicBezTo>
                    <a:pt x="3185" y="15608"/>
                    <a:pt x="3185" y="1558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 name="Google Shape;1463;p187"/>
            <p:cNvSpPr/>
            <p:nvPr/>
          </p:nvSpPr>
          <p:spPr>
            <a:xfrm>
              <a:off x="1453950" y="818875"/>
              <a:ext cx="160600" cy="2032875"/>
            </a:xfrm>
            <a:custGeom>
              <a:rect b="b" l="l" r="r" t="t"/>
              <a:pathLst>
                <a:path extrusionOk="0" h="81315" w="6424">
                  <a:moveTo>
                    <a:pt x="136" y="1"/>
                  </a:moveTo>
                  <a:cubicBezTo>
                    <a:pt x="95" y="1"/>
                    <a:pt x="61" y="20"/>
                    <a:pt x="27" y="70"/>
                  </a:cubicBezTo>
                  <a:cubicBezTo>
                    <a:pt x="27" y="70"/>
                    <a:pt x="27" y="97"/>
                    <a:pt x="27" y="124"/>
                  </a:cubicBezTo>
                  <a:cubicBezTo>
                    <a:pt x="27" y="178"/>
                    <a:pt x="27"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34"/>
                    <a:pt x="2944" y="15487"/>
                  </a:cubicBezTo>
                  <a:cubicBezTo>
                    <a:pt x="2944" y="15514"/>
                    <a:pt x="2944" y="15568"/>
                    <a:pt x="2944" y="15595"/>
                  </a:cubicBezTo>
                  <a:cubicBezTo>
                    <a:pt x="2944" y="17415"/>
                    <a:pt x="1820" y="19261"/>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44" y="35642"/>
                    <a:pt x="2918"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72"/>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27" y="81251"/>
                  </a:cubicBezTo>
                  <a:cubicBezTo>
                    <a:pt x="66" y="81290"/>
                    <a:pt x="120" y="81315"/>
                    <a:pt x="167" y="81315"/>
                  </a:cubicBezTo>
                  <a:cubicBezTo>
                    <a:pt x="184" y="81315"/>
                    <a:pt x="200" y="81311"/>
                    <a:pt x="214" y="81304"/>
                  </a:cubicBezTo>
                  <a:cubicBezTo>
                    <a:pt x="2008" y="80260"/>
                    <a:pt x="3105" y="78413"/>
                    <a:pt x="3185" y="76352"/>
                  </a:cubicBezTo>
                  <a:cubicBezTo>
                    <a:pt x="5166" y="75309"/>
                    <a:pt x="6424" y="73301"/>
                    <a:pt x="6424" y="71053"/>
                  </a:cubicBezTo>
                  <a:cubicBezTo>
                    <a:pt x="6424" y="68805"/>
                    <a:pt x="5166" y="66797"/>
                    <a:pt x="3185" y="65753"/>
                  </a:cubicBezTo>
                  <a:cubicBezTo>
                    <a:pt x="3105" y="63773"/>
                    <a:pt x="2061" y="61979"/>
                    <a:pt x="375" y="60909"/>
                  </a:cubicBezTo>
                  <a:cubicBezTo>
                    <a:pt x="2061" y="59865"/>
                    <a:pt x="3105" y="58072"/>
                    <a:pt x="3185" y="56091"/>
                  </a:cubicBezTo>
                  <a:cubicBezTo>
                    <a:pt x="5166" y="55047"/>
                    <a:pt x="6424" y="53040"/>
                    <a:pt x="6424" y="50791"/>
                  </a:cubicBezTo>
                  <a:cubicBezTo>
                    <a:pt x="6424" y="48543"/>
                    <a:pt x="5193" y="46536"/>
                    <a:pt x="3185" y="45492"/>
                  </a:cubicBezTo>
                  <a:cubicBezTo>
                    <a:pt x="3159" y="43591"/>
                    <a:pt x="2088" y="41718"/>
                    <a:pt x="375" y="40647"/>
                  </a:cubicBezTo>
                  <a:cubicBezTo>
                    <a:pt x="1901" y="39710"/>
                    <a:pt x="3319" y="37890"/>
                    <a:pt x="3185" y="35829"/>
                  </a:cubicBezTo>
                  <a:cubicBezTo>
                    <a:pt x="5193" y="34785"/>
                    <a:pt x="6424" y="32751"/>
                    <a:pt x="6424" y="30530"/>
                  </a:cubicBezTo>
                  <a:cubicBezTo>
                    <a:pt x="6424" y="28281"/>
                    <a:pt x="5166" y="26247"/>
                    <a:pt x="3185" y="25230"/>
                  </a:cubicBezTo>
                  <a:cubicBezTo>
                    <a:pt x="3105" y="23223"/>
                    <a:pt x="2061" y="21429"/>
                    <a:pt x="375"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cubicBezTo>
                    <a:pt x="3185" y="3041"/>
                    <a:pt x="2008" y="1061"/>
                    <a:pt x="214" y="17"/>
                  </a:cubicBezTo>
                  <a:cubicBezTo>
                    <a:pt x="185" y="7"/>
                    <a:pt x="159" y="1"/>
                    <a:pt x="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 name="Google Shape;1464;p187"/>
            <p:cNvSpPr/>
            <p:nvPr/>
          </p:nvSpPr>
          <p:spPr>
            <a:xfrm>
              <a:off x="1300050" y="566950"/>
              <a:ext cx="160600" cy="2033000"/>
            </a:xfrm>
            <a:custGeom>
              <a:rect b="b" l="l" r="r" t="t"/>
              <a:pathLst>
                <a:path extrusionOk="0" h="81320" w="6424">
                  <a:moveTo>
                    <a:pt x="146" y="1"/>
                  </a:moveTo>
                  <a:cubicBezTo>
                    <a:pt x="107" y="1"/>
                    <a:pt x="70" y="24"/>
                    <a:pt x="54" y="57"/>
                  </a:cubicBezTo>
                  <a:cubicBezTo>
                    <a:pt x="27" y="84"/>
                    <a:pt x="27" y="110"/>
                    <a:pt x="27" y="137"/>
                  </a:cubicBezTo>
                  <a:cubicBezTo>
                    <a:pt x="27" y="164"/>
                    <a:pt x="54" y="217"/>
                    <a:pt x="80" y="244"/>
                  </a:cubicBezTo>
                  <a:cubicBezTo>
                    <a:pt x="1820" y="1261"/>
                    <a:pt x="2971" y="3188"/>
                    <a:pt x="2944" y="5035"/>
                  </a:cubicBezTo>
                  <a:cubicBezTo>
                    <a:pt x="2944" y="5089"/>
                    <a:pt x="2971" y="5142"/>
                    <a:pt x="3025" y="5169"/>
                  </a:cubicBezTo>
                  <a:cubicBezTo>
                    <a:pt x="4952" y="6133"/>
                    <a:pt x="6183" y="8086"/>
                    <a:pt x="6183" y="10255"/>
                  </a:cubicBezTo>
                  <a:cubicBezTo>
                    <a:pt x="6183" y="12449"/>
                    <a:pt x="4952" y="14403"/>
                    <a:pt x="3025" y="15367"/>
                  </a:cubicBezTo>
                  <a:cubicBezTo>
                    <a:pt x="2971" y="15394"/>
                    <a:pt x="2944" y="15447"/>
                    <a:pt x="2944" y="15501"/>
                  </a:cubicBezTo>
                  <a:cubicBezTo>
                    <a:pt x="2998" y="17321"/>
                    <a:pt x="1847" y="19248"/>
                    <a:pt x="107" y="20292"/>
                  </a:cubicBezTo>
                  <a:cubicBezTo>
                    <a:pt x="80" y="20292"/>
                    <a:pt x="54" y="20318"/>
                    <a:pt x="27" y="20372"/>
                  </a:cubicBezTo>
                  <a:cubicBezTo>
                    <a:pt x="27" y="20425"/>
                    <a:pt x="27" y="20479"/>
                    <a:pt x="80" y="20506"/>
                  </a:cubicBezTo>
                  <a:cubicBezTo>
                    <a:pt x="1820" y="21496"/>
                    <a:pt x="2891" y="23316"/>
                    <a:pt x="2944" y="25324"/>
                  </a:cubicBezTo>
                  <a:cubicBezTo>
                    <a:pt x="2944" y="25350"/>
                    <a:pt x="2971" y="25404"/>
                    <a:pt x="3025" y="25431"/>
                  </a:cubicBezTo>
                  <a:cubicBezTo>
                    <a:pt x="4952" y="26394"/>
                    <a:pt x="6183" y="28348"/>
                    <a:pt x="6183" y="30543"/>
                  </a:cubicBezTo>
                  <a:cubicBezTo>
                    <a:pt x="6183" y="32711"/>
                    <a:pt x="4952" y="34665"/>
                    <a:pt x="3025" y="35628"/>
                  </a:cubicBezTo>
                  <a:cubicBezTo>
                    <a:pt x="2971" y="35655"/>
                    <a:pt x="2944" y="35709"/>
                    <a:pt x="2944" y="35762"/>
                  </a:cubicBezTo>
                  <a:cubicBezTo>
                    <a:pt x="3105" y="37823"/>
                    <a:pt x="1633" y="39643"/>
                    <a:pt x="107" y="40553"/>
                  </a:cubicBezTo>
                  <a:cubicBezTo>
                    <a:pt x="80" y="40553"/>
                    <a:pt x="54" y="40580"/>
                    <a:pt x="27" y="40633"/>
                  </a:cubicBezTo>
                  <a:cubicBezTo>
                    <a:pt x="27" y="40687"/>
                    <a:pt x="27" y="40741"/>
                    <a:pt x="80" y="40767"/>
                  </a:cubicBezTo>
                  <a:cubicBezTo>
                    <a:pt x="1820" y="41784"/>
                    <a:pt x="2944" y="43658"/>
                    <a:pt x="2944" y="45532"/>
                  </a:cubicBezTo>
                  <a:cubicBezTo>
                    <a:pt x="2944" y="45558"/>
                    <a:pt x="2944" y="45558"/>
                    <a:pt x="2944" y="45585"/>
                  </a:cubicBezTo>
                  <a:cubicBezTo>
                    <a:pt x="2944" y="45612"/>
                    <a:pt x="2971" y="45665"/>
                    <a:pt x="3025" y="45692"/>
                  </a:cubicBezTo>
                  <a:cubicBezTo>
                    <a:pt x="4952" y="46656"/>
                    <a:pt x="6183" y="48636"/>
                    <a:pt x="6183" y="50804"/>
                  </a:cubicBezTo>
                  <a:cubicBezTo>
                    <a:pt x="6183" y="52972"/>
                    <a:pt x="4952" y="54926"/>
                    <a:pt x="3025" y="55917"/>
                  </a:cubicBezTo>
                  <a:cubicBezTo>
                    <a:pt x="2971" y="55917"/>
                    <a:pt x="2944" y="55970"/>
                    <a:pt x="2944" y="56024"/>
                  </a:cubicBezTo>
                  <a:cubicBezTo>
                    <a:pt x="2891" y="58004"/>
                    <a:pt x="1847" y="59798"/>
                    <a:pt x="107" y="60815"/>
                  </a:cubicBezTo>
                  <a:cubicBezTo>
                    <a:pt x="80" y="60815"/>
                    <a:pt x="54" y="60868"/>
                    <a:pt x="27" y="60895"/>
                  </a:cubicBezTo>
                  <a:cubicBezTo>
                    <a:pt x="27" y="60949"/>
                    <a:pt x="27" y="61002"/>
                    <a:pt x="80" y="61029"/>
                  </a:cubicBezTo>
                  <a:cubicBezTo>
                    <a:pt x="1820" y="62046"/>
                    <a:pt x="2891" y="63839"/>
                    <a:pt x="2944" y="65847"/>
                  </a:cubicBezTo>
                  <a:cubicBezTo>
                    <a:pt x="2944" y="65900"/>
                    <a:pt x="2971" y="65927"/>
                    <a:pt x="3025" y="65954"/>
                  </a:cubicBezTo>
                  <a:cubicBezTo>
                    <a:pt x="4952" y="66944"/>
                    <a:pt x="6183" y="68898"/>
                    <a:pt x="6183" y="71066"/>
                  </a:cubicBezTo>
                  <a:cubicBezTo>
                    <a:pt x="6183" y="73234"/>
                    <a:pt x="4952" y="75188"/>
                    <a:pt x="3025" y="76178"/>
                  </a:cubicBezTo>
                  <a:cubicBezTo>
                    <a:pt x="2971" y="76178"/>
                    <a:pt x="2944" y="76232"/>
                    <a:pt x="2944" y="76285"/>
                  </a:cubicBezTo>
                  <a:cubicBezTo>
                    <a:pt x="2891" y="78266"/>
                    <a:pt x="1820" y="80086"/>
                    <a:pt x="80" y="81076"/>
                  </a:cubicBezTo>
                  <a:cubicBezTo>
                    <a:pt x="27" y="81130"/>
                    <a:pt x="0" y="81183"/>
                    <a:pt x="54" y="81264"/>
                  </a:cubicBezTo>
                  <a:cubicBezTo>
                    <a:pt x="70" y="81297"/>
                    <a:pt x="107" y="81320"/>
                    <a:pt x="146" y="81320"/>
                  </a:cubicBezTo>
                  <a:cubicBezTo>
                    <a:pt x="169" y="81320"/>
                    <a:pt x="194" y="81311"/>
                    <a:pt x="214" y="81290"/>
                  </a:cubicBezTo>
                  <a:cubicBezTo>
                    <a:pt x="2007" y="80273"/>
                    <a:pt x="3105" y="78427"/>
                    <a:pt x="3185" y="76366"/>
                  </a:cubicBezTo>
                  <a:cubicBezTo>
                    <a:pt x="5193" y="75322"/>
                    <a:pt x="6424" y="73314"/>
                    <a:pt x="6424" y="71066"/>
                  </a:cubicBezTo>
                  <a:cubicBezTo>
                    <a:pt x="6424" y="68818"/>
                    <a:pt x="5193" y="66784"/>
                    <a:pt x="3185" y="65766"/>
                  </a:cubicBezTo>
                  <a:cubicBezTo>
                    <a:pt x="3132" y="63786"/>
                    <a:pt x="2088" y="61992"/>
                    <a:pt x="402" y="60922"/>
                  </a:cubicBezTo>
                  <a:cubicBezTo>
                    <a:pt x="2088" y="59878"/>
                    <a:pt x="3132" y="58085"/>
                    <a:pt x="3185" y="56104"/>
                  </a:cubicBezTo>
                  <a:cubicBezTo>
                    <a:pt x="5193" y="55060"/>
                    <a:pt x="6424" y="53053"/>
                    <a:pt x="6424" y="50804"/>
                  </a:cubicBezTo>
                  <a:cubicBezTo>
                    <a:pt x="6424" y="48556"/>
                    <a:pt x="5193" y="46522"/>
                    <a:pt x="3185" y="45505"/>
                  </a:cubicBezTo>
                  <a:cubicBezTo>
                    <a:pt x="3185" y="43604"/>
                    <a:pt x="2088" y="41731"/>
                    <a:pt x="402" y="40660"/>
                  </a:cubicBezTo>
                  <a:cubicBezTo>
                    <a:pt x="1927" y="39723"/>
                    <a:pt x="3319" y="37903"/>
                    <a:pt x="3212" y="35816"/>
                  </a:cubicBezTo>
                  <a:cubicBezTo>
                    <a:pt x="5193" y="34799"/>
                    <a:pt x="6424" y="32764"/>
                    <a:pt x="6424" y="30543"/>
                  </a:cubicBezTo>
                  <a:cubicBezTo>
                    <a:pt x="6424" y="28295"/>
                    <a:pt x="5193" y="26260"/>
                    <a:pt x="3185" y="25243"/>
                  </a:cubicBezTo>
                  <a:cubicBezTo>
                    <a:pt x="3105" y="23236"/>
                    <a:pt x="2061" y="21443"/>
                    <a:pt x="402" y="20399"/>
                  </a:cubicBezTo>
                  <a:cubicBezTo>
                    <a:pt x="2088" y="19328"/>
                    <a:pt x="3185" y="17454"/>
                    <a:pt x="3185" y="15608"/>
                  </a:cubicBezTo>
                  <a:cubicBezTo>
                    <a:pt x="3185" y="15608"/>
                    <a:pt x="3185" y="15581"/>
                    <a:pt x="3185" y="15554"/>
                  </a:cubicBezTo>
                  <a:cubicBezTo>
                    <a:pt x="5193" y="14537"/>
                    <a:pt x="6424" y="12503"/>
                    <a:pt x="6424" y="10255"/>
                  </a:cubicBezTo>
                  <a:cubicBezTo>
                    <a:pt x="6424" y="8033"/>
                    <a:pt x="5193" y="5999"/>
                    <a:pt x="3185" y="4982"/>
                  </a:cubicBezTo>
                  <a:lnTo>
                    <a:pt x="3185" y="4955"/>
                  </a:lnTo>
                  <a:cubicBezTo>
                    <a:pt x="3185" y="3028"/>
                    <a:pt x="2007" y="1074"/>
                    <a:pt x="214" y="30"/>
                  </a:cubicBezTo>
                  <a:cubicBezTo>
                    <a:pt x="194" y="10"/>
                    <a:pt x="169"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 name="Google Shape;1465;p187"/>
            <p:cNvSpPr/>
            <p:nvPr/>
          </p:nvSpPr>
          <p:spPr>
            <a:xfrm>
              <a:off x="1146800" y="818875"/>
              <a:ext cx="159950" cy="2032875"/>
            </a:xfrm>
            <a:custGeom>
              <a:rect b="b" l="l" r="r" t="t"/>
              <a:pathLst>
                <a:path extrusionOk="0" h="81315" w="6398">
                  <a:moveTo>
                    <a:pt x="123" y="1"/>
                  </a:moveTo>
                  <a:cubicBezTo>
                    <a:pt x="83" y="1"/>
                    <a:pt x="44" y="20"/>
                    <a:pt x="28" y="70"/>
                  </a:cubicBezTo>
                  <a:cubicBezTo>
                    <a:pt x="28" y="70"/>
                    <a:pt x="1" y="97"/>
                    <a:pt x="1" y="124"/>
                  </a:cubicBezTo>
                  <a:cubicBezTo>
                    <a:pt x="1" y="178"/>
                    <a:pt x="28" y="204"/>
                    <a:pt x="81" y="231"/>
                  </a:cubicBezTo>
                  <a:cubicBezTo>
                    <a:pt x="1821" y="1248"/>
                    <a:pt x="2972" y="3175"/>
                    <a:pt x="2918" y="5022"/>
                  </a:cubicBezTo>
                  <a:cubicBezTo>
                    <a:pt x="2918" y="5076"/>
                    <a:pt x="2945" y="5129"/>
                    <a:pt x="2998" y="5156"/>
                  </a:cubicBezTo>
                  <a:cubicBezTo>
                    <a:pt x="4952" y="6119"/>
                    <a:pt x="6157" y="8073"/>
                    <a:pt x="6157" y="10268"/>
                  </a:cubicBezTo>
                  <a:cubicBezTo>
                    <a:pt x="6157" y="12436"/>
                    <a:pt x="4952" y="14390"/>
                    <a:pt x="2998" y="15354"/>
                  </a:cubicBezTo>
                  <a:cubicBezTo>
                    <a:pt x="2945" y="15380"/>
                    <a:pt x="2918" y="15434"/>
                    <a:pt x="2918" y="15487"/>
                  </a:cubicBezTo>
                  <a:cubicBezTo>
                    <a:pt x="2998" y="17334"/>
                    <a:pt x="1848" y="19235"/>
                    <a:pt x="81" y="20278"/>
                  </a:cubicBezTo>
                  <a:cubicBezTo>
                    <a:pt x="54" y="20278"/>
                    <a:pt x="28" y="20305"/>
                    <a:pt x="1" y="20359"/>
                  </a:cubicBezTo>
                  <a:cubicBezTo>
                    <a:pt x="1" y="20412"/>
                    <a:pt x="28" y="20466"/>
                    <a:pt x="81" y="20493"/>
                  </a:cubicBezTo>
                  <a:cubicBezTo>
                    <a:pt x="1794" y="21510"/>
                    <a:pt x="2865" y="23303"/>
                    <a:pt x="2918" y="25310"/>
                  </a:cubicBezTo>
                  <a:cubicBezTo>
                    <a:pt x="2918" y="25364"/>
                    <a:pt x="2945"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079" y="37837"/>
                    <a:pt x="1633" y="39630"/>
                    <a:pt x="81" y="40540"/>
                  </a:cubicBezTo>
                  <a:cubicBezTo>
                    <a:pt x="54" y="40540"/>
                    <a:pt x="28" y="40594"/>
                    <a:pt x="1" y="40620"/>
                  </a:cubicBezTo>
                  <a:cubicBezTo>
                    <a:pt x="1" y="40674"/>
                    <a:pt x="28"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81" y="60802"/>
                  </a:cubicBezTo>
                  <a:cubicBezTo>
                    <a:pt x="54" y="60828"/>
                    <a:pt x="28" y="60855"/>
                    <a:pt x="1" y="60882"/>
                  </a:cubicBezTo>
                  <a:cubicBezTo>
                    <a:pt x="1" y="60935"/>
                    <a:pt x="28"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8" y="81117"/>
                    <a:pt x="1" y="81197"/>
                    <a:pt x="28" y="81251"/>
                  </a:cubicBezTo>
                  <a:cubicBezTo>
                    <a:pt x="47" y="81290"/>
                    <a:pt x="95" y="81315"/>
                    <a:pt x="151" y="81315"/>
                  </a:cubicBezTo>
                  <a:cubicBezTo>
                    <a:pt x="172" y="81315"/>
                    <a:pt x="193" y="81311"/>
                    <a:pt x="215" y="81304"/>
                  </a:cubicBezTo>
                  <a:cubicBezTo>
                    <a:pt x="1981" y="80260"/>
                    <a:pt x="3106" y="78413"/>
                    <a:pt x="3186" y="76352"/>
                  </a:cubicBezTo>
                  <a:cubicBezTo>
                    <a:pt x="5167" y="75309"/>
                    <a:pt x="6398" y="73301"/>
                    <a:pt x="6398" y="71053"/>
                  </a:cubicBezTo>
                  <a:cubicBezTo>
                    <a:pt x="6398" y="68805"/>
                    <a:pt x="5167" y="66797"/>
                    <a:pt x="3186" y="65753"/>
                  </a:cubicBezTo>
                  <a:cubicBezTo>
                    <a:pt x="3106" y="63773"/>
                    <a:pt x="2062" y="61979"/>
                    <a:pt x="375" y="60909"/>
                  </a:cubicBezTo>
                  <a:cubicBezTo>
                    <a:pt x="2062" y="59865"/>
                    <a:pt x="3106" y="58072"/>
                    <a:pt x="3186" y="56091"/>
                  </a:cubicBezTo>
                  <a:cubicBezTo>
                    <a:pt x="5167" y="55047"/>
                    <a:pt x="6398" y="53040"/>
                    <a:pt x="6398" y="50791"/>
                  </a:cubicBezTo>
                  <a:cubicBezTo>
                    <a:pt x="6398" y="48543"/>
                    <a:pt x="5167" y="46536"/>
                    <a:pt x="3186" y="45492"/>
                  </a:cubicBezTo>
                  <a:cubicBezTo>
                    <a:pt x="3159" y="43591"/>
                    <a:pt x="2088" y="41718"/>
                    <a:pt x="375" y="40647"/>
                  </a:cubicBezTo>
                  <a:cubicBezTo>
                    <a:pt x="1901" y="39710"/>
                    <a:pt x="3293" y="37890"/>
                    <a:pt x="3186" y="35829"/>
                  </a:cubicBezTo>
                  <a:cubicBezTo>
                    <a:pt x="5167" y="34785"/>
                    <a:pt x="6398" y="32751"/>
                    <a:pt x="6398" y="30530"/>
                  </a:cubicBezTo>
                  <a:cubicBezTo>
                    <a:pt x="6398" y="28281"/>
                    <a:pt x="5167" y="26247"/>
                    <a:pt x="3186" y="25230"/>
                  </a:cubicBezTo>
                  <a:cubicBezTo>
                    <a:pt x="3079" y="23223"/>
                    <a:pt x="2062" y="21429"/>
                    <a:pt x="375" y="20386"/>
                  </a:cubicBezTo>
                  <a:cubicBezTo>
                    <a:pt x="2088" y="19315"/>
                    <a:pt x="3186" y="17415"/>
                    <a:pt x="3186" y="15541"/>
                  </a:cubicBezTo>
                  <a:cubicBezTo>
                    <a:pt x="5167" y="14524"/>
                    <a:pt x="6398" y="12490"/>
                    <a:pt x="6398" y="10268"/>
                  </a:cubicBezTo>
                  <a:cubicBezTo>
                    <a:pt x="6398" y="8020"/>
                    <a:pt x="5167" y="5986"/>
                    <a:pt x="3186" y="4969"/>
                  </a:cubicBezTo>
                  <a:lnTo>
                    <a:pt x="3186" y="4942"/>
                  </a:lnTo>
                  <a:cubicBezTo>
                    <a:pt x="3186" y="3041"/>
                    <a:pt x="1981" y="1061"/>
                    <a:pt x="188" y="17"/>
                  </a:cubicBezTo>
                  <a:cubicBezTo>
                    <a:pt x="169" y="7"/>
                    <a:pt x="145"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 name="Google Shape;1466;p187"/>
            <p:cNvSpPr/>
            <p:nvPr/>
          </p:nvSpPr>
          <p:spPr>
            <a:xfrm>
              <a:off x="992900" y="566950"/>
              <a:ext cx="160625" cy="2033000"/>
            </a:xfrm>
            <a:custGeom>
              <a:rect b="b" l="l" r="r" t="t"/>
              <a:pathLst>
                <a:path extrusionOk="0" h="81320" w="6425">
                  <a:moveTo>
                    <a:pt x="145" y="1"/>
                  </a:moveTo>
                  <a:cubicBezTo>
                    <a:pt x="104" y="1"/>
                    <a:pt x="60" y="24"/>
                    <a:pt x="27" y="57"/>
                  </a:cubicBezTo>
                  <a:cubicBezTo>
                    <a:pt x="27" y="84"/>
                    <a:pt x="27" y="110"/>
                    <a:pt x="27" y="137"/>
                  </a:cubicBezTo>
                  <a:cubicBezTo>
                    <a:pt x="27" y="164"/>
                    <a:pt x="54"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72" y="15394"/>
                    <a:pt x="2945" y="15447"/>
                    <a:pt x="2945" y="15501"/>
                  </a:cubicBezTo>
                  <a:cubicBezTo>
                    <a:pt x="2998" y="17347"/>
                    <a:pt x="1847" y="19248"/>
                    <a:pt x="108" y="20292"/>
                  </a:cubicBezTo>
                  <a:cubicBezTo>
                    <a:pt x="54" y="20292"/>
                    <a:pt x="27" y="20318"/>
                    <a:pt x="27" y="20372"/>
                  </a:cubicBezTo>
                  <a:cubicBezTo>
                    <a:pt x="1" y="20425"/>
                    <a:pt x="27" y="20479"/>
                    <a:pt x="81" y="20506"/>
                  </a:cubicBezTo>
                  <a:cubicBezTo>
                    <a:pt x="1794" y="21496"/>
                    <a:pt x="2865" y="23289"/>
                    <a:pt x="2945" y="25324"/>
                  </a:cubicBezTo>
                  <a:cubicBezTo>
                    <a:pt x="2945" y="25350"/>
                    <a:pt x="2972" y="25404"/>
                    <a:pt x="2998" y="25431"/>
                  </a:cubicBezTo>
                  <a:cubicBezTo>
                    <a:pt x="4952" y="26394"/>
                    <a:pt x="6157" y="28348"/>
                    <a:pt x="6157" y="30543"/>
                  </a:cubicBezTo>
                  <a:cubicBezTo>
                    <a:pt x="6157" y="32711"/>
                    <a:pt x="4952" y="34665"/>
                    <a:pt x="2998" y="35628"/>
                  </a:cubicBezTo>
                  <a:cubicBezTo>
                    <a:pt x="2972" y="35655"/>
                    <a:pt x="2945" y="35709"/>
                    <a:pt x="2945" y="35762"/>
                  </a:cubicBezTo>
                  <a:cubicBezTo>
                    <a:pt x="3105"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0" y="81297"/>
                    <a:pt x="104" y="81320"/>
                    <a:pt x="145" y="81320"/>
                  </a:cubicBezTo>
                  <a:cubicBezTo>
                    <a:pt x="170" y="81320"/>
                    <a:pt x="194" y="81311"/>
                    <a:pt x="215" y="81290"/>
                  </a:cubicBezTo>
                  <a:cubicBezTo>
                    <a:pt x="2008" y="80273"/>
                    <a:pt x="3105" y="78427"/>
                    <a:pt x="3186" y="76366"/>
                  </a:cubicBezTo>
                  <a:cubicBezTo>
                    <a:pt x="5193" y="75322"/>
                    <a:pt x="6424" y="73314"/>
                    <a:pt x="6424" y="71066"/>
                  </a:cubicBezTo>
                  <a:cubicBezTo>
                    <a:pt x="6424" y="68818"/>
                    <a:pt x="5193" y="66784"/>
                    <a:pt x="3186" y="65766"/>
                  </a:cubicBezTo>
                  <a:cubicBezTo>
                    <a:pt x="3105" y="63786"/>
                    <a:pt x="2088" y="61992"/>
                    <a:pt x="402" y="60922"/>
                  </a:cubicBezTo>
                  <a:cubicBezTo>
                    <a:pt x="2088" y="59878"/>
                    <a:pt x="3105" y="58085"/>
                    <a:pt x="3186" y="56104"/>
                  </a:cubicBezTo>
                  <a:cubicBezTo>
                    <a:pt x="5193" y="55060"/>
                    <a:pt x="6424" y="53053"/>
                    <a:pt x="6424" y="50804"/>
                  </a:cubicBezTo>
                  <a:cubicBezTo>
                    <a:pt x="6424" y="48556"/>
                    <a:pt x="5193" y="46522"/>
                    <a:pt x="3186" y="45505"/>
                  </a:cubicBezTo>
                  <a:cubicBezTo>
                    <a:pt x="3159" y="43604"/>
                    <a:pt x="2088" y="41731"/>
                    <a:pt x="402" y="40660"/>
                  </a:cubicBezTo>
                  <a:cubicBezTo>
                    <a:pt x="1901" y="39723"/>
                    <a:pt x="3320" y="37877"/>
                    <a:pt x="3186" y="35816"/>
                  </a:cubicBezTo>
                  <a:cubicBezTo>
                    <a:pt x="5193" y="34799"/>
                    <a:pt x="6424" y="32764"/>
                    <a:pt x="6424" y="30543"/>
                  </a:cubicBezTo>
                  <a:cubicBezTo>
                    <a:pt x="6424" y="28295"/>
                    <a:pt x="5193" y="26260"/>
                    <a:pt x="3186" y="25243"/>
                  </a:cubicBezTo>
                  <a:cubicBezTo>
                    <a:pt x="3105" y="23236"/>
                    <a:pt x="2062" y="21443"/>
                    <a:pt x="402" y="20399"/>
                  </a:cubicBezTo>
                  <a:cubicBezTo>
                    <a:pt x="2088" y="19328"/>
                    <a:pt x="3186" y="17454"/>
                    <a:pt x="3186" y="15608"/>
                  </a:cubicBezTo>
                  <a:cubicBezTo>
                    <a:pt x="3186" y="15608"/>
                    <a:pt x="3186" y="15581"/>
                    <a:pt x="3186" y="15554"/>
                  </a:cubicBezTo>
                  <a:cubicBezTo>
                    <a:pt x="5193" y="14537"/>
                    <a:pt x="6424" y="12503"/>
                    <a:pt x="6424" y="10255"/>
                  </a:cubicBezTo>
                  <a:cubicBezTo>
                    <a:pt x="6424" y="8033"/>
                    <a:pt x="5193" y="5999"/>
                    <a:pt x="3186" y="4982"/>
                  </a:cubicBezTo>
                  <a:lnTo>
                    <a:pt x="3186" y="4955"/>
                  </a:lnTo>
                  <a:cubicBezTo>
                    <a:pt x="3186" y="3028"/>
                    <a:pt x="2008" y="1074"/>
                    <a:pt x="215" y="30"/>
                  </a:cubicBezTo>
                  <a:cubicBezTo>
                    <a:pt x="194" y="10"/>
                    <a:pt x="170" y="1"/>
                    <a:pt x="1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 name="Google Shape;1467;p187"/>
            <p:cNvSpPr/>
            <p:nvPr/>
          </p:nvSpPr>
          <p:spPr>
            <a:xfrm>
              <a:off x="839675" y="818875"/>
              <a:ext cx="159950" cy="2032875"/>
            </a:xfrm>
            <a:custGeom>
              <a:rect b="b" l="l" r="r" t="t"/>
              <a:pathLst>
                <a:path extrusionOk="0" h="81315" w="6398">
                  <a:moveTo>
                    <a:pt x="122" y="1"/>
                  </a:moveTo>
                  <a:cubicBezTo>
                    <a:pt x="83" y="1"/>
                    <a:pt x="44" y="20"/>
                    <a:pt x="27" y="70"/>
                  </a:cubicBezTo>
                  <a:cubicBezTo>
                    <a:pt x="0" y="70"/>
                    <a:pt x="0" y="97"/>
                    <a:pt x="0" y="124"/>
                  </a:cubicBezTo>
                  <a:cubicBezTo>
                    <a:pt x="0" y="178"/>
                    <a:pt x="27" y="204"/>
                    <a:pt x="54" y="231"/>
                  </a:cubicBezTo>
                  <a:cubicBezTo>
                    <a:pt x="1794" y="1248"/>
                    <a:pt x="2971" y="3175"/>
                    <a:pt x="2918" y="5022"/>
                  </a:cubicBezTo>
                  <a:cubicBezTo>
                    <a:pt x="2918" y="5076"/>
                    <a:pt x="2945" y="5129"/>
                    <a:pt x="2998" y="5156"/>
                  </a:cubicBezTo>
                  <a:cubicBezTo>
                    <a:pt x="4925" y="6119"/>
                    <a:pt x="6156" y="8073"/>
                    <a:pt x="6156" y="10268"/>
                  </a:cubicBezTo>
                  <a:cubicBezTo>
                    <a:pt x="6156" y="12436"/>
                    <a:pt x="4925" y="14390"/>
                    <a:pt x="2998" y="15354"/>
                  </a:cubicBezTo>
                  <a:cubicBezTo>
                    <a:pt x="2945" y="15380"/>
                    <a:pt x="2918" y="15434"/>
                    <a:pt x="2918" y="15487"/>
                  </a:cubicBezTo>
                  <a:cubicBezTo>
                    <a:pt x="2971" y="17334"/>
                    <a:pt x="1847" y="19235"/>
                    <a:pt x="81" y="20278"/>
                  </a:cubicBezTo>
                  <a:cubicBezTo>
                    <a:pt x="54" y="20278"/>
                    <a:pt x="27" y="20305"/>
                    <a:pt x="0" y="20359"/>
                  </a:cubicBezTo>
                  <a:cubicBezTo>
                    <a:pt x="0" y="20412"/>
                    <a:pt x="27" y="20466"/>
                    <a:pt x="54" y="20493"/>
                  </a:cubicBezTo>
                  <a:cubicBezTo>
                    <a:pt x="1794" y="21510"/>
                    <a:pt x="2864" y="23303"/>
                    <a:pt x="2918" y="25310"/>
                  </a:cubicBezTo>
                  <a:cubicBezTo>
                    <a:pt x="2918" y="25364"/>
                    <a:pt x="2945" y="25391"/>
                    <a:pt x="2998" y="25417"/>
                  </a:cubicBezTo>
                  <a:cubicBezTo>
                    <a:pt x="4925" y="26381"/>
                    <a:pt x="6156" y="28362"/>
                    <a:pt x="6156" y="30530"/>
                  </a:cubicBezTo>
                  <a:cubicBezTo>
                    <a:pt x="6156" y="32698"/>
                    <a:pt x="4925" y="34652"/>
                    <a:pt x="2998" y="35642"/>
                  </a:cubicBezTo>
                  <a:cubicBezTo>
                    <a:pt x="2945" y="35642"/>
                    <a:pt x="2918" y="35695"/>
                    <a:pt x="2918" y="35749"/>
                  </a:cubicBezTo>
                  <a:cubicBezTo>
                    <a:pt x="3078" y="37837"/>
                    <a:pt x="1606" y="39630"/>
                    <a:pt x="81" y="40540"/>
                  </a:cubicBezTo>
                  <a:cubicBezTo>
                    <a:pt x="54" y="40540"/>
                    <a:pt x="27" y="40594"/>
                    <a:pt x="0" y="40620"/>
                  </a:cubicBezTo>
                  <a:cubicBezTo>
                    <a:pt x="0" y="40674"/>
                    <a:pt x="27" y="40727"/>
                    <a:pt x="54" y="40754"/>
                  </a:cubicBezTo>
                  <a:cubicBezTo>
                    <a:pt x="1794" y="41771"/>
                    <a:pt x="2918" y="43645"/>
                    <a:pt x="2918" y="45545"/>
                  </a:cubicBezTo>
                  <a:cubicBezTo>
                    <a:pt x="2918" y="45545"/>
                    <a:pt x="2918" y="45545"/>
                    <a:pt x="2918" y="45572"/>
                  </a:cubicBezTo>
                  <a:cubicBezTo>
                    <a:pt x="2918" y="45626"/>
                    <a:pt x="2945" y="45652"/>
                    <a:pt x="2998" y="45679"/>
                  </a:cubicBezTo>
                  <a:cubicBezTo>
                    <a:pt x="4925" y="46669"/>
                    <a:pt x="6156" y="48623"/>
                    <a:pt x="6156" y="50791"/>
                  </a:cubicBezTo>
                  <a:cubicBezTo>
                    <a:pt x="6156" y="52959"/>
                    <a:pt x="4925" y="54913"/>
                    <a:pt x="2998" y="55904"/>
                  </a:cubicBezTo>
                  <a:cubicBezTo>
                    <a:pt x="2945" y="55930"/>
                    <a:pt x="2918" y="55957"/>
                    <a:pt x="2918" y="56011"/>
                  </a:cubicBezTo>
                  <a:cubicBezTo>
                    <a:pt x="2864" y="57991"/>
                    <a:pt x="1820" y="59785"/>
                    <a:pt x="81" y="60802"/>
                  </a:cubicBezTo>
                  <a:cubicBezTo>
                    <a:pt x="54" y="60828"/>
                    <a:pt x="27" y="60855"/>
                    <a:pt x="0" y="60882"/>
                  </a:cubicBezTo>
                  <a:cubicBezTo>
                    <a:pt x="0" y="60935"/>
                    <a:pt x="27" y="60989"/>
                    <a:pt x="54" y="61016"/>
                  </a:cubicBezTo>
                  <a:cubicBezTo>
                    <a:pt x="1794" y="62033"/>
                    <a:pt x="2864" y="63826"/>
                    <a:pt x="2918" y="65834"/>
                  </a:cubicBezTo>
                  <a:cubicBezTo>
                    <a:pt x="2918" y="65887"/>
                    <a:pt x="2945" y="65914"/>
                    <a:pt x="2998" y="65941"/>
                  </a:cubicBezTo>
                  <a:cubicBezTo>
                    <a:pt x="4925" y="66931"/>
                    <a:pt x="6156" y="68885"/>
                    <a:pt x="6156" y="71053"/>
                  </a:cubicBezTo>
                  <a:cubicBezTo>
                    <a:pt x="6156" y="73221"/>
                    <a:pt x="4925" y="75175"/>
                    <a:pt x="2998" y="76165"/>
                  </a:cubicBezTo>
                  <a:cubicBezTo>
                    <a:pt x="2945" y="76192"/>
                    <a:pt x="2918" y="76219"/>
                    <a:pt x="2918" y="76272"/>
                  </a:cubicBezTo>
                  <a:cubicBezTo>
                    <a:pt x="2864" y="78280"/>
                    <a:pt x="1794" y="80073"/>
                    <a:pt x="81" y="81090"/>
                  </a:cubicBezTo>
                  <a:cubicBezTo>
                    <a:pt x="0" y="81117"/>
                    <a:pt x="0" y="81197"/>
                    <a:pt x="27" y="81251"/>
                  </a:cubicBezTo>
                  <a:cubicBezTo>
                    <a:pt x="47" y="81290"/>
                    <a:pt x="95" y="81315"/>
                    <a:pt x="140" y="81315"/>
                  </a:cubicBezTo>
                  <a:cubicBezTo>
                    <a:pt x="157" y="81315"/>
                    <a:pt x="173" y="81311"/>
                    <a:pt x="188" y="81304"/>
                  </a:cubicBezTo>
                  <a:cubicBezTo>
                    <a:pt x="1981" y="80260"/>
                    <a:pt x="3105" y="78413"/>
                    <a:pt x="3159" y="76352"/>
                  </a:cubicBezTo>
                  <a:cubicBezTo>
                    <a:pt x="5166" y="75309"/>
                    <a:pt x="6397" y="73301"/>
                    <a:pt x="6397" y="71053"/>
                  </a:cubicBezTo>
                  <a:cubicBezTo>
                    <a:pt x="6397" y="68805"/>
                    <a:pt x="5166" y="66797"/>
                    <a:pt x="3159" y="65753"/>
                  </a:cubicBezTo>
                  <a:cubicBezTo>
                    <a:pt x="3105" y="63773"/>
                    <a:pt x="2061" y="61979"/>
                    <a:pt x="375" y="60909"/>
                  </a:cubicBezTo>
                  <a:cubicBezTo>
                    <a:pt x="2061" y="59865"/>
                    <a:pt x="3105" y="58072"/>
                    <a:pt x="3159" y="56091"/>
                  </a:cubicBezTo>
                  <a:cubicBezTo>
                    <a:pt x="5166" y="55047"/>
                    <a:pt x="6397" y="53040"/>
                    <a:pt x="6397" y="50791"/>
                  </a:cubicBezTo>
                  <a:cubicBezTo>
                    <a:pt x="6397" y="48543"/>
                    <a:pt x="5166" y="46536"/>
                    <a:pt x="3159" y="45492"/>
                  </a:cubicBezTo>
                  <a:cubicBezTo>
                    <a:pt x="3159" y="43591"/>
                    <a:pt x="2061" y="41718"/>
                    <a:pt x="375" y="40647"/>
                  </a:cubicBezTo>
                  <a:cubicBezTo>
                    <a:pt x="1901" y="39710"/>
                    <a:pt x="3292" y="37890"/>
                    <a:pt x="3185" y="35829"/>
                  </a:cubicBezTo>
                  <a:cubicBezTo>
                    <a:pt x="5166" y="34785"/>
                    <a:pt x="6397" y="32751"/>
                    <a:pt x="6397" y="30530"/>
                  </a:cubicBezTo>
                  <a:cubicBezTo>
                    <a:pt x="6397" y="28281"/>
                    <a:pt x="5166" y="26247"/>
                    <a:pt x="3159" y="25230"/>
                  </a:cubicBezTo>
                  <a:cubicBezTo>
                    <a:pt x="3078" y="23223"/>
                    <a:pt x="2035" y="21429"/>
                    <a:pt x="375" y="20386"/>
                  </a:cubicBezTo>
                  <a:cubicBezTo>
                    <a:pt x="2061" y="19315"/>
                    <a:pt x="3159" y="17441"/>
                    <a:pt x="3159" y="15595"/>
                  </a:cubicBezTo>
                  <a:cubicBezTo>
                    <a:pt x="3159" y="15595"/>
                    <a:pt x="3159" y="15568"/>
                    <a:pt x="3159" y="15541"/>
                  </a:cubicBezTo>
                  <a:cubicBezTo>
                    <a:pt x="5166" y="14524"/>
                    <a:pt x="6397" y="12490"/>
                    <a:pt x="6397" y="10268"/>
                  </a:cubicBezTo>
                  <a:cubicBezTo>
                    <a:pt x="6397" y="8020"/>
                    <a:pt x="5166" y="5986"/>
                    <a:pt x="3159" y="4969"/>
                  </a:cubicBezTo>
                  <a:lnTo>
                    <a:pt x="3159" y="4942"/>
                  </a:lnTo>
                  <a:cubicBezTo>
                    <a:pt x="3159" y="3041"/>
                    <a:pt x="1981" y="1061"/>
                    <a:pt x="188" y="17"/>
                  </a:cubicBezTo>
                  <a:cubicBezTo>
                    <a:pt x="168" y="7"/>
                    <a:pt x="145" y="1"/>
                    <a:pt x="1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 name="Google Shape;1468;p187"/>
            <p:cNvSpPr/>
            <p:nvPr/>
          </p:nvSpPr>
          <p:spPr>
            <a:xfrm>
              <a:off x="685775" y="566950"/>
              <a:ext cx="159950" cy="2033000"/>
            </a:xfrm>
            <a:custGeom>
              <a:rect b="b" l="l" r="r" t="t"/>
              <a:pathLst>
                <a:path extrusionOk="0" h="81320" w="6398">
                  <a:moveTo>
                    <a:pt x="119" y="1"/>
                  </a:moveTo>
                  <a:cubicBezTo>
                    <a:pt x="81" y="1"/>
                    <a:pt x="44" y="24"/>
                    <a:pt x="27" y="57"/>
                  </a:cubicBezTo>
                  <a:cubicBezTo>
                    <a:pt x="27"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98" y="17347"/>
                    <a:pt x="1847" y="19248"/>
                    <a:pt x="81" y="20292"/>
                  </a:cubicBezTo>
                  <a:cubicBezTo>
                    <a:pt x="54" y="20292"/>
                    <a:pt x="27" y="20318"/>
                    <a:pt x="27"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27"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91" y="58004"/>
                    <a:pt x="1820" y="59798"/>
                    <a:pt x="81" y="60815"/>
                  </a:cubicBezTo>
                  <a:cubicBezTo>
                    <a:pt x="54" y="60815"/>
                    <a:pt x="27" y="60868"/>
                    <a:pt x="27" y="60895"/>
                  </a:cubicBezTo>
                  <a:cubicBezTo>
                    <a:pt x="0" y="60949"/>
                    <a:pt x="27" y="61002"/>
                    <a:pt x="81" y="61029"/>
                  </a:cubicBezTo>
                  <a:cubicBezTo>
                    <a:pt x="1820" y="62046"/>
                    <a:pt x="2891"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91" y="78293"/>
                    <a:pt x="1820" y="80086"/>
                    <a:pt x="81" y="81076"/>
                  </a:cubicBezTo>
                  <a:cubicBezTo>
                    <a:pt x="27" y="81130"/>
                    <a:pt x="0" y="81183"/>
                    <a:pt x="27" y="81264"/>
                  </a:cubicBezTo>
                  <a:cubicBezTo>
                    <a:pt x="60" y="81297"/>
                    <a:pt x="93" y="81320"/>
                    <a:pt x="133" y="81320"/>
                  </a:cubicBezTo>
                  <a:cubicBezTo>
                    <a:pt x="157" y="81320"/>
                    <a:pt x="184" y="81311"/>
                    <a:pt x="214" y="81290"/>
                  </a:cubicBezTo>
                  <a:cubicBezTo>
                    <a:pt x="2008"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88" y="41731"/>
                    <a:pt x="375" y="40660"/>
                  </a:cubicBezTo>
                  <a:cubicBezTo>
                    <a:pt x="1901" y="39723"/>
                    <a:pt x="3292" y="37903"/>
                    <a:pt x="3185" y="35816"/>
                  </a:cubicBezTo>
                  <a:cubicBezTo>
                    <a:pt x="5166" y="34799"/>
                    <a:pt x="6397" y="32764"/>
                    <a:pt x="6397" y="30543"/>
                  </a:cubicBezTo>
                  <a:cubicBezTo>
                    <a:pt x="6397" y="28295"/>
                    <a:pt x="5166" y="26260"/>
                    <a:pt x="3185" y="25243"/>
                  </a:cubicBezTo>
                  <a:cubicBezTo>
                    <a:pt x="3078" y="23236"/>
                    <a:pt x="2061" y="21443"/>
                    <a:pt x="375" y="20399"/>
                  </a:cubicBezTo>
                  <a:cubicBezTo>
                    <a:pt x="2088" y="19328"/>
                    <a:pt x="3185" y="1740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 name="Google Shape;1469;p187"/>
            <p:cNvSpPr/>
            <p:nvPr/>
          </p:nvSpPr>
          <p:spPr>
            <a:xfrm>
              <a:off x="531875" y="818875"/>
              <a:ext cx="160600" cy="2032875"/>
            </a:xfrm>
            <a:custGeom>
              <a:rect b="b" l="l" r="r" t="t"/>
              <a:pathLst>
                <a:path extrusionOk="0" h="81315" w="6424">
                  <a:moveTo>
                    <a:pt x="147" y="1"/>
                  </a:moveTo>
                  <a:cubicBezTo>
                    <a:pt x="106" y="1"/>
                    <a:pt x="61" y="20"/>
                    <a:pt x="27" y="70"/>
                  </a:cubicBezTo>
                  <a:cubicBezTo>
                    <a:pt x="27" y="70"/>
                    <a:pt x="27" y="97"/>
                    <a:pt x="27" y="124"/>
                  </a:cubicBezTo>
                  <a:cubicBezTo>
                    <a:pt x="27" y="178"/>
                    <a:pt x="54"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61"/>
                    <a:pt x="2944" y="15487"/>
                  </a:cubicBezTo>
                  <a:cubicBezTo>
                    <a:pt x="2998" y="17334"/>
                    <a:pt x="1847" y="19235"/>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71" y="35642"/>
                    <a:pt x="2944"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45"/>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54" y="81251"/>
                  </a:cubicBezTo>
                  <a:cubicBezTo>
                    <a:pt x="73" y="81290"/>
                    <a:pt x="122" y="81315"/>
                    <a:pt x="167" y="81315"/>
                  </a:cubicBezTo>
                  <a:cubicBezTo>
                    <a:pt x="184" y="81315"/>
                    <a:pt x="200" y="81311"/>
                    <a:pt x="214" y="81304"/>
                  </a:cubicBezTo>
                  <a:cubicBezTo>
                    <a:pt x="2008" y="80260"/>
                    <a:pt x="3105" y="78413"/>
                    <a:pt x="3185" y="76352"/>
                  </a:cubicBezTo>
                  <a:cubicBezTo>
                    <a:pt x="5193" y="75309"/>
                    <a:pt x="6424" y="73301"/>
                    <a:pt x="6424" y="71053"/>
                  </a:cubicBezTo>
                  <a:cubicBezTo>
                    <a:pt x="6424" y="68805"/>
                    <a:pt x="5193" y="66797"/>
                    <a:pt x="3185" y="65753"/>
                  </a:cubicBezTo>
                  <a:cubicBezTo>
                    <a:pt x="3105" y="63773"/>
                    <a:pt x="2088" y="61979"/>
                    <a:pt x="402" y="60909"/>
                  </a:cubicBezTo>
                  <a:cubicBezTo>
                    <a:pt x="2088" y="59865"/>
                    <a:pt x="3105" y="58072"/>
                    <a:pt x="3185" y="56091"/>
                  </a:cubicBezTo>
                  <a:cubicBezTo>
                    <a:pt x="5193" y="55047"/>
                    <a:pt x="6424" y="53040"/>
                    <a:pt x="6424" y="50791"/>
                  </a:cubicBezTo>
                  <a:cubicBezTo>
                    <a:pt x="6424" y="48543"/>
                    <a:pt x="5193" y="46536"/>
                    <a:pt x="3185" y="45492"/>
                  </a:cubicBezTo>
                  <a:cubicBezTo>
                    <a:pt x="3185" y="43591"/>
                    <a:pt x="2088" y="41718"/>
                    <a:pt x="402" y="40647"/>
                  </a:cubicBezTo>
                  <a:cubicBezTo>
                    <a:pt x="1900" y="39710"/>
                    <a:pt x="3319" y="37890"/>
                    <a:pt x="3185" y="35829"/>
                  </a:cubicBezTo>
                  <a:cubicBezTo>
                    <a:pt x="5193" y="34785"/>
                    <a:pt x="6424" y="32751"/>
                    <a:pt x="6424" y="30530"/>
                  </a:cubicBezTo>
                  <a:cubicBezTo>
                    <a:pt x="6424" y="28281"/>
                    <a:pt x="5193" y="26247"/>
                    <a:pt x="3185" y="25230"/>
                  </a:cubicBezTo>
                  <a:cubicBezTo>
                    <a:pt x="3105" y="23223"/>
                    <a:pt x="2061" y="21429"/>
                    <a:pt x="402"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lnTo>
                    <a:pt x="3185" y="4942"/>
                  </a:lnTo>
                  <a:cubicBezTo>
                    <a:pt x="3185" y="3041"/>
                    <a:pt x="2008" y="1061"/>
                    <a:pt x="214" y="17"/>
                  </a:cubicBezTo>
                  <a:cubicBezTo>
                    <a:pt x="195" y="7"/>
                    <a:pt x="171" y="1"/>
                    <a:pt x="1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 name="Google Shape;1470;p187"/>
            <p:cNvSpPr/>
            <p:nvPr/>
          </p:nvSpPr>
          <p:spPr>
            <a:xfrm>
              <a:off x="378625" y="566950"/>
              <a:ext cx="159950" cy="2033000"/>
            </a:xfrm>
            <a:custGeom>
              <a:rect b="b" l="l" r="r" t="t"/>
              <a:pathLst>
                <a:path extrusionOk="0" h="81320" w="6398">
                  <a:moveTo>
                    <a:pt x="120" y="1"/>
                  </a:moveTo>
                  <a:cubicBezTo>
                    <a:pt x="81" y="1"/>
                    <a:pt x="44" y="24"/>
                    <a:pt x="28" y="57"/>
                  </a:cubicBezTo>
                  <a:cubicBezTo>
                    <a:pt x="1" y="84"/>
                    <a:pt x="1" y="110"/>
                    <a:pt x="1" y="137"/>
                  </a:cubicBezTo>
                  <a:cubicBezTo>
                    <a:pt x="1" y="164"/>
                    <a:pt x="28" y="217"/>
                    <a:pt x="54" y="244"/>
                  </a:cubicBezTo>
                  <a:cubicBezTo>
                    <a:pt x="1821" y="1261"/>
                    <a:pt x="2972" y="3188"/>
                    <a:pt x="2918" y="5035"/>
                  </a:cubicBezTo>
                  <a:cubicBezTo>
                    <a:pt x="2918" y="5116"/>
                    <a:pt x="2945" y="5142"/>
                    <a:pt x="2999" y="5169"/>
                  </a:cubicBezTo>
                  <a:cubicBezTo>
                    <a:pt x="4952" y="6133"/>
                    <a:pt x="6157" y="8086"/>
                    <a:pt x="6157" y="10255"/>
                  </a:cubicBezTo>
                  <a:cubicBezTo>
                    <a:pt x="6157" y="12449"/>
                    <a:pt x="4952" y="14403"/>
                    <a:pt x="2999" y="15367"/>
                  </a:cubicBezTo>
                  <a:cubicBezTo>
                    <a:pt x="2945" y="15394"/>
                    <a:pt x="2918" y="15447"/>
                    <a:pt x="2918" y="15501"/>
                  </a:cubicBezTo>
                  <a:cubicBezTo>
                    <a:pt x="2972" y="17347"/>
                    <a:pt x="1848" y="19248"/>
                    <a:pt x="81" y="20292"/>
                  </a:cubicBezTo>
                  <a:cubicBezTo>
                    <a:pt x="54" y="20292"/>
                    <a:pt x="28" y="20318"/>
                    <a:pt x="1" y="20372"/>
                  </a:cubicBezTo>
                  <a:cubicBezTo>
                    <a:pt x="1" y="20425"/>
                    <a:pt x="28" y="20479"/>
                    <a:pt x="54" y="20506"/>
                  </a:cubicBezTo>
                  <a:cubicBezTo>
                    <a:pt x="1794" y="21496"/>
                    <a:pt x="2865" y="23316"/>
                    <a:pt x="2918" y="25324"/>
                  </a:cubicBezTo>
                  <a:cubicBezTo>
                    <a:pt x="2918" y="25350"/>
                    <a:pt x="2945" y="25404"/>
                    <a:pt x="2999" y="25431"/>
                  </a:cubicBezTo>
                  <a:cubicBezTo>
                    <a:pt x="4952" y="26394"/>
                    <a:pt x="6157" y="28348"/>
                    <a:pt x="6157" y="30543"/>
                  </a:cubicBezTo>
                  <a:cubicBezTo>
                    <a:pt x="6157" y="32711"/>
                    <a:pt x="4952" y="34665"/>
                    <a:pt x="2999" y="35628"/>
                  </a:cubicBezTo>
                  <a:cubicBezTo>
                    <a:pt x="2945" y="35655"/>
                    <a:pt x="2918" y="35709"/>
                    <a:pt x="2918" y="35762"/>
                  </a:cubicBezTo>
                  <a:cubicBezTo>
                    <a:pt x="3079" y="37823"/>
                    <a:pt x="1607" y="39643"/>
                    <a:pt x="81" y="40553"/>
                  </a:cubicBezTo>
                  <a:cubicBezTo>
                    <a:pt x="54" y="40553"/>
                    <a:pt x="28" y="40580"/>
                    <a:pt x="1" y="40633"/>
                  </a:cubicBezTo>
                  <a:cubicBezTo>
                    <a:pt x="1" y="40687"/>
                    <a:pt x="28" y="40741"/>
                    <a:pt x="54" y="40767"/>
                  </a:cubicBezTo>
                  <a:cubicBezTo>
                    <a:pt x="1794" y="41784"/>
                    <a:pt x="2918" y="43658"/>
                    <a:pt x="2918" y="45532"/>
                  </a:cubicBezTo>
                  <a:cubicBezTo>
                    <a:pt x="2918" y="45558"/>
                    <a:pt x="2918" y="45558"/>
                    <a:pt x="2918" y="45585"/>
                  </a:cubicBezTo>
                  <a:cubicBezTo>
                    <a:pt x="2918" y="45612"/>
                    <a:pt x="2945" y="45665"/>
                    <a:pt x="2999" y="45692"/>
                  </a:cubicBezTo>
                  <a:cubicBezTo>
                    <a:pt x="4952" y="46656"/>
                    <a:pt x="6157" y="48636"/>
                    <a:pt x="6157" y="50804"/>
                  </a:cubicBezTo>
                  <a:cubicBezTo>
                    <a:pt x="6157" y="52972"/>
                    <a:pt x="4952" y="54926"/>
                    <a:pt x="2999" y="55917"/>
                  </a:cubicBezTo>
                  <a:cubicBezTo>
                    <a:pt x="2945" y="55917"/>
                    <a:pt x="2918" y="55970"/>
                    <a:pt x="2918" y="56024"/>
                  </a:cubicBezTo>
                  <a:cubicBezTo>
                    <a:pt x="2865" y="58004"/>
                    <a:pt x="1821" y="59798"/>
                    <a:pt x="81" y="60815"/>
                  </a:cubicBezTo>
                  <a:cubicBezTo>
                    <a:pt x="54" y="60815"/>
                    <a:pt x="28" y="60868"/>
                    <a:pt x="1" y="60895"/>
                  </a:cubicBezTo>
                  <a:cubicBezTo>
                    <a:pt x="1" y="60949"/>
                    <a:pt x="28" y="61002"/>
                    <a:pt x="54" y="61029"/>
                  </a:cubicBezTo>
                  <a:cubicBezTo>
                    <a:pt x="1794" y="62046"/>
                    <a:pt x="2865" y="63839"/>
                    <a:pt x="2918" y="65847"/>
                  </a:cubicBezTo>
                  <a:cubicBezTo>
                    <a:pt x="2918" y="65900"/>
                    <a:pt x="2945" y="65927"/>
                    <a:pt x="2999" y="65954"/>
                  </a:cubicBezTo>
                  <a:cubicBezTo>
                    <a:pt x="4952" y="66944"/>
                    <a:pt x="6157" y="68898"/>
                    <a:pt x="6157" y="71066"/>
                  </a:cubicBezTo>
                  <a:cubicBezTo>
                    <a:pt x="6157" y="73234"/>
                    <a:pt x="4952" y="75188"/>
                    <a:pt x="2999" y="76178"/>
                  </a:cubicBezTo>
                  <a:cubicBezTo>
                    <a:pt x="2945" y="76178"/>
                    <a:pt x="2918" y="76232"/>
                    <a:pt x="2918" y="76285"/>
                  </a:cubicBezTo>
                  <a:cubicBezTo>
                    <a:pt x="2865" y="78293"/>
                    <a:pt x="1821" y="80086"/>
                    <a:pt x="81" y="81076"/>
                  </a:cubicBezTo>
                  <a:cubicBezTo>
                    <a:pt x="1" y="81130"/>
                    <a:pt x="1" y="81183"/>
                    <a:pt x="28" y="81264"/>
                  </a:cubicBezTo>
                  <a:cubicBezTo>
                    <a:pt x="44" y="81297"/>
                    <a:pt x="81" y="81320"/>
                    <a:pt x="120" y="81320"/>
                  </a:cubicBezTo>
                  <a:cubicBezTo>
                    <a:pt x="143" y="81320"/>
                    <a:pt x="168" y="81311"/>
                    <a:pt x="188" y="81290"/>
                  </a:cubicBezTo>
                  <a:cubicBezTo>
                    <a:pt x="1981" y="80273"/>
                    <a:pt x="3106" y="78427"/>
                    <a:pt x="3159" y="76366"/>
                  </a:cubicBezTo>
                  <a:cubicBezTo>
                    <a:pt x="5167" y="75322"/>
                    <a:pt x="6398" y="73314"/>
                    <a:pt x="6398" y="71066"/>
                  </a:cubicBezTo>
                  <a:cubicBezTo>
                    <a:pt x="6398" y="68818"/>
                    <a:pt x="5167" y="66784"/>
                    <a:pt x="3159" y="65766"/>
                  </a:cubicBezTo>
                  <a:cubicBezTo>
                    <a:pt x="3106" y="63786"/>
                    <a:pt x="2062" y="61992"/>
                    <a:pt x="376" y="60922"/>
                  </a:cubicBezTo>
                  <a:cubicBezTo>
                    <a:pt x="2062" y="59878"/>
                    <a:pt x="3106" y="58085"/>
                    <a:pt x="3159" y="56104"/>
                  </a:cubicBezTo>
                  <a:cubicBezTo>
                    <a:pt x="5167" y="55060"/>
                    <a:pt x="6398" y="53053"/>
                    <a:pt x="6398" y="50804"/>
                  </a:cubicBezTo>
                  <a:cubicBezTo>
                    <a:pt x="6398" y="48556"/>
                    <a:pt x="5167" y="46522"/>
                    <a:pt x="3159" y="45505"/>
                  </a:cubicBezTo>
                  <a:cubicBezTo>
                    <a:pt x="3159" y="43604"/>
                    <a:pt x="2062" y="41731"/>
                    <a:pt x="376" y="40660"/>
                  </a:cubicBezTo>
                  <a:cubicBezTo>
                    <a:pt x="1901" y="39723"/>
                    <a:pt x="3293" y="37903"/>
                    <a:pt x="3186" y="35816"/>
                  </a:cubicBezTo>
                  <a:cubicBezTo>
                    <a:pt x="5167" y="34799"/>
                    <a:pt x="6398" y="32764"/>
                    <a:pt x="6398" y="30543"/>
                  </a:cubicBezTo>
                  <a:cubicBezTo>
                    <a:pt x="6398" y="28295"/>
                    <a:pt x="5167" y="26260"/>
                    <a:pt x="3159" y="25243"/>
                  </a:cubicBezTo>
                  <a:cubicBezTo>
                    <a:pt x="3079" y="23236"/>
                    <a:pt x="2035" y="21443"/>
                    <a:pt x="376" y="20399"/>
                  </a:cubicBezTo>
                  <a:cubicBezTo>
                    <a:pt x="2089" y="19328"/>
                    <a:pt x="3186" y="17401"/>
                    <a:pt x="3186" y="15554"/>
                  </a:cubicBezTo>
                  <a:cubicBezTo>
                    <a:pt x="5167" y="14537"/>
                    <a:pt x="6398" y="12503"/>
                    <a:pt x="6398" y="10255"/>
                  </a:cubicBezTo>
                  <a:cubicBezTo>
                    <a:pt x="6398" y="8033"/>
                    <a:pt x="5167" y="5999"/>
                    <a:pt x="3186" y="4982"/>
                  </a:cubicBezTo>
                  <a:lnTo>
                    <a:pt x="3186" y="4955"/>
                  </a:lnTo>
                  <a:cubicBezTo>
                    <a:pt x="3186" y="3028"/>
                    <a:pt x="1981" y="1074"/>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 name="Google Shape;1471;p187"/>
            <p:cNvSpPr/>
            <p:nvPr/>
          </p:nvSpPr>
          <p:spPr>
            <a:xfrm>
              <a:off x="224725" y="818875"/>
              <a:ext cx="159950" cy="2032875"/>
            </a:xfrm>
            <a:custGeom>
              <a:rect b="b" l="l" r="r" t="t"/>
              <a:pathLst>
                <a:path extrusionOk="0" h="81315" w="6398">
                  <a:moveTo>
                    <a:pt x="129" y="1"/>
                  </a:moveTo>
                  <a:cubicBezTo>
                    <a:pt x="83" y="1"/>
                    <a:pt x="44" y="20"/>
                    <a:pt x="27" y="70"/>
                  </a:cubicBezTo>
                  <a:cubicBezTo>
                    <a:pt x="27" y="70"/>
                    <a:pt x="1" y="97"/>
                    <a:pt x="1" y="124"/>
                  </a:cubicBezTo>
                  <a:cubicBezTo>
                    <a:pt x="1" y="178"/>
                    <a:pt x="27" y="204"/>
                    <a:pt x="81" y="231"/>
                  </a:cubicBezTo>
                  <a:cubicBezTo>
                    <a:pt x="1821" y="1248"/>
                    <a:pt x="2972" y="3175"/>
                    <a:pt x="2918" y="5022"/>
                  </a:cubicBezTo>
                  <a:cubicBezTo>
                    <a:pt x="2945" y="5076"/>
                    <a:pt x="2945" y="5129"/>
                    <a:pt x="2998" y="5156"/>
                  </a:cubicBezTo>
                  <a:cubicBezTo>
                    <a:pt x="4952" y="6119"/>
                    <a:pt x="6157" y="8073"/>
                    <a:pt x="6157" y="10268"/>
                  </a:cubicBezTo>
                  <a:cubicBezTo>
                    <a:pt x="6157" y="12436"/>
                    <a:pt x="4952" y="14390"/>
                    <a:pt x="2998" y="15354"/>
                  </a:cubicBezTo>
                  <a:cubicBezTo>
                    <a:pt x="2945" y="15380"/>
                    <a:pt x="2918" y="15461"/>
                    <a:pt x="2918" y="15487"/>
                  </a:cubicBezTo>
                  <a:cubicBezTo>
                    <a:pt x="2998" y="17334"/>
                    <a:pt x="1848" y="19235"/>
                    <a:pt x="108" y="20278"/>
                  </a:cubicBezTo>
                  <a:cubicBezTo>
                    <a:pt x="54" y="20278"/>
                    <a:pt x="27" y="20305"/>
                    <a:pt x="27" y="20359"/>
                  </a:cubicBezTo>
                  <a:cubicBezTo>
                    <a:pt x="1" y="20412"/>
                    <a:pt x="27" y="20466"/>
                    <a:pt x="81" y="20493"/>
                  </a:cubicBezTo>
                  <a:cubicBezTo>
                    <a:pt x="1794" y="21510"/>
                    <a:pt x="2865" y="23303"/>
                    <a:pt x="2918" y="25310"/>
                  </a:cubicBezTo>
                  <a:cubicBezTo>
                    <a:pt x="2945" y="25364"/>
                    <a:pt x="2972"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106" y="37837"/>
                    <a:pt x="1633" y="39630"/>
                    <a:pt x="108" y="40540"/>
                  </a:cubicBezTo>
                  <a:cubicBezTo>
                    <a:pt x="54" y="40540"/>
                    <a:pt x="27" y="40594"/>
                    <a:pt x="27" y="40620"/>
                  </a:cubicBezTo>
                  <a:cubicBezTo>
                    <a:pt x="1" y="40674"/>
                    <a:pt x="27"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108" y="60802"/>
                  </a:cubicBezTo>
                  <a:cubicBezTo>
                    <a:pt x="54" y="60828"/>
                    <a:pt x="27" y="60855"/>
                    <a:pt x="27" y="60882"/>
                  </a:cubicBezTo>
                  <a:cubicBezTo>
                    <a:pt x="1" y="60935"/>
                    <a:pt x="27"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7" y="81117"/>
                    <a:pt x="1" y="81197"/>
                    <a:pt x="27" y="81251"/>
                  </a:cubicBezTo>
                  <a:cubicBezTo>
                    <a:pt x="67" y="81290"/>
                    <a:pt x="106" y="81315"/>
                    <a:pt x="156" y="81315"/>
                  </a:cubicBezTo>
                  <a:cubicBezTo>
                    <a:pt x="174" y="81315"/>
                    <a:pt x="193" y="81311"/>
                    <a:pt x="215" y="81304"/>
                  </a:cubicBezTo>
                  <a:cubicBezTo>
                    <a:pt x="2008" y="80260"/>
                    <a:pt x="3106" y="78413"/>
                    <a:pt x="3186" y="76352"/>
                  </a:cubicBezTo>
                  <a:cubicBezTo>
                    <a:pt x="5166" y="75309"/>
                    <a:pt x="6398" y="73301"/>
                    <a:pt x="6398" y="71053"/>
                  </a:cubicBezTo>
                  <a:cubicBezTo>
                    <a:pt x="6398" y="68805"/>
                    <a:pt x="5166" y="66797"/>
                    <a:pt x="3186" y="65753"/>
                  </a:cubicBezTo>
                  <a:cubicBezTo>
                    <a:pt x="3106" y="63773"/>
                    <a:pt x="2062" y="61979"/>
                    <a:pt x="375" y="60909"/>
                  </a:cubicBezTo>
                  <a:cubicBezTo>
                    <a:pt x="2062" y="59865"/>
                    <a:pt x="3106" y="58072"/>
                    <a:pt x="3186" y="56091"/>
                  </a:cubicBezTo>
                  <a:cubicBezTo>
                    <a:pt x="5166" y="55047"/>
                    <a:pt x="6398" y="53040"/>
                    <a:pt x="6398" y="50791"/>
                  </a:cubicBezTo>
                  <a:cubicBezTo>
                    <a:pt x="6398" y="48543"/>
                    <a:pt x="5166" y="46536"/>
                    <a:pt x="3186" y="45492"/>
                  </a:cubicBezTo>
                  <a:cubicBezTo>
                    <a:pt x="3159" y="43591"/>
                    <a:pt x="2088" y="41718"/>
                    <a:pt x="375" y="40647"/>
                  </a:cubicBezTo>
                  <a:cubicBezTo>
                    <a:pt x="1901" y="39710"/>
                    <a:pt x="3320" y="37890"/>
                    <a:pt x="3186" y="35829"/>
                  </a:cubicBezTo>
                  <a:cubicBezTo>
                    <a:pt x="5166" y="34785"/>
                    <a:pt x="6398" y="32751"/>
                    <a:pt x="6398" y="30530"/>
                  </a:cubicBezTo>
                  <a:cubicBezTo>
                    <a:pt x="6398" y="28281"/>
                    <a:pt x="5166" y="26247"/>
                    <a:pt x="3186" y="25230"/>
                  </a:cubicBezTo>
                  <a:cubicBezTo>
                    <a:pt x="3079" y="23223"/>
                    <a:pt x="2062" y="21429"/>
                    <a:pt x="375" y="20386"/>
                  </a:cubicBezTo>
                  <a:cubicBezTo>
                    <a:pt x="2088" y="19315"/>
                    <a:pt x="3186" y="17441"/>
                    <a:pt x="3186" y="15595"/>
                  </a:cubicBezTo>
                  <a:cubicBezTo>
                    <a:pt x="3186" y="15595"/>
                    <a:pt x="3186" y="15568"/>
                    <a:pt x="3186" y="15541"/>
                  </a:cubicBezTo>
                  <a:cubicBezTo>
                    <a:pt x="5166" y="14524"/>
                    <a:pt x="6398" y="12490"/>
                    <a:pt x="6398" y="10268"/>
                  </a:cubicBezTo>
                  <a:cubicBezTo>
                    <a:pt x="6398" y="8020"/>
                    <a:pt x="5166" y="5986"/>
                    <a:pt x="3186" y="4969"/>
                  </a:cubicBezTo>
                  <a:lnTo>
                    <a:pt x="3186" y="4942"/>
                  </a:lnTo>
                  <a:cubicBezTo>
                    <a:pt x="3186" y="3041"/>
                    <a:pt x="1981" y="1061"/>
                    <a:pt x="215" y="17"/>
                  </a:cubicBezTo>
                  <a:cubicBezTo>
                    <a:pt x="185" y="7"/>
                    <a:pt x="156" y="1"/>
                    <a:pt x="1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 name="Google Shape;1472;p187"/>
            <p:cNvSpPr/>
            <p:nvPr/>
          </p:nvSpPr>
          <p:spPr>
            <a:xfrm>
              <a:off x="1914975" y="2593575"/>
              <a:ext cx="160625" cy="2032875"/>
            </a:xfrm>
            <a:custGeom>
              <a:rect b="b" l="l" r="r" t="t"/>
              <a:pathLst>
                <a:path extrusionOk="0" h="81315" w="6425">
                  <a:moveTo>
                    <a:pt x="151" y="1"/>
                  </a:moveTo>
                  <a:cubicBezTo>
                    <a:pt x="95" y="1"/>
                    <a:pt x="47" y="26"/>
                    <a:pt x="27" y="65"/>
                  </a:cubicBezTo>
                  <a:cubicBezTo>
                    <a:pt x="27" y="92"/>
                    <a:pt x="27" y="118"/>
                    <a:pt x="27" y="118"/>
                  </a:cubicBezTo>
                  <a:cubicBezTo>
                    <a:pt x="27" y="172"/>
                    <a:pt x="27"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45" y="15402"/>
                    <a:pt x="2945" y="15428"/>
                    <a:pt x="2945" y="15482"/>
                  </a:cubicBezTo>
                  <a:cubicBezTo>
                    <a:pt x="2998" y="17355"/>
                    <a:pt x="1848"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45" y="35663"/>
                    <a:pt x="2918" y="35717"/>
                    <a:pt x="2945" y="35770"/>
                  </a:cubicBezTo>
                  <a:cubicBezTo>
                    <a:pt x="3106"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45"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6" y="78408"/>
                    <a:pt x="3186" y="76347"/>
                  </a:cubicBezTo>
                  <a:cubicBezTo>
                    <a:pt x="5166" y="75330"/>
                    <a:pt x="6424" y="73296"/>
                    <a:pt x="6424" y="71047"/>
                  </a:cubicBezTo>
                  <a:cubicBezTo>
                    <a:pt x="6424" y="68826"/>
                    <a:pt x="5166" y="66792"/>
                    <a:pt x="3186" y="65748"/>
                  </a:cubicBezTo>
                  <a:cubicBezTo>
                    <a:pt x="3106" y="63767"/>
                    <a:pt x="2062" y="61974"/>
                    <a:pt x="375" y="60930"/>
                  </a:cubicBezTo>
                  <a:cubicBezTo>
                    <a:pt x="2062" y="59859"/>
                    <a:pt x="3106" y="58093"/>
                    <a:pt x="3186" y="56085"/>
                  </a:cubicBezTo>
                  <a:cubicBezTo>
                    <a:pt x="5166" y="55068"/>
                    <a:pt x="6424" y="53034"/>
                    <a:pt x="6424" y="50786"/>
                  </a:cubicBezTo>
                  <a:cubicBezTo>
                    <a:pt x="6424" y="48537"/>
                    <a:pt x="5166" y="46530"/>
                    <a:pt x="3186" y="45486"/>
                  </a:cubicBezTo>
                  <a:cubicBezTo>
                    <a:pt x="3159" y="43586"/>
                    <a:pt x="2088" y="41739"/>
                    <a:pt x="375" y="40668"/>
                  </a:cubicBezTo>
                  <a:cubicBezTo>
                    <a:pt x="1901" y="39705"/>
                    <a:pt x="3320" y="37885"/>
                    <a:pt x="3186" y="35824"/>
                  </a:cubicBezTo>
                  <a:cubicBezTo>
                    <a:pt x="5193" y="34780"/>
                    <a:pt x="6424" y="32772"/>
                    <a:pt x="6424" y="30524"/>
                  </a:cubicBezTo>
                  <a:cubicBezTo>
                    <a:pt x="6424" y="28276"/>
                    <a:pt x="5166" y="26268"/>
                    <a:pt x="3186" y="25225"/>
                  </a:cubicBezTo>
                  <a:cubicBezTo>
                    <a:pt x="3106" y="23244"/>
                    <a:pt x="2062" y="21451"/>
                    <a:pt x="375" y="20407"/>
                  </a:cubicBezTo>
                  <a:cubicBezTo>
                    <a:pt x="2088" y="19336"/>
                    <a:pt x="3186" y="17436"/>
                    <a:pt x="3186" y="15616"/>
                  </a:cubicBezTo>
                  <a:cubicBezTo>
                    <a:pt x="3186" y="15589"/>
                    <a:pt x="3186" y="15562"/>
                    <a:pt x="3186" y="15562"/>
                  </a:cubicBezTo>
                  <a:cubicBezTo>
                    <a:pt x="5166" y="14518"/>
                    <a:pt x="6424" y="12511"/>
                    <a:pt x="6424" y="10263"/>
                  </a:cubicBezTo>
                  <a:cubicBezTo>
                    <a:pt x="6424" y="8014"/>
                    <a:pt x="5166" y="6007"/>
                    <a:pt x="3186" y="4963"/>
                  </a:cubicBezTo>
                  <a:cubicBezTo>
                    <a:pt x="3186" y="3036"/>
                    <a:pt x="2008" y="1055"/>
                    <a:pt x="215" y="11"/>
                  </a:cubicBezTo>
                  <a:cubicBezTo>
                    <a:pt x="193" y="4"/>
                    <a:pt x="172" y="1"/>
                    <a:pt x="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 name="Google Shape;1473;p187"/>
            <p:cNvSpPr/>
            <p:nvPr/>
          </p:nvSpPr>
          <p:spPr>
            <a:xfrm>
              <a:off x="1761075" y="2845375"/>
              <a:ext cx="160625" cy="2032675"/>
            </a:xfrm>
            <a:custGeom>
              <a:rect b="b" l="l" r="r" t="t"/>
              <a:pathLst>
                <a:path extrusionOk="0" h="81307" w="6425">
                  <a:moveTo>
                    <a:pt x="146" y="1"/>
                  </a:moveTo>
                  <a:cubicBezTo>
                    <a:pt x="108" y="1"/>
                    <a:pt x="71" y="24"/>
                    <a:pt x="54" y="57"/>
                  </a:cubicBezTo>
                  <a:cubicBezTo>
                    <a:pt x="27" y="84"/>
                    <a:pt x="27" y="110"/>
                    <a:pt x="27" y="137"/>
                  </a:cubicBezTo>
                  <a:cubicBezTo>
                    <a:pt x="27" y="164"/>
                    <a:pt x="54" y="217"/>
                    <a:pt x="81" y="244"/>
                  </a:cubicBezTo>
                  <a:cubicBezTo>
                    <a:pt x="1821" y="1234"/>
                    <a:pt x="2972" y="3162"/>
                    <a:pt x="2945" y="5035"/>
                  </a:cubicBezTo>
                  <a:cubicBezTo>
                    <a:pt x="2945" y="5089"/>
                    <a:pt x="2972" y="5142"/>
                    <a:pt x="2998" y="5142"/>
                  </a:cubicBezTo>
                  <a:cubicBezTo>
                    <a:pt x="4952" y="6133"/>
                    <a:pt x="6183" y="8086"/>
                    <a:pt x="6183" y="10254"/>
                  </a:cubicBezTo>
                  <a:cubicBezTo>
                    <a:pt x="6183" y="12422"/>
                    <a:pt x="4952" y="14376"/>
                    <a:pt x="2998" y="15367"/>
                  </a:cubicBezTo>
                  <a:cubicBezTo>
                    <a:pt x="2972" y="15393"/>
                    <a:pt x="2945" y="15447"/>
                    <a:pt x="2945" y="15474"/>
                  </a:cubicBezTo>
                  <a:cubicBezTo>
                    <a:pt x="2998" y="17321"/>
                    <a:pt x="1847" y="19248"/>
                    <a:pt x="108" y="20265"/>
                  </a:cubicBezTo>
                  <a:cubicBezTo>
                    <a:pt x="81" y="20292"/>
                    <a:pt x="27" y="20318"/>
                    <a:pt x="27" y="20345"/>
                  </a:cubicBezTo>
                  <a:cubicBezTo>
                    <a:pt x="27" y="20425"/>
                    <a:pt x="27" y="20479"/>
                    <a:pt x="81" y="20506"/>
                  </a:cubicBezTo>
                  <a:cubicBezTo>
                    <a:pt x="1821" y="21496"/>
                    <a:pt x="2891" y="23289"/>
                    <a:pt x="2945" y="25297"/>
                  </a:cubicBezTo>
                  <a:cubicBezTo>
                    <a:pt x="2945" y="25350"/>
                    <a:pt x="2972" y="25404"/>
                    <a:pt x="2998" y="25404"/>
                  </a:cubicBezTo>
                  <a:cubicBezTo>
                    <a:pt x="4952" y="26394"/>
                    <a:pt x="6183" y="28348"/>
                    <a:pt x="6183" y="30516"/>
                  </a:cubicBezTo>
                  <a:cubicBezTo>
                    <a:pt x="6183" y="32684"/>
                    <a:pt x="4952" y="34665"/>
                    <a:pt x="2998" y="35628"/>
                  </a:cubicBezTo>
                  <a:cubicBezTo>
                    <a:pt x="2972" y="35655"/>
                    <a:pt x="2945" y="35709"/>
                    <a:pt x="2945" y="35762"/>
                  </a:cubicBezTo>
                  <a:cubicBezTo>
                    <a:pt x="3105" y="37823"/>
                    <a:pt x="1633" y="39643"/>
                    <a:pt x="108" y="40526"/>
                  </a:cubicBezTo>
                  <a:cubicBezTo>
                    <a:pt x="81" y="40553"/>
                    <a:pt x="27" y="40580"/>
                    <a:pt x="27" y="40633"/>
                  </a:cubicBezTo>
                  <a:cubicBezTo>
                    <a:pt x="27" y="40687"/>
                    <a:pt x="27" y="40741"/>
                    <a:pt x="81" y="40767"/>
                  </a:cubicBezTo>
                  <a:cubicBezTo>
                    <a:pt x="1821" y="41784"/>
                    <a:pt x="2945" y="43631"/>
                    <a:pt x="2945" y="45532"/>
                  </a:cubicBezTo>
                  <a:lnTo>
                    <a:pt x="2945" y="45558"/>
                  </a:lnTo>
                  <a:cubicBezTo>
                    <a:pt x="2945" y="45612"/>
                    <a:pt x="2972" y="45665"/>
                    <a:pt x="2998" y="45692"/>
                  </a:cubicBezTo>
                  <a:cubicBezTo>
                    <a:pt x="4952" y="46656"/>
                    <a:pt x="6183" y="48610"/>
                    <a:pt x="6183" y="50778"/>
                  </a:cubicBezTo>
                  <a:cubicBezTo>
                    <a:pt x="6183" y="52972"/>
                    <a:pt x="4952" y="54926"/>
                    <a:pt x="2998" y="55890"/>
                  </a:cubicBezTo>
                  <a:cubicBezTo>
                    <a:pt x="2972" y="55917"/>
                    <a:pt x="2945" y="55970"/>
                    <a:pt x="2945" y="55997"/>
                  </a:cubicBezTo>
                  <a:cubicBezTo>
                    <a:pt x="2891" y="58004"/>
                    <a:pt x="1847" y="59798"/>
                    <a:pt x="108" y="60815"/>
                  </a:cubicBezTo>
                  <a:cubicBezTo>
                    <a:pt x="81" y="60815"/>
                    <a:pt x="27" y="60841"/>
                    <a:pt x="27" y="60895"/>
                  </a:cubicBezTo>
                  <a:cubicBezTo>
                    <a:pt x="27" y="60949"/>
                    <a:pt x="27" y="61002"/>
                    <a:pt x="81" y="61029"/>
                  </a:cubicBezTo>
                  <a:cubicBezTo>
                    <a:pt x="1821" y="62046"/>
                    <a:pt x="2891" y="63839"/>
                    <a:pt x="2945" y="65847"/>
                  </a:cubicBezTo>
                  <a:cubicBezTo>
                    <a:pt x="2945" y="65873"/>
                    <a:pt x="2972" y="65927"/>
                    <a:pt x="2998" y="65954"/>
                  </a:cubicBezTo>
                  <a:cubicBezTo>
                    <a:pt x="4952" y="66917"/>
                    <a:pt x="6183" y="68871"/>
                    <a:pt x="6183" y="71066"/>
                  </a:cubicBezTo>
                  <a:cubicBezTo>
                    <a:pt x="6183" y="73234"/>
                    <a:pt x="4952" y="75188"/>
                    <a:pt x="2998" y="76151"/>
                  </a:cubicBezTo>
                  <a:cubicBezTo>
                    <a:pt x="2972" y="76178"/>
                    <a:pt x="2945" y="76232"/>
                    <a:pt x="2945" y="76285"/>
                  </a:cubicBezTo>
                  <a:cubicBezTo>
                    <a:pt x="2891" y="78266"/>
                    <a:pt x="1821" y="80059"/>
                    <a:pt x="81" y="81076"/>
                  </a:cubicBezTo>
                  <a:cubicBezTo>
                    <a:pt x="27" y="81103"/>
                    <a:pt x="1" y="81183"/>
                    <a:pt x="54" y="81237"/>
                  </a:cubicBezTo>
                  <a:cubicBezTo>
                    <a:pt x="71" y="81288"/>
                    <a:pt x="110" y="81306"/>
                    <a:pt x="149" y="81306"/>
                  </a:cubicBezTo>
                  <a:cubicBezTo>
                    <a:pt x="172" y="81306"/>
                    <a:pt x="195" y="81300"/>
                    <a:pt x="215" y="81290"/>
                  </a:cubicBezTo>
                  <a:cubicBezTo>
                    <a:pt x="2008" y="80247"/>
                    <a:pt x="3105" y="78400"/>
                    <a:pt x="3186" y="76366"/>
                  </a:cubicBezTo>
                  <a:cubicBezTo>
                    <a:pt x="5193" y="75322"/>
                    <a:pt x="6424" y="73288"/>
                    <a:pt x="6424" y="71066"/>
                  </a:cubicBezTo>
                  <a:cubicBezTo>
                    <a:pt x="6424" y="68818"/>
                    <a:pt x="5193" y="66783"/>
                    <a:pt x="3186" y="65766"/>
                  </a:cubicBezTo>
                  <a:cubicBezTo>
                    <a:pt x="3132" y="63759"/>
                    <a:pt x="2088" y="61992"/>
                    <a:pt x="402" y="60922"/>
                  </a:cubicBezTo>
                  <a:cubicBezTo>
                    <a:pt x="2088" y="59878"/>
                    <a:pt x="3132" y="58085"/>
                    <a:pt x="3186" y="56077"/>
                  </a:cubicBezTo>
                  <a:cubicBezTo>
                    <a:pt x="5193" y="55060"/>
                    <a:pt x="6424" y="53026"/>
                    <a:pt x="6424" y="50778"/>
                  </a:cubicBezTo>
                  <a:cubicBezTo>
                    <a:pt x="6424" y="48556"/>
                    <a:pt x="5193" y="46522"/>
                    <a:pt x="3186" y="45505"/>
                  </a:cubicBezTo>
                  <a:cubicBezTo>
                    <a:pt x="3186" y="43604"/>
                    <a:pt x="2088" y="41731"/>
                    <a:pt x="402" y="40660"/>
                  </a:cubicBezTo>
                  <a:cubicBezTo>
                    <a:pt x="1901" y="39697"/>
                    <a:pt x="3320" y="37877"/>
                    <a:pt x="3186" y="35816"/>
                  </a:cubicBezTo>
                  <a:cubicBezTo>
                    <a:pt x="5193" y="34799"/>
                    <a:pt x="6424" y="32764"/>
                    <a:pt x="6424" y="30516"/>
                  </a:cubicBezTo>
                  <a:cubicBezTo>
                    <a:pt x="6424" y="28268"/>
                    <a:pt x="5193" y="26260"/>
                    <a:pt x="3186" y="25216"/>
                  </a:cubicBezTo>
                  <a:cubicBezTo>
                    <a:pt x="3105" y="23236"/>
                    <a:pt x="2062" y="21442"/>
                    <a:pt x="402" y="20399"/>
                  </a:cubicBezTo>
                  <a:cubicBezTo>
                    <a:pt x="2115" y="19328"/>
                    <a:pt x="3212" y="17401"/>
                    <a:pt x="3186" y="15554"/>
                  </a:cubicBezTo>
                  <a:cubicBezTo>
                    <a:pt x="5193" y="14510"/>
                    <a:pt x="6424" y="12503"/>
                    <a:pt x="6424" y="10254"/>
                  </a:cubicBezTo>
                  <a:cubicBezTo>
                    <a:pt x="6424" y="8006"/>
                    <a:pt x="5193" y="5999"/>
                    <a:pt x="3186" y="4955"/>
                  </a:cubicBezTo>
                  <a:cubicBezTo>
                    <a:pt x="3186" y="3028"/>
                    <a:pt x="2008" y="1047"/>
                    <a:pt x="215" y="30"/>
                  </a:cubicBezTo>
                  <a:cubicBezTo>
                    <a:pt x="194" y="10"/>
                    <a:pt x="170"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 name="Google Shape;1474;p187"/>
            <p:cNvSpPr/>
            <p:nvPr/>
          </p:nvSpPr>
          <p:spPr>
            <a:xfrm>
              <a:off x="1607850" y="2593575"/>
              <a:ext cx="159950" cy="2032875"/>
            </a:xfrm>
            <a:custGeom>
              <a:rect b="b" l="l" r="r" t="t"/>
              <a:pathLst>
                <a:path extrusionOk="0" h="81315" w="6398">
                  <a:moveTo>
                    <a:pt x="140" y="1"/>
                  </a:moveTo>
                  <a:cubicBezTo>
                    <a:pt x="95" y="1"/>
                    <a:pt x="47" y="26"/>
                    <a:pt x="27" y="65"/>
                  </a:cubicBezTo>
                  <a:cubicBezTo>
                    <a:pt x="0"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71" y="17329"/>
                    <a:pt x="1847" y="19256"/>
                    <a:pt x="81" y="20273"/>
                  </a:cubicBezTo>
                  <a:cubicBezTo>
                    <a:pt x="54" y="20300"/>
                    <a:pt x="27" y="20326"/>
                    <a:pt x="0"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0" y="40615"/>
                  </a:cubicBezTo>
                  <a:cubicBezTo>
                    <a:pt x="0" y="40668"/>
                    <a:pt x="27" y="40749"/>
                    <a:pt x="81" y="40775"/>
                  </a:cubicBezTo>
                  <a:cubicBezTo>
                    <a:pt x="1820" y="41766"/>
                    <a:pt x="2918" y="43639"/>
                    <a:pt x="2918" y="45540"/>
                  </a:cubicBezTo>
                  <a:cubicBezTo>
                    <a:pt x="2918" y="45540"/>
                    <a:pt x="2918" y="45566"/>
                    <a:pt x="2918" y="45566"/>
                  </a:cubicBez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64" y="58012"/>
                    <a:pt x="1820" y="59806"/>
                    <a:pt x="81" y="60796"/>
                  </a:cubicBezTo>
                  <a:cubicBezTo>
                    <a:pt x="54" y="60823"/>
                    <a:pt x="27" y="60850"/>
                    <a:pt x="0" y="60903"/>
                  </a:cubicBezTo>
                  <a:cubicBezTo>
                    <a:pt x="0" y="60957"/>
                    <a:pt x="27" y="61010"/>
                    <a:pt x="81" y="61037"/>
                  </a:cubicBezTo>
                  <a:cubicBezTo>
                    <a:pt x="1820" y="62054"/>
                    <a:pt x="2864"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64" y="78274"/>
                    <a:pt x="1820" y="80067"/>
                    <a:pt x="81" y="81084"/>
                  </a:cubicBezTo>
                  <a:cubicBezTo>
                    <a:pt x="27" y="81111"/>
                    <a:pt x="0" y="81191"/>
                    <a:pt x="27" y="81245"/>
                  </a:cubicBezTo>
                  <a:cubicBezTo>
                    <a:pt x="44" y="81296"/>
                    <a:pt x="82" y="81315"/>
                    <a:pt x="122" y="81315"/>
                  </a:cubicBezTo>
                  <a:cubicBezTo>
                    <a:pt x="145" y="81315"/>
                    <a:pt x="168" y="81308"/>
                    <a:pt x="188" y="81299"/>
                  </a:cubicBezTo>
                  <a:cubicBezTo>
                    <a:pt x="1981"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61"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61" y="19336"/>
                    <a:pt x="3185" y="17436"/>
                    <a:pt x="3185" y="15616"/>
                  </a:cubicBezTo>
                  <a:cubicBezTo>
                    <a:pt x="3185" y="15589"/>
                    <a:pt x="3185" y="15562"/>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 name="Google Shape;1475;p187"/>
            <p:cNvSpPr/>
            <p:nvPr/>
          </p:nvSpPr>
          <p:spPr>
            <a:xfrm>
              <a:off x="1453950" y="2845375"/>
              <a:ext cx="160600" cy="2032675"/>
            </a:xfrm>
            <a:custGeom>
              <a:rect b="b" l="l" r="r" t="t"/>
              <a:pathLst>
                <a:path extrusionOk="0" h="81307" w="6424">
                  <a:moveTo>
                    <a:pt x="133" y="1"/>
                  </a:moveTo>
                  <a:cubicBezTo>
                    <a:pt x="93" y="1"/>
                    <a:pt x="60" y="24"/>
                    <a:pt x="27" y="57"/>
                  </a:cubicBezTo>
                  <a:cubicBezTo>
                    <a:pt x="27" y="84"/>
                    <a:pt x="27" y="110"/>
                    <a:pt x="27" y="137"/>
                  </a:cubicBezTo>
                  <a:cubicBezTo>
                    <a:pt x="27" y="164"/>
                    <a:pt x="27" y="217"/>
                    <a:pt x="80" y="244"/>
                  </a:cubicBezTo>
                  <a:cubicBezTo>
                    <a:pt x="1820" y="1234"/>
                    <a:pt x="2971" y="3188"/>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20"/>
                    <a:pt x="2944" y="15474"/>
                  </a:cubicBezTo>
                  <a:cubicBezTo>
                    <a:pt x="2998" y="17347"/>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44" y="35655"/>
                    <a:pt x="2918"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cubicBezTo>
                    <a:pt x="2944" y="45558"/>
                    <a:pt x="2944" y="45558"/>
                    <a:pt x="2944" y="45558"/>
                  </a:cubicBez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27" y="81237"/>
                  </a:cubicBezTo>
                  <a:cubicBezTo>
                    <a:pt x="61" y="81288"/>
                    <a:pt x="106" y="81306"/>
                    <a:pt x="147" y="81306"/>
                  </a:cubicBezTo>
                  <a:cubicBezTo>
                    <a:pt x="172" y="81306"/>
                    <a:pt x="195" y="81300"/>
                    <a:pt x="214" y="81290"/>
                  </a:cubicBezTo>
                  <a:cubicBezTo>
                    <a:pt x="2008" y="80247"/>
                    <a:pt x="3105" y="78400"/>
                    <a:pt x="3185" y="76366"/>
                  </a:cubicBezTo>
                  <a:cubicBezTo>
                    <a:pt x="5166" y="75322"/>
                    <a:pt x="6424" y="73288"/>
                    <a:pt x="6424" y="71066"/>
                  </a:cubicBezTo>
                  <a:cubicBezTo>
                    <a:pt x="6424" y="68818"/>
                    <a:pt x="5166" y="66783"/>
                    <a:pt x="3185" y="65766"/>
                  </a:cubicBezTo>
                  <a:cubicBezTo>
                    <a:pt x="3105" y="63759"/>
                    <a:pt x="2061" y="61992"/>
                    <a:pt x="375" y="60922"/>
                  </a:cubicBezTo>
                  <a:cubicBezTo>
                    <a:pt x="2061" y="59878"/>
                    <a:pt x="3105" y="58085"/>
                    <a:pt x="3185" y="56077"/>
                  </a:cubicBezTo>
                  <a:cubicBezTo>
                    <a:pt x="5166" y="55060"/>
                    <a:pt x="6424" y="53026"/>
                    <a:pt x="6424" y="50778"/>
                  </a:cubicBezTo>
                  <a:cubicBezTo>
                    <a:pt x="6424" y="48556"/>
                    <a:pt x="5193" y="46522"/>
                    <a:pt x="3185" y="45505"/>
                  </a:cubicBezTo>
                  <a:cubicBezTo>
                    <a:pt x="3159" y="43604"/>
                    <a:pt x="2088" y="41731"/>
                    <a:pt x="375" y="40660"/>
                  </a:cubicBezTo>
                  <a:cubicBezTo>
                    <a:pt x="1901" y="39697"/>
                    <a:pt x="3319" y="37877"/>
                    <a:pt x="3185" y="35816"/>
                  </a:cubicBezTo>
                  <a:cubicBezTo>
                    <a:pt x="5193" y="34799"/>
                    <a:pt x="6424" y="32764"/>
                    <a:pt x="6424" y="30516"/>
                  </a:cubicBezTo>
                  <a:cubicBezTo>
                    <a:pt x="6424" y="28268"/>
                    <a:pt x="5166" y="26260"/>
                    <a:pt x="3185" y="25216"/>
                  </a:cubicBezTo>
                  <a:cubicBezTo>
                    <a:pt x="3105" y="23236"/>
                    <a:pt x="2061" y="21442"/>
                    <a:pt x="375"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84" y="10"/>
                    <a:pt x="157" y="1"/>
                    <a:pt x="1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 name="Google Shape;1476;p187"/>
            <p:cNvSpPr/>
            <p:nvPr/>
          </p:nvSpPr>
          <p:spPr>
            <a:xfrm>
              <a:off x="1300050" y="2593575"/>
              <a:ext cx="160600" cy="2032875"/>
            </a:xfrm>
            <a:custGeom>
              <a:rect b="b" l="l" r="r" t="t"/>
              <a:pathLst>
                <a:path extrusionOk="0" h="81315" w="6424">
                  <a:moveTo>
                    <a:pt x="167" y="1"/>
                  </a:moveTo>
                  <a:cubicBezTo>
                    <a:pt x="121" y="1"/>
                    <a:pt x="73" y="26"/>
                    <a:pt x="54" y="65"/>
                  </a:cubicBezTo>
                  <a:cubicBezTo>
                    <a:pt x="27" y="92"/>
                    <a:pt x="27" y="118"/>
                    <a:pt x="27" y="118"/>
                  </a:cubicBezTo>
                  <a:cubicBezTo>
                    <a:pt x="27" y="172"/>
                    <a:pt x="54" y="225"/>
                    <a:pt x="80" y="225"/>
                  </a:cubicBezTo>
                  <a:cubicBezTo>
                    <a:pt x="1820" y="1243"/>
                    <a:pt x="2971" y="3170"/>
                    <a:pt x="2944" y="5043"/>
                  </a:cubicBezTo>
                  <a:cubicBezTo>
                    <a:pt x="2944" y="5070"/>
                    <a:pt x="2971" y="5124"/>
                    <a:pt x="3025" y="5150"/>
                  </a:cubicBezTo>
                  <a:cubicBezTo>
                    <a:pt x="4952" y="6141"/>
                    <a:pt x="6183" y="8095"/>
                    <a:pt x="6183" y="10263"/>
                  </a:cubicBezTo>
                  <a:cubicBezTo>
                    <a:pt x="6183" y="12431"/>
                    <a:pt x="4952" y="14384"/>
                    <a:pt x="3025" y="15375"/>
                  </a:cubicBezTo>
                  <a:cubicBezTo>
                    <a:pt x="2971" y="15402"/>
                    <a:pt x="2944" y="15428"/>
                    <a:pt x="2944" y="15482"/>
                  </a:cubicBezTo>
                  <a:cubicBezTo>
                    <a:pt x="2998" y="17355"/>
                    <a:pt x="1847" y="19256"/>
                    <a:pt x="107" y="20273"/>
                  </a:cubicBezTo>
                  <a:cubicBezTo>
                    <a:pt x="80" y="20300"/>
                    <a:pt x="54" y="20326"/>
                    <a:pt x="27" y="20353"/>
                  </a:cubicBezTo>
                  <a:cubicBezTo>
                    <a:pt x="27" y="20407"/>
                    <a:pt x="27" y="20460"/>
                    <a:pt x="80" y="20514"/>
                  </a:cubicBezTo>
                  <a:cubicBezTo>
                    <a:pt x="1820" y="21504"/>
                    <a:pt x="2891" y="23297"/>
                    <a:pt x="2944" y="25305"/>
                  </a:cubicBezTo>
                  <a:cubicBezTo>
                    <a:pt x="2944" y="25358"/>
                    <a:pt x="2971" y="25385"/>
                    <a:pt x="3025" y="25412"/>
                  </a:cubicBezTo>
                  <a:cubicBezTo>
                    <a:pt x="4952" y="26402"/>
                    <a:pt x="6183" y="28356"/>
                    <a:pt x="6183" y="30524"/>
                  </a:cubicBezTo>
                  <a:cubicBezTo>
                    <a:pt x="6183" y="32692"/>
                    <a:pt x="4952" y="34646"/>
                    <a:pt x="3025" y="35636"/>
                  </a:cubicBezTo>
                  <a:cubicBezTo>
                    <a:pt x="2971" y="35663"/>
                    <a:pt x="2944" y="35717"/>
                    <a:pt x="2944" y="35770"/>
                  </a:cubicBezTo>
                  <a:cubicBezTo>
                    <a:pt x="3105" y="37831"/>
                    <a:pt x="1633" y="39651"/>
                    <a:pt x="107" y="40535"/>
                  </a:cubicBezTo>
                  <a:cubicBezTo>
                    <a:pt x="80" y="40561"/>
                    <a:pt x="54" y="40588"/>
                    <a:pt x="27" y="40615"/>
                  </a:cubicBezTo>
                  <a:cubicBezTo>
                    <a:pt x="27" y="40668"/>
                    <a:pt x="27" y="40749"/>
                    <a:pt x="80" y="40775"/>
                  </a:cubicBezTo>
                  <a:cubicBezTo>
                    <a:pt x="1820" y="41766"/>
                    <a:pt x="2944" y="43639"/>
                    <a:pt x="2944" y="45540"/>
                  </a:cubicBezTo>
                  <a:cubicBezTo>
                    <a:pt x="2944" y="45540"/>
                    <a:pt x="2944" y="45566"/>
                    <a:pt x="2944" y="45566"/>
                  </a:cubicBezTo>
                  <a:cubicBezTo>
                    <a:pt x="2944" y="45620"/>
                    <a:pt x="2971" y="45674"/>
                    <a:pt x="3025" y="45674"/>
                  </a:cubicBezTo>
                  <a:cubicBezTo>
                    <a:pt x="4952" y="46664"/>
                    <a:pt x="6183" y="48618"/>
                    <a:pt x="6183" y="50786"/>
                  </a:cubicBezTo>
                  <a:cubicBezTo>
                    <a:pt x="6183" y="52954"/>
                    <a:pt x="4952" y="54934"/>
                    <a:pt x="3025" y="55898"/>
                  </a:cubicBezTo>
                  <a:cubicBezTo>
                    <a:pt x="2971" y="55925"/>
                    <a:pt x="2944" y="55952"/>
                    <a:pt x="2944" y="56005"/>
                  </a:cubicBezTo>
                  <a:cubicBezTo>
                    <a:pt x="2891" y="58012"/>
                    <a:pt x="1847" y="59806"/>
                    <a:pt x="107" y="60796"/>
                  </a:cubicBezTo>
                  <a:cubicBezTo>
                    <a:pt x="80" y="60823"/>
                    <a:pt x="54" y="60850"/>
                    <a:pt x="27" y="60903"/>
                  </a:cubicBezTo>
                  <a:cubicBezTo>
                    <a:pt x="27" y="60957"/>
                    <a:pt x="27" y="61010"/>
                    <a:pt x="80" y="61037"/>
                  </a:cubicBezTo>
                  <a:cubicBezTo>
                    <a:pt x="1820" y="62054"/>
                    <a:pt x="2891" y="63847"/>
                    <a:pt x="2944" y="65828"/>
                  </a:cubicBezTo>
                  <a:cubicBezTo>
                    <a:pt x="2944" y="65882"/>
                    <a:pt x="2971" y="65935"/>
                    <a:pt x="3025" y="65962"/>
                  </a:cubicBezTo>
                  <a:cubicBezTo>
                    <a:pt x="4952" y="66925"/>
                    <a:pt x="6183" y="68879"/>
                    <a:pt x="6183" y="71047"/>
                  </a:cubicBezTo>
                  <a:cubicBezTo>
                    <a:pt x="6183" y="73242"/>
                    <a:pt x="4952" y="75196"/>
                    <a:pt x="3025" y="76160"/>
                  </a:cubicBezTo>
                  <a:cubicBezTo>
                    <a:pt x="2971" y="76186"/>
                    <a:pt x="2944" y="76240"/>
                    <a:pt x="2944" y="76267"/>
                  </a:cubicBezTo>
                  <a:cubicBezTo>
                    <a:pt x="2891" y="78274"/>
                    <a:pt x="1820" y="80067"/>
                    <a:pt x="80" y="81084"/>
                  </a:cubicBezTo>
                  <a:cubicBezTo>
                    <a:pt x="27" y="81111"/>
                    <a:pt x="0" y="81191"/>
                    <a:pt x="54" y="81245"/>
                  </a:cubicBezTo>
                  <a:cubicBezTo>
                    <a:pt x="71" y="81296"/>
                    <a:pt x="109" y="81315"/>
                    <a:pt x="149" y="81315"/>
                  </a:cubicBezTo>
                  <a:cubicBezTo>
                    <a:pt x="171" y="81315"/>
                    <a:pt x="195" y="81308"/>
                    <a:pt x="214" y="81299"/>
                  </a:cubicBezTo>
                  <a:cubicBezTo>
                    <a:pt x="2007" y="80255"/>
                    <a:pt x="3105" y="78408"/>
                    <a:pt x="3185" y="76347"/>
                  </a:cubicBezTo>
                  <a:cubicBezTo>
                    <a:pt x="5193" y="75330"/>
                    <a:pt x="6424" y="73296"/>
                    <a:pt x="6424" y="71047"/>
                  </a:cubicBezTo>
                  <a:cubicBezTo>
                    <a:pt x="6424" y="68826"/>
                    <a:pt x="5193" y="66792"/>
                    <a:pt x="3185" y="65748"/>
                  </a:cubicBezTo>
                  <a:cubicBezTo>
                    <a:pt x="3132" y="63767"/>
                    <a:pt x="2088" y="61974"/>
                    <a:pt x="402" y="60930"/>
                  </a:cubicBezTo>
                  <a:cubicBezTo>
                    <a:pt x="2088" y="59859"/>
                    <a:pt x="3132" y="58093"/>
                    <a:pt x="3185" y="56085"/>
                  </a:cubicBezTo>
                  <a:cubicBezTo>
                    <a:pt x="5193" y="55068"/>
                    <a:pt x="6424" y="53034"/>
                    <a:pt x="6424" y="50786"/>
                  </a:cubicBezTo>
                  <a:cubicBezTo>
                    <a:pt x="6424" y="48537"/>
                    <a:pt x="5193" y="46530"/>
                    <a:pt x="3185" y="45486"/>
                  </a:cubicBezTo>
                  <a:cubicBezTo>
                    <a:pt x="3185" y="43586"/>
                    <a:pt x="2088" y="41739"/>
                    <a:pt x="402" y="40668"/>
                  </a:cubicBezTo>
                  <a:cubicBezTo>
                    <a:pt x="1927" y="39705"/>
                    <a:pt x="3319" y="37885"/>
                    <a:pt x="3212" y="35824"/>
                  </a:cubicBezTo>
                  <a:cubicBezTo>
                    <a:pt x="5193" y="34780"/>
                    <a:pt x="6424" y="32772"/>
                    <a:pt x="6424" y="30524"/>
                  </a:cubicBezTo>
                  <a:cubicBezTo>
                    <a:pt x="6424" y="28276"/>
                    <a:pt x="5193" y="26268"/>
                    <a:pt x="3185" y="25225"/>
                  </a:cubicBezTo>
                  <a:cubicBezTo>
                    <a:pt x="3105" y="23244"/>
                    <a:pt x="2061" y="21451"/>
                    <a:pt x="402" y="20407"/>
                  </a:cubicBezTo>
                  <a:cubicBezTo>
                    <a:pt x="2088" y="19336"/>
                    <a:pt x="3185" y="17436"/>
                    <a:pt x="3185" y="15616"/>
                  </a:cubicBezTo>
                  <a:cubicBezTo>
                    <a:pt x="3185" y="15589"/>
                    <a:pt x="3185" y="15562"/>
                    <a:pt x="3185" y="15562"/>
                  </a:cubicBezTo>
                  <a:cubicBezTo>
                    <a:pt x="5193" y="14518"/>
                    <a:pt x="6424" y="12511"/>
                    <a:pt x="6424" y="10263"/>
                  </a:cubicBezTo>
                  <a:cubicBezTo>
                    <a:pt x="6424" y="8014"/>
                    <a:pt x="5193" y="6007"/>
                    <a:pt x="3185" y="4963"/>
                  </a:cubicBezTo>
                  <a:cubicBezTo>
                    <a:pt x="3185" y="3036"/>
                    <a:pt x="2007" y="1055"/>
                    <a:pt x="214"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 name="Google Shape;1477;p187"/>
            <p:cNvSpPr/>
            <p:nvPr/>
          </p:nvSpPr>
          <p:spPr>
            <a:xfrm>
              <a:off x="1146800" y="2845375"/>
              <a:ext cx="159950" cy="2032675"/>
            </a:xfrm>
            <a:custGeom>
              <a:rect b="b" l="l" r="r" t="t"/>
              <a:pathLst>
                <a:path extrusionOk="0" h="81307" w="6398">
                  <a:moveTo>
                    <a:pt x="120" y="1"/>
                  </a:moveTo>
                  <a:cubicBezTo>
                    <a:pt x="81" y="1"/>
                    <a:pt x="44" y="24"/>
                    <a:pt x="28" y="57"/>
                  </a:cubicBezTo>
                  <a:cubicBezTo>
                    <a:pt x="28" y="84"/>
                    <a:pt x="1" y="110"/>
                    <a:pt x="1" y="137"/>
                  </a:cubicBezTo>
                  <a:cubicBezTo>
                    <a:pt x="1" y="164"/>
                    <a:pt x="28" y="217"/>
                    <a:pt x="81" y="244"/>
                  </a:cubicBezTo>
                  <a:cubicBezTo>
                    <a:pt x="1821" y="1234"/>
                    <a:pt x="2972" y="3162"/>
                    <a:pt x="2918" y="5035"/>
                  </a:cubicBezTo>
                  <a:cubicBezTo>
                    <a:pt x="2918" y="5089"/>
                    <a:pt x="2945" y="5142"/>
                    <a:pt x="2998" y="5142"/>
                  </a:cubicBezTo>
                  <a:cubicBezTo>
                    <a:pt x="4952" y="6133"/>
                    <a:pt x="6157" y="8086"/>
                    <a:pt x="6157" y="10254"/>
                  </a:cubicBezTo>
                  <a:cubicBezTo>
                    <a:pt x="6157" y="12422"/>
                    <a:pt x="4952" y="14376"/>
                    <a:pt x="2998" y="15367"/>
                  </a:cubicBezTo>
                  <a:cubicBezTo>
                    <a:pt x="2945" y="15393"/>
                    <a:pt x="2918" y="15420"/>
                    <a:pt x="2918" y="15474"/>
                  </a:cubicBezTo>
                  <a:cubicBezTo>
                    <a:pt x="2972" y="17321"/>
                    <a:pt x="1848" y="19248"/>
                    <a:pt x="81" y="20265"/>
                  </a:cubicBezTo>
                  <a:cubicBezTo>
                    <a:pt x="54" y="20292"/>
                    <a:pt x="28" y="20318"/>
                    <a:pt x="1" y="20345"/>
                  </a:cubicBezTo>
                  <a:cubicBezTo>
                    <a:pt x="1" y="20425"/>
                    <a:pt x="28" y="20479"/>
                    <a:pt x="81" y="20506"/>
                  </a:cubicBezTo>
                  <a:cubicBezTo>
                    <a:pt x="1794" y="21496"/>
                    <a:pt x="2865" y="23289"/>
                    <a:pt x="2918" y="25297"/>
                  </a:cubicBezTo>
                  <a:cubicBezTo>
                    <a:pt x="2918" y="25350"/>
                    <a:pt x="2945"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079" y="37823"/>
                    <a:pt x="1633" y="39643"/>
                    <a:pt x="81" y="40526"/>
                  </a:cubicBezTo>
                  <a:cubicBezTo>
                    <a:pt x="54" y="40553"/>
                    <a:pt x="28" y="40580"/>
                    <a:pt x="1" y="40633"/>
                  </a:cubicBezTo>
                  <a:cubicBezTo>
                    <a:pt x="1" y="40687"/>
                    <a:pt x="28" y="40741"/>
                    <a:pt x="81" y="40767"/>
                  </a:cubicBezTo>
                  <a:cubicBezTo>
                    <a:pt x="1821" y="41784"/>
                    <a:pt x="2918" y="43631"/>
                    <a:pt x="2918" y="45532"/>
                  </a:cubicBezTo>
                  <a:cubicBezTo>
                    <a:pt x="2918" y="45532"/>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81" y="60815"/>
                  </a:cubicBezTo>
                  <a:cubicBezTo>
                    <a:pt x="54" y="60815"/>
                    <a:pt x="28" y="60841"/>
                    <a:pt x="1" y="60895"/>
                  </a:cubicBezTo>
                  <a:cubicBezTo>
                    <a:pt x="1" y="60949"/>
                    <a:pt x="28"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8" y="81103"/>
                    <a:pt x="1" y="81183"/>
                    <a:pt x="28" y="81237"/>
                  </a:cubicBezTo>
                  <a:cubicBezTo>
                    <a:pt x="44" y="81288"/>
                    <a:pt x="83" y="81306"/>
                    <a:pt x="129" y="81306"/>
                  </a:cubicBezTo>
                  <a:cubicBezTo>
                    <a:pt x="156" y="81306"/>
                    <a:pt x="185" y="81300"/>
                    <a:pt x="215" y="81290"/>
                  </a:cubicBezTo>
                  <a:cubicBezTo>
                    <a:pt x="1981" y="80247"/>
                    <a:pt x="3106" y="78400"/>
                    <a:pt x="3186" y="76366"/>
                  </a:cubicBezTo>
                  <a:cubicBezTo>
                    <a:pt x="5167" y="75322"/>
                    <a:pt x="6398" y="73288"/>
                    <a:pt x="6398" y="71066"/>
                  </a:cubicBezTo>
                  <a:cubicBezTo>
                    <a:pt x="6398" y="68818"/>
                    <a:pt x="5167" y="66783"/>
                    <a:pt x="3186" y="65766"/>
                  </a:cubicBezTo>
                  <a:cubicBezTo>
                    <a:pt x="3106" y="63759"/>
                    <a:pt x="2062" y="61992"/>
                    <a:pt x="375" y="60922"/>
                  </a:cubicBezTo>
                  <a:cubicBezTo>
                    <a:pt x="2062" y="59878"/>
                    <a:pt x="3106" y="58085"/>
                    <a:pt x="3186" y="56077"/>
                  </a:cubicBezTo>
                  <a:cubicBezTo>
                    <a:pt x="5167" y="55060"/>
                    <a:pt x="6398" y="53026"/>
                    <a:pt x="6398" y="50778"/>
                  </a:cubicBezTo>
                  <a:cubicBezTo>
                    <a:pt x="6398" y="48556"/>
                    <a:pt x="5167" y="46522"/>
                    <a:pt x="3186" y="45505"/>
                  </a:cubicBezTo>
                  <a:cubicBezTo>
                    <a:pt x="3159" y="43604"/>
                    <a:pt x="2088" y="41731"/>
                    <a:pt x="375" y="40660"/>
                  </a:cubicBezTo>
                  <a:cubicBezTo>
                    <a:pt x="1901" y="39697"/>
                    <a:pt x="3293" y="37877"/>
                    <a:pt x="3186" y="35816"/>
                  </a:cubicBezTo>
                  <a:cubicBezTo>
                    <a:pt x="5167" y="34799"/>
                    <a:pt x="6398" y="32764"/>
                    <a:pt x="6398" y="30516"/>
                  </a:cubicBezTo>
                  <a:cubicBezTo>
                    <a:pt x="6398" y="28268"/>
                    <a:pt x="5167" y="26260"/>
                    <a:pt x="3186" y="25216"/>
                  </a:cubicBezTo>
                  <a:cubicBezTo>
                    <a:pt x="3079" y="23236"/>
                    <a:pt x="2062" y="21442"/>
                    <a:pt x="375" y="20399"/>
                  </a:cubicBezTo>
                  <a:cubicBezTo>
                    <a:pt x="2088" y="19328"/>
                    <a:pt x="3186" y="17401"/>
                    <a:pt x="3186" y="15554"/>
                  </a:cubicBezTo>
                  <a:cubicBezTo>
                    <a:pt x="5167" y="14510"/>
                    <a:pt x="6398" y="12503"/>
                    <a:pt x="6398" y="10254"/>
                  </a:cubicBezTo>
                  <a:cubicBezTo>
                    <a:pt x="6398" y="8006"/>
                    <a:pt x="5167" y="5999"/>
                    <a:pt x="3186" y="4955"/>
                  </a:cubicBezTo>
                  <a:cubicBezTo>
                    <a:pt x="3186" y="3028"/>
                    <a:pt x="1981" y="1047"/>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 name="Google Shape;1478;p187"/>
            <p:cNvSpPr/>
            <p:nvPr/>
          </p:nvSpPr>
          <p:spPr>
            <a:xfrm>
              <a:off x="992900" y="2593575"/>
              <a:ext cx="160625" cy="2032875"/>
            </a:xfrm>
            <a:custGeom>
              <a:rect b="b" l="l" r="r" t="t"/>
              <a:pathLst>
                <a:path extrusionOk="0" h="81315" w="6425">
                  <a:moveTo>
                    <a:pt x="167" y="1"/>
                  </a:moveTo>
                  <a:cubicBezTo>
                    <a:pt x="120" y="1"/>
                    <a:pt x="67" y="26"/>
                    <a:pt x="27" y="65"/>
                  </a:cubicBezTo>
                  <a:cubicBezTo>
                    <a:pt x="27" y="92"/>
                    <a:pt x="27" y="118"/>
                    <a:pt x="27" y="118"/>
                  </a:cubicBezTo>
                  <a:cubicBezTo>
                    <a:pt x="27" y="172"/>
                    <a:pt x="54"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72" y="15402"/>
                    <a:pt x="2945" y="15428"/>
                    <a:pt x="2945" y="15482"/>
                  </a:cubicBezTo>
                  <a:cubicBezTo>
                    <a:pt x="2998" y="17329"/>
                    <a:pt x="1847"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72" y="35663"/>
                    <a:pt x="2945" y="35717"/>
                    <a:pt x="2945" y="35770"/>
                  </a:cubicBezTo>
                  <a:cubicBezTo>
                    <a:pt x="3105"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18"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5" y="78408"/>
                    <a:pt x="3186" y="76347"/>
                  </a:cubicBezTo>
                  <a:cubicBezTo>
                    <a:pt x="5193" y="75330"/>
                    <a:pt x="6424" y="73296"/>
                    <a:pt x="6424" y="71047"/>
                  </a:cubicBezTo>
                  <a:cubicBezTo>
                    <a:pt x="6424" y="68826"/>
                    <a:pt x="5193" y="66792"/>
                    <a:pt x="3186" y="65748"/>
                  </a:cubicBezTo>
                  <a:cubicBezTo>
                    <a:pt x="3105" y="63767"/>
                    <a:pt x="2088" y="61974"/>
                    <a:pt x="402" y="60930"/>
                  </a:cubicBezTo>
                  <a:cubicBezTo>
                    <a:pt x="2088" y="59859"/>
                    <a:pt x="3105" y="58093"/>
                    <a:pt x="3186" y="56085"/>
                  </a:cubicBezTo>
                  <a:cubicBezTo>
                    <a:pt x="5193" y="55068"/>
                    <a:pt x="6424" y="53034"/>
                    <a:pt x="6424" y="50786"/>
                  </a:cubicBezTo>
                  <a:cubicBezTo>
                    <a:pt x="6424" y="48537"/>
                    <a:pt x="5193" y="46530"/>
                    <a:pt x="3186" y="45486"/>
                  </a:cubicBezTo>
                  <a:cubicBezTo>
                    <a:pt x="3159" y="43586"/>
                    <a:pt x="2088" y="41739"/>
                    <a:pt x="402" y="40668"/>
                  </a:cubicBezTo>
                  <a:cubicBezTo>
                    <a:pt x="1901" y="39705"/>
                    <a:pt x="3320" y="37885"/>
                    <a:pt x="3186" y="35824"/>
                  </a:cubicBezTo>
                  <a:cubicBezTo>
                    <a:pt x="5193" y="34780"/>
                    <a:pt x="6424" y="32772"/>
                    <a:pt x="6424" y="30524"/>
                  </a:cubicBezTo>
                  <a:cubicBezTo>
                    <a:pt x="6424" y="28276"/>
                    <a:pt x="5193" y="26268"/>
                    <a:pt x="3186" y="25225"/>
                  </a:cubicBezTo>
                  <a:cubicBezTo>
                    <a:pt x="3105" y="23244"/>
                    <a:pt x="2062" y="21451"/>
                    <a:pt x="402" y="20407"/>
                  </a:cubicBezTo>
                  <a:cubicBezTo>
                    <a:pt x="2088" y="19336"/>
                    <a:pt x="3186" y="17436"/>
                    <a:pt x="3186" y="15616"/>
                  </a:cubicBezTo>
                  <a:cubicBezTo>
                    <a:pt x="3186" y="15589"/>
                    <a:pt x="3186" y="15562"/>
                    <a:pt x="3186" y="15562"/>
                  </a:cubicBezTo>
                  <a:cubicBezTo>
                    <a:pt x="5193" y="14518"/>
                    <a:pt x="6424" y="12511"/>
                    <a:pt x="6424" y="10263"/>
                  </a:cubicBezTo>
                  <a:cubicBezTo>
                    <a:pt x="6424" y="8014"/>
                    <a:pt x="5193" y="6007"/>
                    <a:pt x="3186" y="4963"/>
                  </a:cubicBezTo>
                  <a:cubicBezTo>
                    <a:pt x="3186" y="3036"/>
                    <a:pt x="2008" y="1055"/>
                    <a:pt x="215"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 name="Google Shape;1479;p187"/>
            <p:cNvSpPr/>
            <p:nvPr/>
          </p:nvSpPr>
          <p:spPr>
            <a:xfrm>
              <a:off x="839675" y="2845375"/>
              <a:ext cx="159950" cy="2032675"/>
            </a:xfrm>
            <a:custGeom>
              <a:rect b="b" l="l" r="r" t="t"/>
              <a:pathLst>
                <a:path extrusionOk="0" h="81307" w="6398">
                  <a:moveTo>
                    <a:pt x="119" y="1"/>
                  </a:moveTo>
                  <a:cubicBezTo>
                    <a:pt x="81" y="1"/>
                    <a:pt x="44" y="24"/>
                    <a:pt x="27" y="57"/>
                  </a:cubicBezTo>
                  <a:cubicBezTo>
                    <a:pt x="0" y="84"/>
                    <a:pt x="0" y="110"/>
                    <a:pt x="0" y="137"/>
                  </a:cubicBezTo>
                  <a:cubicBezTo>
                    <a:pt x="0" y="164"/>
                    <a:pt x="27" y="217"/>
                    <a:pt x="54" y="244"/>
                  </a:cubicBezTo>
                  <a:cubicBezTo>
                    <a:pt x="1794" y="1234"/>
                    <a:pt x="2971" y="3162"/>
                    <a:pt x="2918" y="5035"/>
                  </a:cubicBezTo>
                  <a:cubicBezTo>
                    <a:pt x="2918" y="5089"/>
                    <a:pt x="2945" y="5142"/>
                    <a:pt x="2998" y="5142"/>
                  </a:cubicBezTo>
                  <a:cubicBezTo>
                    <a:pt x="4925" y="6133"/>
                    <a:pt x="6156" y="8086"/>
                    <a:pt x="6156" y="10254"/>
                  </a:cubicBezTo>
                  <a:cubicBezTo>
                    <a:pt x="6156" y="12422"/>
                    <a:pt x="4925" y="14376"/>
                    <a:pt x="2998" y="15367"/>
                  </a:cubicBezTo>
                  <a:cubicBezTo>
                    <a:pt x="2945" y="15393"/>
                    <a:pt x="2918" y="15420"/>
                    <a:pt x="2918" y="15474"/>
                  </a:cubicBezTo>
                  <a:cubicBezTo>
                    <a:pt x="2971" y="17321"/>
                    <a:pt x="1847" y="19248"/>
                    <a:pt x="81" y="20265"/>
                  </a:cubicBezTo>
                  <a:cubicBezTo>
                    <a:pt x="54" y="20292"/>
                    <a:pt x="27" y="20318"/>
                    <a:pt x="0" y="20345"/>
                  </a:cubicBezTo>
                  <a:cubicBezTo>
                    <a:pt x="0" y="20425"/>
                    <a:pt x="27" y="20479"/>
                    <a:pt x="54" y="20506"/>
                  </a:cubicBezTo>
                  <a:cubicBezTo>
                    <a:pt x="1794" y="21496"/>
                    <a:pt x="2864" y="23289"/>
                    <a:pt x="2918" y="25297"/>
                  </a:cubicBezTo>
                  <a:cubicBezTo>
                    <a:pt x="2918" y="25350"/>
                    <a:pt x="2945" y="25404"/>
                    <a:pt x="2998" y="25404"/>
                  </a:cubicBezTo>
                  <a:cubicBezTo>
                    <a:pt x="4925" y="26394"/>
                    <a:pt x="6156" y="28348"/>
                    <a:pt x="6156" y="30516"/>
                  </a:cubicBezTo>
                  <a:cubicBezTo>
                    <a:pt x="6156" y="32684"/>
                    <a:pt x="4925" y="34665"/>
                    <a:pt x="2998" y="35628"/>
                  </a:cubicBezTo>
                  <a:cubicBezTo>
                    <a:pt x="2945" y="35655"/>
                    <a:pt x="2918" y="35709"/>
                    <a:pt x="2918" y="35762"/>
                  </a:cubicBezTo>
                  <a:cubicBezTo>
                    <a:pt x="3078" y="37823"/>
                    <a:pt x="1606" y="39643"/>
                    <a:pt x="81" y="40526"/>
                  </a:cubicBezTo>
                  <a:cubicBezTo>
                    <a:pt x="54" y="40553"/>
                    <a:pt x="27" y="40580"/>
                    <a:pt x="0" y="40633"/>
                  </a:cubicBezTo>
                  <a:cubicBezTo>
                    <a:pt x="0" y="40687"/>
                    <a:pt x="27" y="40741"/>
                    <a:pt x="54" y="40767"/>
                  </a:cubicBezTo>
                  <a:cubicBezTo>
                    <a:pt x="1794" y="41784"/>
                    <a:pt x="2918" y="43631"/>
                    <a:pt x="2918" y="45532"/>
                  </a:cubicBezTo>
                  <a:cubicBezTo>
                    <a:pt x="2918" y="45558"/>
                    <a:pt x="2918" y="45558"/>
                    <a:pt x="2918" y="45558"/>
                  </a:cubicBezTo>
                  <a:cubicBezTo>
                    <a:pt x="2918" y="45612"/>
                    <a:pt x="2945" y="45665"/>
                    <a:pt x="2998" y="45692"/>
                  </a:cubicBezTo>
                  <a:cubicBezTo>
                    <a:pt x="4925" y="46656"/>
                    <a:pt x="6156" y="48610"/>
                    <a:pt x="6156" y="50778"/>
                  </a:cubicBezTo>
                  <a:cubicBezTo>
                    <a:pt x="6156" y="52972"/>
                    <a:pt x="4925" y="54926"/>
                    <a:pt x="2998" y="55890"/>
                  </a:cubicBezTo>
                  <a:cubicBezTo>
                    <a:pt x="2945" y="55917"/>
                    <a:pt x="2918" y="55970"/>
                    <a:pt x="2918" y="55997"/>
                  </a:cubicBezTo>
                  <a:cubicBezTo>
                    <a:pt x="2864" y="58004"/>
                    <a:pt x="1820" y="59798"/>
                    <a:pt x="81" y="60815"/>
                  </a:cubicBezTo>
                  <a:cubicBezTo>
                    <a:pt x="54" y="60815"/>
                    <a:pt x="27" y="60841"/>
                    <a:pt x="0" y="60895"/>
                  </a:cubicBezTo>
                  <a:cubicBezTo>
                    <a:pt x="0" y="60949"/>
                    <a:pt x="27" y="61002"/>
                    <a:pt x="54" y="61029"/>
                  </a:cubicBezTo>
                  <a:cubicBezTo>
                    <a:pt x="1794" y="62046"/>
                    <a:pt x="2864" y="63839"/>
                    <a:pt x="2918" y="65847"/>
                  </a:cubicBezTo>
                  <a:cubicBezTo>
                    <a:pt x="2918" y="65873"/>
                    <a:pt x="2945" y="65927"/>
                    <a:pt x="2998" y="65954"/>
                  </a:cubicBezTo>
                  <a:cubicBezTo>
                    <a:pt x="4925" y="66917"/>
                    <a:pt x="6156" y="68871"/>
                    <a:pt x="6156" y="71066"/>
                  </a:cubicBezTo>
                  <a:cubicBezTo>
                    <a:pt x="6156" y="73234"/>
                    <a:pt x="4925" y="75188"/>
                    <a:pt x="2998" y="76151"/>
                  </a:cubicBezTo>
                  <a:cubicBezTo>
                    <a:pt x="2945" y="76178"/>
                    <a:pt x="2918" y="76232"/>
                    <a:pt x="2918" y="76285"/>
                  </a:cubicBezTo>
                  <a:cubicBezTo>
                    <a:pt x="2864" y="78266"/>
                    <a:pt x="1794" y="80059"/>
                    <a:pt x="81" y="81076"/>
                  </a:cubicBezTo>
                  <a:cubicBezTo>
                    <a:pt x="0" y="81103"/>
                    <a:pt x="0" y="81183"/>
                    <a:pt x="27" y="81237"/>
                  </a:cubicBezTo>
                  <a:cubicBezTo>
                    <a:pt x="44" y="81288"/>
                    <a:pt x="83" y="81306"/>
                    <a:pt x="122" y="81306"/>
                  </a:cubicBezTo>
                  <a:cubicBezTo>
                    <a:pt x="145" y="81306"/>
                    <a:pt x="168" y="81300"/>
                    <a:pt x="188" y="81290"/>
                  </a:cubicBezTo>
                  <a:cubicBezTo>
                    <a:pt x="1981" y="80247"/>
                    <a:pt x="3105" y="78400"/>
                    <a:pt x="3159" y="76366"/>
                  </a:cubicBezTo>
                  <a:cubicBezTo>
                    <a:pt x="5166" y="75322"/>
                    <a:pt x="6397" y="73288"/>
                    <a:pt x="6397" y="71066"/>
                  </a:cubicBezTo>
                  <a:cubicBezTo>
                    <a:pt x="6397" y="68818"/>
                    <a:pt x="5166" y="66783"/>
                    <a:pt x="3159" y="65766"/>
                  </a:cubicBezTo>
                  <a:cubicBezTo>
                    <a:pt x="3105" y="63759"/>
                    <a:pt x="2061" y="61992"/>
                    <a:pt x="375" y="60922"/>
                  </a:cubicBezTo>
                  <a:cubicBezTo>
                    <a:pt x="2061" y="59878"/>
                    <a:pt x="3105" y="58085"/>
                    <a:pt x="3159" y="56077"/>
                  </a:cubicBezTo>
                  <a:cubicBezTo>
                    <a:pt x="5166" y="55060"/>
                    <a:pt x="6397" y="53026"/>
                    <a:pt x="6397" y="50778"/>
                  </a:cubicBezTo>
                  <a:cubicBezTo>
                    <a:pt x="6397" y="48556"/>
                    <a:pt x="5166" y="46522"/>
                    <a:pt x="3159" y="45505"/>
                  </a:cubicBezTo>
                  <a:cubicBezTo>
                    <a:pt x="3159" y="43604"/>
                    <a:pt x="2061" y="41731"/>
                    <a:pt x="375" y="40660"/>
                  </a:cubicBezTo>
                  <a:cubicBezTo>
                    <a:pt x="1901" y="39697"/>
                    <a:pt x="3292" y="37877"/>
                    <a:pt x="3185" y="35816"/>
                  </a:cubicBezTo>
                  <a:cubicBezTo>
                    <a:pt x="5166" y="34799"/>
                    <a:pt x="6397" y="32764"/>
                    <a:pt x="6397" y="30516"/>
                  </a:cubicBezTo>
                  <a:cubicBezTo>
                    <a:pt x="6397" y="28268"/>
                    <a:pt x="5166" y="26260"/>
                    <a:pt x="3159" y="25216"/>
                  </a:cubicBezTo>
                  <a:cubicBezTo>
                    <a:pt x="3078" y="23236"/>
                    <a:pt x="2035" y="21442"/>
                    <a:pt x="375" y="20399"/>
                  </a:cubicBezTo>
                  <a:cubicBezTo>
                    <a:pt x="2061" y="19328"/>
                    <a:pt x="3159" y="17454"/>
                    <a:pt x="3159" y="15608"/>
                  </a:cubicBezTo>
                  <a:cubicBezTo>
                    <a:pt x="3159" y="15581"/>
                    <a:pt x="3159" y="15581"/>
                    <a:pt x="3159" y="15554"/>
                  </a:cubicBezTo>
                  <a:cubicBezTo>
                    <a:pt x="5166" y="14510"/>
                    <a:pt x="6397" y="12503"/>
                    <a:pt x="6397" y="10254"/>
                  </a:cubicBezTo>
                  <a:cubicBezTo>
                    <a:pt x="6397" y="8006"/>
                    <a:pt x="5166" y="5999"/>
                    <a:pt x="3159" y="4955"/>
                  </a:cubicBezTo>
                  <a:cubicBezTo>
                    <a:pt x="3159" y="3028"/>
                    <a:pt x="1981" y="1047"/>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 name="Google Shape;1480;p187"/>
            <p:cNvSpPr/>
            <p:nvPr/>
          </p:nvSpPr>
          <p:spPr>
            <a:xfrm>
              <a:off x="685775" y="2593575"/>
              <a:ext cx="159950" cy="2032875"/>
            </a:xfrm>
            <a:custGeom>
              <a:rect b="b" l="l" r="r" t="t"/>
              <a:pathLst>
                <a:path extrusionOk="0" h="81315" w="6398">
                  <a:moveTo>
                    <a:pt x="140" y="1"/>
                  </a:moveTo>
                  <a:cubicBezTo>
                    <a:pt x="95" y="1"/>
                    <a:pt x="47" y="26"/>
                    <a:pt x="27" y="65"/>
                  </a:cubicBezTo>
                  <a:cubicBezTo>
                    <a:pt x="27"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98" y="17329"/>
                    <a:pt x="1847" y="19256"/>
                    <a:pt x="81" y="20273"/>
                  </a:cubicBezTo>
                  <a:cubicBezTo>
                    <a:pt x="54" y="20300"/>
                    <a:pt x="27" y="20326"/>
                    <a:pt x="27"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27" y="40615"/>
                  </a:cubicBezTo>
                  <a:cubicBezTo>
                    <a:pt x="0" y="40668"/>
                    <a:pt x="27" y="40749"/>
                    <a:pt x="81" y="40775"/>
                  </a:cubicBezTo>
                  <a:cubicBezTo>
                    <a:pt x="1820" y="41766"/>
                    <a:pt x="2918" y="43639"/>
                    <a:pt x="2918" y="45540"/>
                  </a:cubicBezTo>
                  <a:lnTo>
                    <a:pt x="2918" y="45566"/>
                  </a:ln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91" y="58012"/>
                    <a:pt x="1820" y="59806"/>
                    <a:pt x="81" y="60796"/>
                  </a:cubicBezTo>
                  <a:cubicBezTo>
                    <a:pt x="54" y="60823"/>
                    <a:pt x="27" y="60850"/>
                    <a:pt x="27" y="60903"/>
                  </a:cubicBezTo>
                  <a:cubicBezTo>
                    <a:pt x="0" y="60957"/>
                    <a:pt x="27" y="61010"/>
                    <a:pt x="81" y="61037"/>
                  </a:cubicBezTo>
                  <a:cubicBezTo>
                    <a:pt x="1820" y="62054"/>
                    <a:pt x="2891"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91" y="78274"/>
                    <a:pt x="1820" y="80067"/>
                    <a:pt x="81" y="81084"/>
                  </a:cubicBezTo>
                  <a:cubicBezTo>
                    <a:pt x="27" y="81111"/>
                    <a:pt x="0" y="81191"/>
                    <a:pt x="27" y="81245"/>
                  </a:cubicBezTo>
                  <a:cubicBezTo>
                    <a:pt x="61" y="81296"/>
                    <a:pt x="95" y="81315"/>
                    <a:pt x="136" y="81315"/>
                  </a:cubicBezTo>
                  <a:cubicBezTo>
                    <a:pt x="159" y="81315"/>
                    <a:pt x="185" y="81308"/>
                    <a:pt x="214" y="81299"/>
                  </a:cubicBezTo>
                  <a:cubicBezTo>
                    <a:pt x="2008"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88"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88" y="19336"/>
                    <a:pt x="3185" y="17436"/>
                    <a:pt x="3185" y="15616"/>
                  </a:cubicBezTo>
                  <a:cubicBezTo>
                    <a:pt x="3185" y="15589"/>
                    <a:pt x="3185" y="15589"/>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 name="Google Shape;1481;p187"/>
            <p:cNvSpPr/>
            <p:nvPr/>
          </p:nvSpPr>
          <p:spPr>
            <a:xfrm>
              <a:off x="531875" y="2845375"/>
              <a:ext cx="160600" cy="2032675"/>
            </a:xfrm>
            <a:custGeom>
              <a:rect b="b" l="l" r="r" t="t"/>
              <a:pathLst>
                <a:path extrusionOk="0" h="81307" w="6424">
                  <a:moveTo>
                    <a:pt x="144" y="1"/>
                  </a:moveTo>
                  <a:cubicBezTo>
                    <a:pt x="103" y="1"/>
                    <a:pt x="60" y="24"/>
                    <a:pt x="27" y="57"/>
                  </a:cubicBezTo>
                  <a:cubicBezTo>
                    <a:pt x="27" y="84"/>
                    <a:pt x="27" y="110"/>
                    <a:pt x="27" y="137"/>
                  </a:cubicBezTo>
                  <a:cubicBezTo>
                    <a:pt x="27" y="164"/>
                    <a:pt x="54" y="217"/>
                    <a:pt x="80" y="244"/>
                  </a:cubicBezTo>
                  <a:cubicBezTo>
                    <a:pt x="1820" y="1234"/>
                    <a:pt x="2971" y="3162"/>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47"/>
                    <a:pt x="2944" y="15474"/>
                  </a:cubicBezTo>
                  <a:cubicBezTo>
                    <a:pt x="2998" y="17321"/>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71" y="35655"/>
                    <a:pt x="2944"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lnTo>
                    <a:pt x="2944" y="45558"/>
                  </a:ln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54" y="81237"/>
                  </a:cubicBezTo>
                  <a:cubicBezTo>
                    <a:pt x="71" y="81288"/>
                    <a:pt x="109" y="81306"/>
                    <a:pt x="149" y="81306"/>
                  </a:cubicBezTo>
                  <a:cubicBezTo>
                    <a:pt x="171" y="81306"/>
                    <a:pt x="195" y="81300"/>
                    <a:pt x="214" y="81290"/>
                  </a:cubicBezTo>
                  <a:cubicBezTo>
                    <a:pt x="2008" y="80247"/>
                    <a:pt x="3105" y="78400"/>
                    <a:pt x="3185" y="76366"/>
                  </a:cubicBezTo>
                  <a:cubicBezTo>
                    <a:pt x="5193" y="75322"/>
                    <a:pt x="6424" y="73288"/>
                    <a:pt x="6424" y="71066"/>
                  </a:cubicBezTo>
                  <a:cubicBezTo>
                    <a:pt x="6424" y="68818"/>
                    <a:pt x="5193" y="66783"/>
                    <a:pt x="3185" y="65766"/>
                  </a:cubicBezTo>
                  <a:cubicBezTo>
                    <a:pt x="3105" y="63759"/>
                    <a:pt x="2088" y="61992"/>
                    <a:pt x="402" y="60922"/>
                  </a:cubicBezTo>
                  <a:cubicBezTo>
                    <a:pt x="2088" y="59878"/>
                    <a:pt x="3105" y="58085"/>
                    <a:pt x="3185" y="56077"/>
                  </a:cubicBezTo>
                  <a:cubicBezTo>
                    <a:pt x="5193" y="55060"/>
                    <a:pt x="6424" y="53026"/>
                    <a:pt x="6424" y="50778"/>
                  </a:cubicBezTo>
                  <a:cubicBezTo>
                    <a:pt x="6424" y="48556"/>
                    <a:pt x="5193" y="46522"/>
                    <a:pt x="3185" y="45505"/>
                  </a:cubicBezTo>
                  <a:cubicBezTo>
                    <a:pt x="3185" y="43604"/>
                    <a:pt x="2088" y="41731"/>
                    <a:pt x="402" y="40660"/>
                  </a:cubicBezTo>
                  <a:cubicBezTo>
                    <a:pt x="1900" y="39697"/>
                    <a:pt x="3319" y="37877"/>
                    <a:pt x="3185" y="35816"/>
                  </a:cubicBezTo>
                  <a:cubicBezTo>
                    <a:pt x="5193" y="34799"/>
                    <a:pt x="6424" y="32764"/>
                    <a:pt x="6424" y="30516"/>
                  </a:cubicBezTo>
                  <a:cubicBezTo>
                    <a:pt x="6424" y="28268"/>
                    <a:pt x="5193" y="26260"/>
                    <a:pt x="3185" y="25216"/>
                  </a:cubicBezTo>
                  <a:cubicBezTo>
                    <a:pt x="3105" y="23236"/>
                    <a:pt x="2061" y="21442"/>
                    <a:pt x="402"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94" y="10"/>
                    <a:pt x="169"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 name="Google Shape;1482;p187"/>
            <p:cNvSpPr/>
            <p:nvPr/>
          </p:nvSpPr>
          <p:spPr>
            <a:xfrm>
              <a:off x="378625" y="2593575"/>
              <a:ext cx="159950" cy="2032875"/>
            </a:xfrm>
            <a:custGeom>
              <a:rect b="b" l="l" r="r" t="t"/>
              <a:pathLst>
                <a:path extrusionOk="0" h="81315" w="6398">
                  <a:moveTo>
                    <a:pt x="141" y="1"/>
                  </a:moveTo>
                  <a:cubicBezTo>
                    <a:pt x="95" y="1"/>
                    <a:pt x="47" y="26"/>
                    <a:pt x="28" y="65"/>
                  </a:cubicBezTo>
                  <a:cubicBezTo>
                    <a:pt x="1" y="92"/>
                    <a:pt x="1" y="118"/>
                    <a:pt x="1" y="118"/>
                  </a:cubicBezTo>
                  <a:cubicBezTo>
                    <a:pt x="1" y="172"/>
                    <a:pt x="28" y="225"/>
                    <a:pt x="54" y="225"/>
                  </a:cubicBezTo>
                  <a:cubicBezTo>
                    <a:pt x="1794" y="1243"/>
                    <a:pt x="2918" y="3116"/>
                    <a:pt x="2918" y="4963"/>
                  </a:cubicBezTo>
                  <a:cubicBezTo>
                    <a:pt x="2918" y="4990"/>
                    <a:pt x="2918" y="5017"/>
                    <a:pt x="2918" y="5043"/>
                  </a:cubicBezTo>
                  <a:cubicBezTo>
                    <a:pt x="2918" y="5070"/>
                    <a:pt x="2945" y="5124"/>
                    <a:pt x="2999" y="5150"/>
                  </a:cubicBezTo>
                  <a:cubicBezTo>
                    <a:pt x="4952" y="6141"/>
                    <a:pt x="6157" y="8095"/>
                    <a:pt x="6157" y="10263"/>
                  </a:cubicBezTo>
                  <a:cubicBezTo>
                    <a:pt x="6157" y="12431"/>
                    <a:pt x="4952" y="14384"/>
                    <a:pt x="2999" y="15375"/>
                  </a:cubicBezTo>
                  <a:cubicBezTo>
                    <a:pt x="2945" y="15402"/>
                    <a:pt x="2918" y="15428"/>
                    <a:pt x="2918" y="15482"/>
                  </a:cubicBezTo>
                  <a:cubicBezTo>
                    <a:pt x="2972" y="17329"/>
                    <a:pt x="1848" y="19256"/>
                    <a:pt x="81" y="20273"/>
                  </a:cubicBezTo>
                  <a:cubicBezTo>
                    <a:pt x="54" y="20300"/>
                    <a:pt x="28" y="20326"/>
                    <a:pt x="1" y="20353"/>
                  </a:cubicBezTo>
                  <a:cubicBezTo>
                    <a:pt x="1" y="20407"/>
                    <a:pt x="28" y="20487"/>
                    <a:pt x="54" y="20514"/>
                  </a:cubicBezTo>
                  <a:cubicBezTo>
                    <a:pt x="1794" y="21504"/>
                    <a:pt x="2865" y="23297"/>
                    <a:pt x="2918" y="25305"/>
                  </a:cubicBezTo>
                  <a:cubicBezTo>
                    <a:pt x="2918" y="25358"/>
                    <a:pt x="2945" y="25412"/>
                    <a:pt x="2999" y="25412"/>
                  </a:cubicBezTo>
                  <a:cubicBezTo>
                    <a:pt x="4952" y="26402"/>
                    <a:pt x="6157" y="28356"/>
                    <a:pt x="6157" y="30524"/>
                  </a:cubicBezTo>
                  <a:cubicBezTo>
                    <a:pt x="6157" y="32692"/>
                    <a:pt x="4952" y="34646"/>
                    <a:pt x="2999" y="35636"/>
                  </a:cubicBezTo>
                  <a:cubicBezTo>
                    <a:pt x="2945" y="35663"/>
                    <a:pt x="2918" y="35717"/>
                    <a:pt x="2918" y="35770"/>
                  </a:cubicBezTo>
                  <a:cubicBezTo>
                    <a:pt x="3079" y="37831"/>
                    <a:pt x="1607" y="39651"/>
                    <a:pt x="81" y="40535"/>
                  </a:cubicBezTo>
                  <a:cubicBezTo>
                    <a:pt x="54" y="40561"/>
                    <a:pt x="28" y="40588"/>
                    <a:pt x="1" y="40615"/>
                  </a:cubicBezTo>
                  <a:cubicBezTo>
                    <a:pt x="1" y="40668"/>
                    <a:pt x="28" y="40749"/>
                    <a:pt x="54" y="40775"/>
                  </a:cubicBezTo>
                  <a:cubicBezTo>
                    <a:pt x="1794" y="41766"/>
                    <a:pt x="2918" y="43639"/>
                    <a:pt x="2918" y="45540"/>
                  </a:cubicBezTo>
                  <a:cubicBezTo>
                    <a:pt x="2918" y="45540"/>
                    <a:pt x="2918" y="45566"/>
                    <a:pt x="2918" y="45566"/>
                  </a:cubicBezTo>
                  <a:cubicBezTo>
                    <a:pt x="2918" y="45620"/>
                    <a:pt x="2945" y="45674"/>
                    <a:pt x="2999" y="45674"/>
                  </a:cubicBezTo>
                  <a:cubicBezTo>
                    <a:pt x="4952" y="46664"/>
                    <a:pt x="6157" y="48618"/>
                    <a:pt x="6157" y="50786"/>
                  </a:cubicBezTo>
                  <a:cubicBezTo>
                    <a:pt x="6157" y="52954"/>
                    <a:pt x="4952" y="54934"/>
                    <a:pt x="2999" y="55898"/>
                  </a:cubicBezTo>
                  <a:cubicBezTo>
                    <a:pt x="2945" y="55925"/>
                    <a:pt x="2918" y="55952"/>
                    <a:pt x="2918" y="56005"/>
                  </a:cubicBezTo>
                  <a:cubicBezTo>
                    <a:pt x="2865" y="58012"/>
                    <a:pt x="1821" y="59806"/>
                    <a:pt x="81" y="60796"/>
                  </a:cubicBezTo>
                  <a:cubicBezTo>
                    <a:pt x="54" y="60823"/>
                    <a:pt x="28" y="60850"/>
                    <a:pt x="1" y="60903"/>
                  </a:cubicBezTo>
                  <a:cubicBezTo>
                    <a:pt x="1" y="60957"/>
                    <a:pt x="28" y="61010"/>
                    <a:pt x="54" y="61037"/>
                  </a:cubicBezTo>
                  <a:cubicBezTo>
                    <a:pt x="1794" y="62054"/>
                    <a:pt x="2865" y="63847"/>
                    <a:pt x="2918" y="65828"/>
                  </a:cubicBezTo>
                  <a:cubicBezTo>
                    <a:pt x="2918" y="65882"/>
                    <a:pt x="2945" y="65935"/>
                    <a:pt x="2999" y="65962"/>
                  </a:cubicBezTo>
                  <a:cubicBezTo>
                    <a:pt x="4952" y="66925"/>
                    <a:pt x="6157" y="68879"/>
                    <a:pt x="6157" y="71047"/>
                  </a:cubicBezTo>
                  <a:cubicBezTo>
                    <a:pt x="6157" y="73242"/>
                    <a:pt x="4952" y="75196"/>
                    <a:pt x="2999" y="76160"/>
                  </a:cubicBezTo>
                  <a:cubicBezTo>
                    <a:pt x="2945" y="76186"/>
                    <a:pt x="2918" y="76240"/>
                    <a:pt x="2918" y="76267"/>
                  </a:cubicBezTo>
                  <a:cubicBezTo>
                    <a:pt x="2865" y="78274"/>
                    <a:pt x="1821" y="80067"/>
                    <a:pt x="81" y="81084"/>
                  </a:cubicBezTo>
                  <a:cubicBezTo>
                    <a:pt x="1" y="81111"/>
                    <a:pt x="1" y="81191"/>
                    <a:pt x="28" y="81245"/>
                  </a:cubicBezTo>
                  <a:cubicBezTo>
                    <a:pt x="45" y="81296"/>
                    <a:pt x="83" y="81315"/>
                    <a:pt x="123" y="81315"/>
                  </a:cubicBezTo>
                  <a:cubicBezTo>
                    <a:pt x="145" y="81315"/>
                    <a:pt x="169" y="81308"/>
                    <a:pt x="188" y="81299"/>
                  </a:cubicBezTo>
                  <a:cubicBezTo>
                    <a:pt x="1981" y="80255"/>
                    <a:pt x="3106" y="78408"/>
                    <a:pt x="3159" y="76347"/>
                  </a:cubicBezTo>
                  <a:cubicBezTo>
                    <a:pt x="5167" y="75330"/>
                    <a:pt x="6398" y="73296"/>
                    <a:pt x="6398" y="71047"/>
                  </a:cubicBezTo>
                  <a:cubicBezTo>
                    <a:pt x="6398" y="68826"/>
                    <a:pt x="5167" y="66792"/>
                    <a:pt x="3159" y="65748"/>
                  </a:cubicBezTo>
                  <a:cubicBezTo>
                    <a:pt x="3106" y="63767"/>
                    <a:pt x="2062" y="61974"/>
                    <a:pt x="376" y="60930"/>
                  </a:cubicBezTo>
                  <a:cubicBezTo>
                    <a:pt x="2062" y="59859"/>
                    <a:pt x="3106" y="58093"/>
                    <a:pt x="3159" y="56085"/>
                  </a:cubicBezTo>
                  <a:cubicBezTo>
                    <a:pt x="5167" y="55068"/>
                    <a:pt x="6398" y="53034"/>
                    <a:pt x="6398" y="50786"/>
                  </a:cubicBezTo>
                  <a:cubicBezTo>
                    <a:pt x="6398" y="48537"/>
                    <a:pt x="5167" y="46530"/>
                    <a:pt x="3159" y="45486"/>
                  </a:cubicBezTo>
                  <a:cubicBezTo>
                    <a:pt x="3159" y="43586"/>
                    <a:pt x="2062" y="41739"/>
                    <a:pt x="376" y="40668"/>
                  </a:cubicBezTo>
                  <a:cubicBezTo>
                    <a:pt x="1901" y="39705"/>
                    <a:pt x="3293" y="37885"/>
                    <a:pt x="3186" y="35824"/>
                  </a:cubicBezTo>
                  <a:cubicBezTo>
                    <a:pt x="5167" y="34780"/>
                    <a:pt x="6398" y="32772"/>
                    <a:pt x="6398" y="30524"/>
                  </a:cubicBezTo>
                  <a:cubicBezTo>
                    <a:pt x="6398" y="28276"/>
                    <a:pt x="5167" y="26268"/>
                    <a:pt x="3159" y="25225"/>
                  </a:cubicBezTo>
                  <a:cubicBezTo>
                    <a:pt x="3079" y="23244"/>
                    <a:pt x="2035" y="21451"/>
                    <a:pt x="376" y="20407"/>
                  </a:cubicBezTo>
                  <a:cubicBezTo>
                    <a:pt x="2062" y="19336"/>
                    <a:pt x="3186" y="17436"/>
                    <a:pt x="3186" y="15616"/>
                  </a:cubicBezTo>
                  <a:cubicBezTo>
                    <a:pt x="3186" y="15589"/>
                    <a:pt x="3186" y="15589"/>
                    <a:pt x="3186" y="15562"/>
                  </a:cubicBezTo>
                  <a:cubicBezTo>
                    <a:pt x="5167" y="14518"/>
                    <a:pt x="6398" y="12511"/>
                    <a:pt x="6398" y="10263"/>
                  </a:cubicBezTo>
                  <a:cubicBezTo>
                    <a:pt x="6398" y="8014"/>
                    <a:pt x="5167" y="6007"/>
                    <a:pt x="3186" y="4963"/>
                  </a:cubicBezTo>
                  <a:cubicBezTo>
                    <a:pt x="3186" y="3036"/>
                    <a:pt x="1981" y="1055"/>
                    <a:pt x="188" y="11"/>
                  </a:cubicBezTo>
                  <a:cubicBezTo>
                    <a:pt x="174" y="4"/>
                    <a:pt x="158" y="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 name="Google Shape;1483;p187"/>
            <p:cNvSpPr/>
            <p:nvPr/>
          </p:nvSpPr>
          <p:spPr>
            <a:xfrm>
              <a:off x="224725" y="2845375"/>
              <a:ext cx="159950" cy="2032675"/>
            </a:xfrm>
            <a:custGeom>
              <a:rect b="b" l="l" r="r" t="t"/>
              <a:pathLst>
                <a:path extrusionOk="0" h="81307" w="6398">
                  <a:moveTo>
                    <a:pt x="126" y="1"/>
                  </a:moveTo>
                  <a:cubicBezTo>
                    <a:pt x="81" y="1"/>
                    <a:pt x="44" y="24"/>
                    <a:pt x="27" y="57"/>
                  </a:cubicBezTo>
                  <a:cubicBezTo>
                    <a:pt x="27" y="84"/>
                    <a:pt x="1" y="110"/>
                    <a:pt x="1" y="137"/>
                  </a:cubicBezTo>
                  <a:cubicBezTo>
                    <a:pt x="1" y="164"/>
                    <a:pt x="27" y="217"/>
                    <a:pt x="81" y="244"/>
                  </a:cubicBezTo>
                  <a:cubicBezTo>
                    <a:pt x="1821" y="1234"/>
                    <a:pt x="2972" y="3162"/>
                    <a:pt x="2918" y="5035"/>
                  </a:cubicBezTo>
                  <a:cubicBezTo>
                    <a:pt x="2945" y="5089"/>
                    <a:pt x="2945" y="5142"/>
                    <a:pt x="2998" y="5142"/>
                  </a:cubicBezTo>
                  <a:cubicBezTo>
                    <a:pt x="4952" y="6133"/>
                    <a:pt x="6157" y="8086"/>
                    <a:pt x="6157" y="10254"/>
                  </a:cubicBezTo>
                  <a:cubicBezTo>
                    <a:pt x="6157" y="12422"/>
                    <a:pt x="4952" y="14376"/>
                    <a:pt x="2998" y="15367"/>
                  </a:cubicBezTo>
                  <a:cubicBezTo>
                    <a:pt x="2945" y="15393"/>
                    <a:pt x="2918" y="15447"/>
                    <a:pt x="2918" y="15474"/>
                  </a:cubicBezTo>
                  <a:cubicBezTo>
                    <a:pt x="2972" y="17321"/>
                    <a:pt x="1848" y="19248"/>
                    <a:pt x="108" y="20265"/>
                  </a:cubicBezTo>
                  <a:cubicBezTo>
                    <a:pt x="54" y="20292"/>
                    <a:pt x="27" y="20318"/>
                    <a:pt x="27" y="20345"/>
                  </a:cubicBezTo>
                  <a:cubicBezTo>
                    <a:pt x="1" y="20425"/>
                    <a:pt x="27" y="20479"/>
                    <a:pt x="81" y="20506"/>
                  </a:cubicBezTo>
                  <a:cubicBezTo>
                    <a:pt x="1794" y="21496"/>
                    <a:pt x="2865" y="23289"/>
                    <a:pt x="2918" y="25297"/>
                  </a:cubicBezTo>
                  <a:cubicBezTo>
                    <a:pt x="2945" y="25350"/>
                    <a:pt x="2972"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106" y="37823"/>
                    <a:pt x="1633" y="39643"/>
                    <a:pt x="108" y="40526"/>
                  </a:cubicBezTo>
                  <a:cubicBezTo>
                    <a:pt x="54" y="40553"/>
                    <a:pt x="27" y="40580"/>
                    <a:pt x="27" y="40633"/>
                  </a:cubicBezTo>
                  <a:cubicBezTo>
                    <a:pt x="1" y="40687"/>
                    <a:pt x="27" y="40741"/>
                    <a:pt x="81" y="40767"/>
                  </a:cubicBezTo>
                  <a:cubicBezTo>
                    <a:pt x="1821" y="41784"/>
                    <a:pt x="2918" y="43631"/>
                    <a:pt x="2918" y="45532"/>
                  </a:cubicBezTo>
                  <a:cubicBezTo>
                    <a:pt x="2918" y="45558"/>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108" y="60815"/>
                  </a:cubicBezTo>
                  <a:cubicBezTo>
                    <a:pt x="54" y="60815"/>
                    <a:pt x="27" y="60841"/>
                    <a:pt x="27" y="60895"/>
                  </a:cubicBezTo>
                  <a:cubicBezTo>
                    <a:pt x="1" y="60949"/>
                    <a:pt x="27"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7" y="81103"/>
                    <a:pt x="1" y="81183"/>
                    <a:pt x="27" y="81237"/>
                  </a:cubicBezTo>
                  <a:cubicBezTo>
                    <a:pt x="61" y="81288"/>
                    <a:pt x="95" y="81306"/>
                    <a:pt x="136" y="81306"/>
                  </a:cubicBezTo>
                  <a:cubicBezTo>
                    <a:pt x="160" y="81306"/>
                    <a:pt x="185" y="81300"/>
                    <a:pt x="215" y="81290"/>
                  </a:cubicBezTo>
                  <a:cubicBezTo>
                    <a:pt x="2008" y="80247"/>
                    <a:pt x="3106" y="78400"/>
                    <a:pt x="3186" y="76366"/>
                  </a:cubicBezTo>
                  <a:cubicBezTo>
                    <a:pt x="5166" y="75322"/>
                    <a:pt x="6398" y="73288"/>
                    <a:pt x="6398" y="71066"/>
                  </a:cubicBezTo>
                  <a:cubicBezTo>
                    <a:pt x="6398" y="68818"/>
                    <a:pt x="5166" y="66783"/>
                    <a:pt x="3186" y="65766"/>
                  </a:cubicBezTo>
                  <a:cubicBezTo>
                    <a:pt x="3106" y="63759"/>
                    <a:pt x="2062" y="61992"/>
                    <a:pt x="375" y="60922"/>
                  </a:cubicBezTo>
                  <a:cubicBezTo>
                    <a:pt x="2062" y="59878"/>
                    <a:pt x="3106" y="58085"/>
                    <a:pt x="3186" y="56077"/>
                  </a:cubicBezTo>
                  <a:cubicBezTo>
                    <a:pt x="5166" y="55060"/>
                    <a:pt x="6398" y="53026"/>
                    <a:pt x="6398" y="50778"/>
                  </a:cubicBezTo>
                  <a:cubicBezTo>
                    <a:pt x="6398" y="48556"/>
                    <a:pt x="5166" y="46522"/>
                    <a:pt x="3186" y="45505"/>
                  </a:cubicBezTo>
                  <a:cubicBezTo>
                    <a:pt x="3159" y="43604"/>
                    <a:pt x="2088" y="41731"/>
                    <a:pt x="375" y="40660"/>
                  </a:cubicBezTo>
                  <a:cubicBezTo>
                    <a:pt x="1901" y="39697"/>
                    <a:pt x="3293" y="37877"/>
                    <a:pt x="3186" y="35816"/>
                  </a:cubicBezTo>
                  <a:cubicBezTo>
                    <a:pt x="5166" y="34799"/>
                    <a:pt x="6398" y="32764"/>
                    <a:pt x="6398" y="30516"/>
                  </a:cubicBezTo>
                  <a:cubicBezTo>
                    <a:pt x="6398" y="28268"/>
                    <a:pt x="5166" y="26260"/>
                    <a:pt x="3186" y="25216"/>
                  </a:cubicBezTo>
                  <a:cubicBezTo>
                    <a:pt x="3079" y="23236"/>
                    <a:pt x="2062" y="21442"/>
                    <a:pt x="375" y="20399"/>
                  </a:cubicBezTo>
                  <a:cubicBezTo>
                    <a:pt x="2088" y="19328"/>
                    <a:pt x="3186" y="17454"/>
                    <a:pt x="3186" y="15608"/>
                  </a:cubicBezTo>
                  <a:cubicBezTo>
                    <a:pt x="3186" y="15581"/>
                    <a:pt x="3186" y="15581"/>
                    <a:pt x="3186" y="15554"/>
                  </a:cubicBezTo>
                  <a:cubicBezTo>
                    <a:pt x="5166" y="14510"/>
                    <a:pt x="6398" y="12503"/>
                    <a:pt x="6398" y="10254"/>
                  </a:cubicBezTo>
                  <a:cubicBezTo>
                    <a:pt x="6398" y="8006"/>
                    <a:pt x="5166" y="5999"/>
                    <a:pt x="3186" y="4955"/>
                  </a:cubicBezTo>
                  <a:cubicBezTo>
                    <a:pt x="3186" y="3028"/>
                    <a:pt x="1981" y="1047"/>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84" name="Google Shape;1484;p187"/>
          <p:cNvSpPr/>
          <p:nvPr/>
        </p:nvSpPr>
        <p:spPr>
          <a:xfrm flipH="1" rot="7654233">
            <a:off x="-1075268" y="-1255409"/>
            <a:ext cx="4267776" cy="2625652"/>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26">
    <p:spTree>
      <p:nvGrpSpPr>
        <p:cNvPr id="1485" name="Shape 1485"/>
        <p:cNvGrpSpPr/>
        <p:nvPr/>
      </p:nvGrpSpPr>
      <p:grpSpPr>
        <a:xfrm>
          <a:off x="0" y="0"/>
          <a:ext cx="0" cy="0"/>
          <a:chOff x="0" y="0"/>
          <a:chExt cx="0" cy="0"/>
        </a:xfrm>
      </p:grpSpPr>
      <p:sp>
        <p:nvSpPr>
          <p:cNvPr id="1486" name="Google Shape;1486;p188"/>
          <p:cNvSpPr txBox="1"/>
          <p:nvPr>
            <p:ph type="title"/>
          </p:nvPr>
        </p:nvSpPr>
        <p:spPr>
          <a:xfrm flipH="1">
            <a:off x="3275625" y="2841950"/>
            <a:ext cx="4575000" cy="5727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Clr>
                <a:schemeClr val="accent2"/>
              </a:buClr>
              <a:buSzPts val="1800"/>
              <a:buNone/>
              <a:defRPr sz="1800"/>
            </a:lvl1pPr>
            <a:lvl2pPr lvl="1" algn="l">
              <a:lnSpc>
                <a:spcPct val="100000"/>
              </a:lnSpc>
              <a:spcBef>
                <a:spcPts val="0"/>
              </a:spcBef>
              <a:spcAft>
                <a:spcPts val="0"/>
              </a:spcAft>
              <a:buClr>
                <a:schemeClr val="accent2"/>
              </a:buClr>
              <a:buSzPts val="1800"/>
              <a:buNone/>
              <a:defRPr sz="1800">
                <a:solidFill>
                  <a:schemeClr val="accent2"/>
                </a:solidFill>
              </a:defRPr>
            </a:lvl2pPr>
            <a:lvl3pPr lvl="2" algn="l">
              <a:lnSpc>
                <a:spcPct val="100000"/>
              </a:lnSpc>
              <a:spcBef>
                <a:spcPts val="0"/>
              </a:spcBef>
              <a:spcAft>
                <a:spcPts val="0"/>
              </a:spcAft>
              <a:buClr>
                <a:schemeClr val="accent2"/>
              </a:buClr>
              <a:buSzPts val="1800"/>
              <a:buNone/>
              <a:defRPr sz="1800">
                <a:solidFill>
                  <a:schemeClr val="accent2"/>
                </a:solidFill>
              </a:defRPr>
            </a:lvl3pPr>
            <a:lvl4pPr lvl="3" algn="l">
              <a:lnSpc>
                <a:spcPct val="100000"/>
              </a:lnSpc>
              <a:spcBef>
                <a:spcPts val="0"/>
              </a:spcBef>
              <a:spcAft>
                <a:spcPts val="0"/>
              </a:spcAft>
              <a:buClr>
                <a:schemeClr val="accent2"/>
              </a:buClr>
              <a:buSzPts val="1800"/>
              <a:buNone/>
              <a:defRPr sz="1800">
                <a:solidFill>
                  <a:schemeClr val="accent2"/>
                </a:solidFill>
              </a:defRPr>
            </a:lvl4pPr>
            <a:lvl5pPr lvl="4" algn="l">
              <a:lnSpc>
                <a:spcPct val="100000"/>
              </a:lnSpc>
              <a:spcBef>
                <a:spcPts val="0"/>
              </a:spcBef>
              <a:spcAft>
                <a:spcPts val="0"/>
              </a:spcAft>
              <a:buClr>
                <a:schemeClr val="accent2"/>
              </a:buClr>
              <a:buSzPts val="1800"/>
              <a:buNone/>
              <a:defRPr sz="1800">
                <a:solidFill>
                  <a:schemeClr val="accent2"/>
                </a:solidFill>
              </a:defRPr>
            </a:lvl5pPr>
            <a:lvl6pPr lvl="5" algn="l">
              <a:lnSpc>
                <a:spcPct val="100000"/>
              </a:lnSpc>
              <a:spcBef>
                <a:spcPts val="0"/>
              </a:spcBef>
              <a:spcAft>
                <a:spcPts val="0"/>
              </a:spcAft>
              <a:buClr>
                <a:schemeClr val="accent2"/>
              </a:buClr>
              <a:buSzPts val="1800"/>
              <a:buNone/>
              <a:defRPr sz="1800">
                <a:solidFill>
                  <a:schemeClr val="accent2"/>
                </a:solidFill>
              </a:defRPr>
            </a:lvl6pPr>
            <a:lvl7pPr lvl="6" algn="l">
              <a:lnSpc>
                <a:spcPct val="100000"/>
              </a:lnSpc>
              <a:spcBef>
                <a:spcPts val="0"/>
              </a:spcBef>
              <a:spcAft>
                <a:spcPts val="0"/>
              </a:spcAft>
              <a:buClr>
                <a:schemeClr val="accent2"/>
              </a:buClr>
              <a:buSzPts val="1800"/>
              <a:buNone/>
              <a:defRPr sz="1800">
                <a:solidFill>
                  <a:schemeClr val="accent2"/>
                </a:solidFill>
              </a:defRPr>
            </a:lvl7pPr>
            <a:lvl8pPr lvl="7" algn="l">
              <a:lnSpc>
                <a:spcPct val="100000"/>
              </a:lnSpc>
              <a:spcBef>
                <a:spcPts val="0"/>
              </a:spcBef>
              <a:spcAft>
                <a:spcPts val="0"/>
              </a:spcAft>
              <a:buClr>
                <a:schemeClr val="accent2"/>
              </a:buClr>
              <a:buSzPts val="1800"/>
              <a:buNone/>
              <a:defRPr sz="1800">
                <a:solidFill>
                  <a:schemeClr val="accent2"/>
                </a:solidFill>
              </a:defRPr>
            </a:lvl8pPr>
            <a:lvl9pPr lvl="8" algn="l">
              <a:lnSpc>
                <a:spcPct val="100000"/>
              </a:lnSpc>
              <a:spcBef>
                <a:spcPts val="0"/>
              </a:spcBef>
              <a:spcAft>
                <a:spcPts val="0"/>
              </a:spcAft>
              <a:buClr>
                <a:schemeClr val="accent2"/>
              </a:buClr>
              <a:buSzPts val="1800"/>
              <a:buNone/>
              <a:defRPr sz="1800">
                <a:solidFill>
                  <a:schemeClr val="accent2"/>
                </a:solidFill>
              </a:defRPr>
            </a:lvl9pPr>
          </a:lstStyle>
          <a:p/>
        </p:txBody>
      </p:sp>
      <p:sp>
        <p:nvSpPr>
          <p:cNvPr id="1487" name="Google Shape;1487;p188"/>
          <p:cNvSpPr txBox="1"/>
          <p:nvPr>
            <p:ph idx="1" type="subTitle"/>
          </p:nvPr>
        </p:nvSpPr>
        <p:spPr>
          <a:xfrm flipH="1">
            <a:off x="3275625" y="1728850"/>
            <a:ext cx="4575000" cy="11073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800"/>
              <a:buNone/>
              <a:defRPr sz="2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88" name="Google Shape;1488;p188"/>
          <p:cNvSpPr/>
          <p:nvPr/>
        </p:nvSpPr>
        <p:spPr>
          <a:xfrm flipH="1" rot="-3415034">
            <a:off x="6361616" y="308997"/>
            <a:ext cx="4814608" cy="4095305"/>
          </a:xfrm>
          <a:custGeom>
            <a:rect b="b" l="l" r="r" t="t"/>
            <a:pathLst>
              <a:path extrusionOk="0" h="52038" w="61178">
                <a:moveTo>
                  <a:pt x="4170" y="12043"/>
                </a:moveTo>
                <a:cubicBezTo>
                  <a:pt x="7339" y="7239"/>
                  <a:pt x="14177" y="1"/>
                  <a:pt x="24184" y="5571"/>
                </a:cubicBezTo>
                <a:cubicBezTo>
                  <a:pt x="34191" y="11142"/>
                  <a:pt x="29988" y="17146"/>
                  <a:pt x="34024" y="21249"/>
                </a:cubicBezTo>
                <a:cubicBezTo>
                  <a:pt x="38061" y="25319"/>
                  <a:pt x="43198" y="25586"/>
                  <a:pt x="51103" y="27253"/>
                </a:cubicBezTo>
                <a:cubicBezTo>
                  <a:pt x="58976" y="28921"/>
                  <a:pt x="61177" y="36093"/>
                  <a:pt x="54472" y="41664"/>
                </a:cubicBezTo>
                <a:cubicBezTo>
                  <a:pt x="47801" y="47268"/>
                  <a:pt x="33758" y="52038"/>
                  <a:pt x="26819" y="46467"/>
                </a:cubicBezTo>
                <a:cubicBezTo>
                  <a:pt x="19848" y="40930"/>
                  <a:pt x="11108" y="34826"/>
                  <a:pt x="5537" y="31590"/>
                </a:cubicBezTo>
                <a:cubicBezTo>
                  <a:pt x="0" y="28388"/>
                  <a:pt x="967" y="16879"/>
                  <a:pt x="4170" y="12043"/>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 name="Google Shape;1489;p188"/>
          <p:cNvSpPr/>
          <p:nvPr/>
        </p:nvSpPr>
        <p:spPr>
          <a:xfrm rot="1848056">
            <a:off x="2372175" y="2639561"/>
            <a:ext cx="1938888" cy="3305698"/>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90" name="Google Shape;1490;p188"/>
          <p:cNvGrpSpPr/>
          <p:nvPr/>
        </p:nvGrpSpPr>
        <p:grpSpPr>
          <a:xfrm>
            <a:off x="-228595" y="-80449"/>
            <a:ext cx="2277317" cy="5304377"/>
            <a:chOff x="224725" y="566950"/>
            <a:chExt cx="1850875" cy="4311100"/>
          </a:xfrm>
        </p:grpSpPr>
        <p:sp>
          <p:nvSpPr>
            <p:cNvPr id="1491" name="Google Shape;1491;p188"/>
            <p:cNvSpPr/>
            <p:nvPr/>
          </p:nvSpPr>
          <p:spPr>
            <a:xfrm>
              <a:off x="1914975" y="566950"/>
              <a:ext cx="160625" cy="2033000"/>
            </a:xfrm>
            <a:custGeom>
              <a:rect b="b" l="l" r="r" t="t"/>
              <a:pathLst>
                <a:path extrusionOk="0" h="81320" w="6425">
                  <a:moveTo>
                    <a:pt x="126" y="1"/>
                  </a:moveTo>
                  <a:cubicBezTo>
                    <a:pt x="81" y="1"/>
                    <a:pt x="44" y="24"/>
                    <a:pt x="27" y="57"/>
                  </a:cubicBezTo>
                  <a:cubicBezTo>
                    <a:pt x="27" y="84"/>
                    <a:pt x="27" y="110"/>
                    <a:pt x="27" y="137"/>
                  </a:cubicBezTo>
                  <a:cubicBezTo>
                    <a:pt x="27" y="164"/>
                    <a:pt x="27"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45" y="15394"/>
                    <a:pt x="2945" y="15447"/>
                    <a:pt x="2945" y="15501"/>
                  </a:cubicBezTo>
                  <a:cubicBezTo>
                    <a:pt x="2998" y="17321"/>
                    <a:pt x="1848" y="19248"/>
                    <a:pt x="108" y="20292"/>
                  </a:cubicBezTo>
                  <a:cubicBezTo>
                    <a:pt x="54" y="20292"/>
                    <a:pt x="27" y="20318"/>
                    <a:pt x="27" y="20372"/>
                  </a:cubicBezTo>
                  <a:cubicBezTo>
                    <a:pt x="1" y="20425"/>
                    <a:pt x="27" y="20479"/>
                    <a:pt x="81" y="20506"/>
                  </a:cubicBezTo>
                  <a:cubicBezTo>
                    <a:pt x="1794" y="21496"/>
                    <a:pt x="2865" y="23316"/>
                    <a:pt x="2945" y="25324"/>
                  </a:cubicBezTo>
                  <a:cubicBezTo>
                    <a:pt x="2945" y="25350"/>
                    <a:pt x="2972" y="25404"/>
                    <a:pt x="2998" y="25431"/>
                  </a:cubicBezTo>
                  <a:cubicBezTo>
                    <a:pt x="4952" y="26394"/>
                    <a:pt x="6157" y="28348"/>
                    <a:pt x="6157" y="30543"/>
                  </a:cubicBezTo>
                  <a:cubicBezTo>
                    <a:pt x="6157" y="32711"/>
                    <a:pt x="4952" y="34665"/>
                    <a:pt x="2998" y="35628"/>
                  </a:cubicBezTo>
                  <a:cubicBezTo>
                    <a:pt x="2945" y="35655"/>
                    <a:pt x="2918" y="35709"/>
                    <a:pt x="2945" y="35762"/>
                  </a:cubicBezTo>
                  <a:cubicBezTo>
                    <a:pt x="3106"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1" y="81297"/>
                    <a:pt x="104" y="81320"/>
                    <a:pt x="145" y="81320"/>
                  </a:cubicBezTo>
                  <a:cubicBezTo>
                    <a:pt x="170" y="81320"/>
                    <a:pt x="194" y="81311"/>
                    <a:pt x="215" y="81290"/>
                  </a:cubicBezTo>
                  <a:cubicBezTo>
                    <a:pt x="2008" y="80273"/>
                    <a:pt x="3106" y="78427"/>
                    <a:pt x="3186" y="76366"/>
                  </a:cubicBezTo>
                  <a:cubicBezTo>
                    <a:pt x="5166" y="75322"/>
                    <a:pt x="6424" y="73314"/>
                    <a:pt x="6424" y="71066"/>
                  </a:cubicBezTo>
                  <a:cubicBezTo>
                    <a:pt x="6424" y="68818"/>
                    <a:pt x="5166" y="66784"/>
                    <a:pt x="3186" y="65766"/>
                  </a:cubicBezTo>
                  <a:cubicBezTo>
                    <a:pt x="3106" y="63786"/>
                    <a:pt x="2062" y="61992"/>
                    <a:pt x="375" y="60922"/>
                  </a:cubicBezTo>
                  <a:cubicBezTo>
                    <a:pt x="2062" y="59878"/>
                    <a:pt x="3106" y="58085"/>
                    <a:pt x="3186" y="56104"/>
                  </a:cubicBezTo>
                  <a:cubicBezTo>
                    <a:pt x="5166" y="55060"/>
                    <a:pt x="6424" y="53053"/>
                    <a:pt x="6424" y="50804"/>
                  </a:cubicBezTo>
                  <a:cubicBezTo>
                    <a:pt x="6424" y="48556"/>
                    <a:pt x="5166" y="46522"/>
                    <a:pt x="3186" y="45505"/>
                  </a:cubicBezTo>
                  <a:cubicBezTo>
                    <a:pt x="3159" y="43604"/>
                    <a:pt x="2088" y="41731"/>
                    <a:pt x="375" y="40660"/>
                  </a:cubicBezTo>
                  <a:cubicBezTo>
                    <a:pt x="1901" y="39723"/>
                    <a:pt x="3320" y="37877"/>
                    <a:pt x="3186" y="35816"/>
                  </a:cubicBezTo>
                  <a:cubicBezTo>
                    <a:pt x="5193" y="34799"/>
                    <a:pt x="6424" y="32764"/>
                    <a:pt x="6424" y="30543"/>
                  </a:cubicBezTo>
                  <a:cubicBezTo>
                    <a:pt x="6424" y="28295"/>
                    <a:pt x="5166" y="26260"/>
                    <a:pt x="3186" y="25243"/>
                  </a:cubicBezTo>
                  <a:cubicBezTo>
                    <a:pt x="3106" y="23236"/>
                    <a:pt x="2062" y="21443"/>
                    <a:pt x="375" y="20399"/>
                  </a:cubicBezTo>
                  <a:cubicBezTo>
                    <a:pt x="2088" y="19328"/>
                    <a:pt x="3186" y="17454"/>
                    <a:pt x="3186" y="15608"/>
                  </a:cubicBezTo>
                  <a:cubicBezTo>
                    <a:pt x="3186" y="15608"/>
                    <a:pt x="3186" y="15581"/>
                    <a:pt x="3186" y="15554"/>
                  </a:cubicBezTo>
                  <a:cubicBezTo>
                    <a:pt x="5166" y="14537"/>
                    <a:pt x="6424" y="12503"/>
                    <a:pt x="6424" y="10255"/>
                  </a:cubicBezTo>
                  <a:cubicBezTo>
                    <a:pt x="6424" y="8033"/>
                    <a:pt x="5166" y="5999"/>
                    <a:pt x="3186" y="4982"/>
                  </a:cubicBezTo>
                  <a:lnTo>
                    <a:pt x="3186" y="4955"/>
                  </a:lnTo>
                  <a:cubicBezTo>
                    <a:pt x="3186" y="3028"/>
                    <a:pt x="2008" y="1074"/>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 name="Google Shape;1492;p188"/>
            <p:cNvSpPr/>
            <p:nvPr/>
          </p:nvSpPr>
          <p:spPr>
            <a:xfrm>
              <a:off x="1761075" y="818875"/>
              <a:ext cx="160625" cy="2032875"/>
            </a:xfrm>
            <a:custGeom>
              <a:rect b="b" l="l" r="r" t="t"/>
              <a:pathLst>
                <a:path extrusionOk="0" h="81315" w="6425">
                  <a:moveTo>
                    <a:pt x="149" y="1"/>
                  </a:moveTo>
                  <a:cubicBezTo>
                    <a:pt x="110" y="1"/>
                    <a:pt x="71" y="20"/>
                    <a:pt x="54" y="70"/>
                  </a:cubicBezTo>
                  <a:cubicBezTo>
                    <a:pt x="27" y="70"/>
                    <a:pt x="27" y="97"/>
                    <a:pt x="27" y="124"/>
                  </a:cubicBezTo>
                  <a:cubicBezTo>
                    <a:pt x="27" y="178"/>
                    <a:pt x="54" y="204"/>
                    <a:pt x="81" y="231"/>
                  </a:cubicBezTo>
                  <a:cubicBezTo>
                    <a:pt x="1821" y="1248"/>
                    <a:pt x="2972" y="3175"/>
                    <a:pt x="2945" y="5022"/>
                  </a:cubicBezTo>
                  <a:cubicBezTo>
                    <a:pt x="2945" y="5076"/>
                    <a:pt x="2972" y="5129"/>
                    <a:pt x="2998" y="5156"/>
                  </a:cubicBezTo>
                  <a:cubicBezTo>
                    <a:pt x="4952" y="6119"/>
                    <a:pt x="6183" y="8073"/>
                    <a:pt x="6183" y="10268"/>
                  </a:cubicBezTo>
                  <a:cubicBezTo>
                    <a:pt x="6183" y="12436"/>
                    <a:pt x="4952" y="14390"/>
                    <a:pt x="2998" y="15354"/>
                  </a:cubicBezTo>
                  <a:cubicBezTo>
                    <a:pt x="2972" y="15380"/>
                    <a:pt x="2945" y="15461"/>
                    <a:pt x="2945" y="15487"/>
                  </a:cubicBezTo>
                  <a:cubicBezTo>
                    <a:pt x="2998" y="17334"/>
                    <a:pt x="1847" y="19235"/>
                    <a:pt x="108" y="20278"/>
                  </a:cubicBezTo>
                  <a:cubicBezTo>
                    <a:pt x="81" y="20278"/>
                    <a:pt x="27" y="20305"/>
                    <a:pt x="27" y="20359"/>
                  </a:cubicBezTo>
                  <a:cubicBezTo>
                    <a:pt x="27" y="20412"/>
                    <a:pt x="27" y="20466"/>
                    <a:pt x="81" y="20493"/>
                  </a:cubicBezTo>
                  <a:cubicBezTo>
                    <a:pt x="1821" y="21510"/>
                    <a:pt x="2891" y="23303"/>
                    <a:pt x="2945" y="25310"/>
                  </a:cubicBezTo>
                  <a:cubicBezTo>
                    <a:pt x="2945" y="25364"/>
                    <a:pt x="2972" y="25391"/>
                    <a:pt x="2998" y="25417"/>
                  </a:cubicBezTo>
                  <a:cubicBezTo>
                    <a:pt x="4952" y="26381"/>
                    <a:pt x="6183" y="28362"/>
                    <a:pt x="6183" y="30530"/>
                  </a:cubicBezTo>
                  <a:cubicBezTo>
                    <a:pt x="6183" y="32698"/>
                    <a:pt x="4952" y="34652"/>
                    <a:pt x="2998" y="35642"/>
                  </a:cubicBezTo>
                  <a:cubicBezTo>
                    <a:pt x="2972" y="35642"/>
                    <a:pt x="2945" y="35695"/>
                    <a:pt x="2945" y="35749"/>
                  </a:cubicBezTo>
                  <a:cubicBezTo>
                    <a:pt x="3105" y="37837"/>
                    <a:pt x="1633" y="39630"/>
                    <a:pt x="108" y="40540"/>
                  </a:cubicBezTo>
                  <a:cubicBezTo>
                    <a:pt x="81" y="40540"/>
                    <a:pt x="27" y="40594"/>
                    <a:pt x="27" y="40620"/>
                  </a:cubicBezTo>
                  <a:cubicBezTo>
                    <a:pt x="27" y="40674"/>
                    <a:pt x="27" y="40727"/>
                    <a:pt x="81" y="40754"/>
                  </a:cubicBezTo>
                  <a:cubicBezTo>
                    <a:pt x="1821" y="41771"/>
                    <a:pt x="2945" y="43645"/>
                    <a:pt x="2945" y="45545"/>
                  </a:cubicBezTo>
                  <a:cubicBezTo>
                    <a:pt x="2945" y="45545"/>
                    <a:pt x="2945" y="45545"/>
                    <a:pt x="2945" y="45572"/>
                  </a:cubicBezTo>
                  <a:cubicBezTo>
                    <a:pt x="2945" y="45626"/>
                    <a:pt x="2972" y="45652"/>
                    <a:pt x="2998" y="45679"/>
                  </a:cubicBezTo>
                  <a:cubicBezTo>
                    <a:pt x="4952" y="46669"/>
                    <a:pt x="6183" y="48623"/>
                    <a:pt x="6183" y="50791"/>
                  </a:cubicBezTo>
                  <a:cubicBezTo>
                    <a:pt x="6183" y="52959"/>
                    <a:pt x="4952" y="54913"/>
                    <a:pt x="2998" y="55904"/>
                  </a:cubicBezTo>
                  <a:cubicBezTo>
                    <a:pt x="2972" y="55930"/>
                    <a:pt x="2945" y="55957"/>
                    <a:pt x="2945" y="56011"/>
                  </a:cubicBezTo>
                  <a:cubicBezTo>
                    <a:pt x="2891" y="57991"/>
                    <a:pt x="1847" y="59785"/>
                    <a:pt x="108" y="60802"/>
                  </a:cubicBezTo>
                  <a:cubicBezTo>
                    <a:pt x="81" y="60828"/>
                    <a:pt x="27" y="60855"/>
                    <a:pt x="27" y="60882"/>
                  </a:cubicBezTo>
                  <a:cubicBezTo>
                    <a:pt x="27" y="60935"/>
                    <a:pt x="27" y="60989"/>
                    <a:pt x="81" y="61016"/>
                  </a:cubicBezTo>
                  <a:cubicBezTo>
                    <a:pt x="1821" y="62033"/>
                    <a:pt x="2891" y="63826"/>
                    <a:pt x="2945" y="65834"/>
                  </a:cubicBezTo>
                  <a:cubicBezTo>
                    <a:pt x="2945" y="65887"/>
                    <a:pt x="2972" y="65914"/>
                    <a:pt x="2998" y="65941"/>
                  </a:cubicBezTo>
                  <a:cubicBezTo>
                    <a:pt x="4952" y="66931"/>
                    <a:pt x="6183" y="68885"/>
                    <a:pt x="6183" y="71053"/>
                  </a:cubicBezTo>
                  <a:cubicBezTo>
                    <a:pt x="6183" y="73221"/>
                    <a:pt x="4952" y="75175"/>
                    <a:pt x="2998" y="76165"/>
                  </a:cubicBezTo>
                  <a:cubicBezTo>
                    <a:pt x="2972" y="76192"/>
                    <a:pt x="2945" y="76219"/>
                    <a:pt x="2945" y="76272"/>
                  </a:cubicBezTo>
                  <a:cubicBezTo>
                    <a:pt x="2891" y="78280"/>
                    <a:pt x="1821" y="80073"/>
                    <a:pt x="81" y="81090"/>
                  </a:cubicBezTo>
                  <a:cubicBezTo>
                    <a:pt x="27" y="81117"/>
                    <a:pt x="1" y="81197"/>
                    <a:pt x="54" y="81251"/>
                  </a:cubicBezTo>
                  <a:cubicBezTo>
                    <a:pt x="74" y="81290"/>
                    <a:pt x="122" y="81315"/>
                    <a:pt x="167" y="81315"/>
                  </a:cubicBezTo>
                  <a:cubicBezTo>
                    <a:pt x="184" y="81315"/>
                    <a:pt x="200" y="81311"/>
                    <a:pt x="215" y="81304"/>
                  </a:cubicBezTo>
                  <a:cubicBezTo>
                    <a:pt x="2008" y="80260"/>
                    <a:pt x="3105" y="78413"/>
                    <a:pt x="3186" y="76352"/>
                  </a:cubicBezTo>
                  <a:cubicBezTo>
                    <a:pt x="5193" y="75309"/>
                    <a:pt x="6424" y="73301"/>
                    <a:pt x="6424" y="71053"/>
                  </a:cubicBezTo>
                  <a:cubicBezTo>
                    <a:pt x="6424" y="68805"/>
                    <a:pt x="5193" y="66797"/>
                    <a:pt x="3186" y="65753"/>
                  </a:cubicBezTo>
                  <a:cubicBezTo>
                    <a:pt x="3132" y="63773"/>
                    <a:pt x="2088" y="61979"/>
                    <a:pt x="402" y="60909"/>
                  </a:cubicBezTo>
                  <a:cubicBezTo>
                    <a:pt x="2088" y="59865"/>
                    <a:pt x="3132" y="58072"/>
                    <a:pt x="3186" y="56091"/>
                  </a:cubicBezTo>
                  <a:cubicBezTo>
                    <a:pt x="5193" y="55047"/>
                    <a:pt x="6424" y="53040"/>
                    <a:pt x="6424" y="50791"/>
                  </a:cubicBezTo>
                  <a:cubicBezTo>
                    <a:pt x="6424" y="48543"/>
                    <a:pt x="5193" y="46536"/>
                    <a:pt x="3186" y="45492"/>
                  </a:cubicBezTo>
                  <a:cubicBezTo>
                    <a:pt x="3186" y="43591"/>
                    <a:pt x="2088" y="41718"/>
                    <a:pt x="402" y="40647"/>
                  </a:cubicBezTo>
                  <a:cubicBezTo>
                    <a:pt x="1901" y="39710"/>
                    <a:pt x="3320" y="37890"/>
                    <a:pt x="3186" y="35829"/>
                  </a:cubicBezTo>
                  <a:cubicBezTo>
                    <a:pt x="5193" y="34785"/>
                    <a:pt x="6424" y="32751"/>
                    <a:pt x="6424" y="30530"/>
                  </a:cubicBezTo>
                  <a:cubicBezTo>
                    <a:pt x="6424" y="28281"/>
                    <a:pt x="5193" y="26247"/>
                    <a:pt x="3186" y="25230"/>
                  </a:cubicBezTo>
                  <a:cubicBezTo>
                    <a:pt x="3105" y="23223"/>
                    <a:pt x="2062" y="21429"/>
                    <a:pt x="402" y="20386"/>
                  </a:cubicBezTo>
                  <a:cubicBezTo>
                    <a:pt x="2115" y="19315"/>
                    <a:pt x="3212" y="17415"/>
                    <a:pt x="3186" y="15541"/>
                  </a:cubicBezTo>
                  <a:cubicBezTo>
                    <a:pt x="5193" y="14524"/>
                    <a:pt x="6424" y="12490"/>
                    <a:pt x="6424" y="10268"/>
                  </a:cubicBezTo>
                  <a:cubicBezTo>
                    <a:pt x="6424" y="8020"/>
                    <a:pt x="5193" y="5986"/>
                    <a:pt x="3186" y="4969"/>
                  </a:cubicBezTo>
                  <a:lnTo>
                    <a:pt x="3186" y="4942"/>
                  </a:lnTo>
                  <a:cubicBezTo>
                    <a:pt x="3186" y="3041"/>
                    <a:pt x="2008" y="1061"/>
                    <a:pt x="215" y="17"/>
                  </a:cubicBezTo>
                  <a:cubicBezTo>
                    <a:pt x="195" y="7"/>
                    <a:pt x="172" y="1"/>
                    <a:pt x="1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188"/>
            <p:cNvSpPr/>
            <p:nvPr/>
          </p:nvSpPr>
          <p:spPr>
            <a:xfrm>
              <a:off x="1607850" y="566950"/>
              <a:ext cx="159950" cy="2033000"/>
            </a:xfrm>
            <a:custGeom>
              <a:rect b="b" l="l" r="r" t="t"/>
              <a:pathLst>
                <a:path extrusionOk="0" h="81320" w="6398">
                  <a:moveTo>
                    <a:pt x="119" y="1"/>
                  </a:moveTo>
                  <a:cubicBezTo>
                    <a:pt x="81" y="1"/>
                    <a:pt x="44" y="24"/>
                    <a:pt x="27" y="57"/>
                  </a:cubicBezTo>
                  <a:cubicBezTo>
                    <a:pt x="0"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71" y="17347"/>
                    <a:pt x="1847" y="19248"/>
                    <a:pt x="81" y="20292"/>
                  </a:cubicBezTo>
                  <a:cubicBezTo>
                    <a:pt x="54" y="20292"/>
                    <a:pt x="27" y="20318"/>
                    <a:pt x="0"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0"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64" y="58004"/>
                    <a:pt x="1820" y="59798"/>
                    <a:pt x="81" y="60815"/>
                  </a:cubicBezTo>
                  <a:cubicBezTo>
                    <a:pt x="54" y="60815"/>
                    <a:pt x="27" y="60868"/>
                    <a:pt x="0" y="60895"/>
                  </a:cubicBezTo>
                  <a:cubicBezTo>
                    <a:pt x="0" y="60949"/>
                    <a:pt x="27" y="61002"/>
                    <a:pt x="81" y="61029"/>
                  </a:cubicBezTo>
                  <a:cubicBezTo>
                    <a:pt x="1820" y="62046"/>
                    <a:pt x="2864"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64" y="78266"/>
                    <a:pt x="1820" y="80086"/>
                    <a:pt x="81" y="81076"/>
                  </a:cubicBezTo>
                  <a:cubicBezTo>
                    <a:pt x="27" y="81130"/>
                    <a:pt x="0" y="81183"/>
                    <a:pt x="27" y="81264"/>
                  </a:cubicBezTo>
                  <a:cubicBezTo>
                    <a:pt x="44" y="81297"/>
                    <a:pt x="81" y="81320"/>
                    <a:pt x="119" y="81320"/>
                  </a:cubicBezTo>
                  <a:cubicBezTo>
                    <a:pt x="143" y="81320"/>
                    <a:pt x="167" y="81311"/>
                    <a:pt x="188" y="81290"/>
                  </a:cubicBezTo>
                  <a:cubicBezTo>
                    <a:pt x="1981"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61" y="41731"/>
                    <a:pt x="375" y="40660"/>
                  </a:cubicBezTo>
                  <a:cubicBezTo>
                    <a:pt x="1901" y="39723"/>
                    <a:pt x="3292" y="37877"/>
                    <a:pt x="3185" y="35816"/>
                  </a:cubicBezTo>
                  <a:cubicBezTo>
                    <a:pt x="5166" y="34799"/>
                    <a:pt x="6397" y="32764"/>
                    <a:pt x="6397" y="30543"/>
                  </a:cubicBezTo>
                  <a:cubicBezTo>
                    <a:pt x="6397" y="28295"/>
                    <a:pt x="5166" y="26260"/>
                    <a:pt x="3185" y="25243"/>
                  </a:cubicBezTo>
                  <a:cubicBezTo>
                    <a:pt x="3078" y="23236"/>
                    <a:pt x="2061" y="21443"/>
                    <a:pt x="375" y="20399"/>
                  </a:cubicBezTo>
                  <a:cubicBezTo>
                    <a:pt x="2061" y="19328"/>
                    <a:pt x="3185" y="17454"/>
                    <a:pt x="3185" y="15608"/>
                  </a:cubicBezTo>
                  <a:cubicBezTo>
                    <a:pt x="3185" y="15608"/>
                    <a:pt x="3185" y="1558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 name="Google Shape;1494;p188"/>
            <p:cNvSpPr/>
            <p:nvPr/>
          </p:nvSpPr>
          <p:spPr>
            <a:xfrm>
              <a:off x="1453950" y="818875"/>
              <a:ext cx="160600" cy="2032875"/>
            </a:xfrm>
            <a:custGeom>
              <a:rect b="b" l="l" r="r" t="t"/>
              <a:pathLst>
                <a:path extrusionOk="0" h="81315" w="6424">
                  <a:moveTo>
                    <a:pt x="136" y="1"/>
                  </a:moveTo>
                  <a:cubicBezTo>
                    <a:pt x="95" y="1"/>
                    <a:pt x="61" y="20"/>
                    <a:pt x="27" y="70"/>
                  </a:cubicBezTo>
                  <a:cubicBezTo>
                    <a:pt x="27" y="70"/>
                    <a:pt x="27" y="97"/>
                    <a:pt x="27" y="124"/>
                  </a:cubicBezTo>
                  <a:cubicBezTo>
                    <a:pt x="27" y="178"/>
                    <a:pt x="27"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34"/>
                    <a:pt x="2944" y="15487"/>
                  </a:cubicBezTo>
                  <a:cubicBezTo>
                    <a:pt x="2944" y="15514"/>
                    <a:pt x="2944" y="15568"/>
                    <a:pt x="2944" y="15595"/>
                  </a:cubicBezTo>
                  <a:cubicBezTo>
                    <a:pt x="2944" y="17415"/>
                    <a:pt x="1820" y="19261"/>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44" y="35642"/>
                    <a:pt x="2918"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72"/>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27" y="81251"/>
                  </a:cubicBezTo>
                  <a:cubicBezTo>
                    <a:pt x="66" y="81290"/>
                    <a:pt x="120" y="81315"/>
                    <a:pt x="167" y="81315"/>
                  </a:cubicBezTo>
                  <a:cubicBezTo>
                    <a:pt x="184" y="81315"/>
                    <a:pt x="200" y="81311"/>
                    <a:pt x="214" y="81304"/>
                  </a:cubicBezTo>
                  <a:cubicBezTo>
                    <a:pt x="2008" y="80260"/>
                    <a:pt x="3105" y="78413"/>
                    <a:pt x="3185" y="76352"/>
                  </a:cubicBezTo>
                  <a:cubicBezTo>
                    <a:pt x="5166" y="75309"/>
                    <a:pt x="6424" y="73301"/>
                    <a:pt x="6424" y="71053"/>
                  </a:cubicBezTo>
                  <a:cubicBezTo>
                    <a:pt x="6424" y="68805"/>
                    <a:pt x="5166" y="66797"/>
                    <a:pt x="3185" y="65753"/>
                  </a:cubicBezTo>
                  <a:cubicBezTo>
                    <a:pt x="3105" y="63773"/>
                    <a:pt x="2061" y="61979"/>
                    <a:pt x="375" y="60909"/>
                  </a:cubicBezTo>
                  <a:cubicBezTo>
                    <a:pt x="2061" y="59865"/>
                    <a:pt x="3105" y="58072"/>
                    <a:pt x="3185" y="56091"/>
                  </a:cubicBezTo>
                  <a:cubicBezTo>
                    <a:pt x="5166" y="55047"/>
                    <a:pt x="6424" y="53040"/>
                    <a:pt x="6424" y="50791"/>
                  </a:cubicBezTo>
                  <a:cubicBezTo>
                    <a:pt x="6424" y="48543"/>
                    <a:pt x="5193" y="46536"/>
                    <a:pt x="3185" y="45492"/>
                  </a:cubicBezTo>
                  <a:cubicBezTo>
                    <a:pt x="3159" y="43591"/>
                    <a:pt x="2088" y="41718"/>
                    <a:pt x="375" y="40647"/>
                  </a:cubicBezTo>
                  <a:cubicBezTo>
                    <a:pt x="1901" y="39710"/>
                    <a:pt x="3319" y="37890"/>
                    <a:pt x="3185" y="35829"/>
                  </a:cubicBezTo>
                  <a:cubicBezTo>
                    <a:pt x="5193" y="34785"/>
                    <a:pt x="6424" y="32751"/>
                    <a:pt x="6424" y="30530"/>
                  </a:cubicBezTo>
                  <a:cubicBezTo>
                    <a:pt x="6424" y="28281"/>
                    <a:pt x="5166" y="26247"/>
                    <a:pt x="3185" y="25230"/>
                  </a:cubicBezTo>
                  <a:cubicBezTo>
                    <a:pt x="3105" y="23223"/>
                    <a:pt x="2061" y="21429"/>
                    <a:pt x="375"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cubicBezTo>
                    <a:pt x="3185" y="3041"/>
                    <a:pt x="2008" y="1061"/>
                    <a:pt x="214" y="17"/>
                  </a:cubicBezTo>
                  <a:cubicBezTo>
                    <a:pt x="185" y="7"/>
                    <a:pt x="159" y="1"/>
                    <a:pt x="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 name="Google Shape;1495;p188"/>
            <p:cNvSpPr/>
            <p:nvPr/>
          </p:nvSpPr>
          <p:spPr>
            <a:xfrm>
              <a:off x="1300050" y="566950"/>
              <a:ext cx="160600" cy="2033000"/>
            </a:xfrm>
            <a:custGeom>
              <a:rect b="b" l="l" r="r" t="t"/>
              <a:pathLst>
                <a:path extrusionOk="0" h="81320" w="6424">
                  <a:moveTo>
                    <a:pt x="146" y="1"/>
                  </a:moveTo>
                  <a:cubicBezTo>
                    <a:pt x="107" y="1"/>
                    <a:pt x="70" y="24"/>
                    <a:pt x="54" y="57"/>
                  </a:cubicBezTo>
                  <a:cubicBezTo>
                    <a:pt x="27" y="84"/>
                    <a:pt x="27" y="110"/>
                    <a:pt x="27" y="137"/>
                  </a:cubicBezTo>
                  <a:cubicBezTo>
                    <a:pt x="27" y="164"/>
                    <a:pt x="54" y="217"/>
                    <a:pt x="80" y="244"/>
                  </a:cubicBezTo>
                  <a:cubicBezTo>
                    <a:pt x="1820" y="1261"/>
                    <a:pt x="2971" y="3188"/>
                    <a:pt x="2944" y="5035"/>
                  </a:cubicBezTo>
                  <a:cubicBezTo>
                    <a:pt x="2944" y="5089"/>
                    <a:pt x="2971" y="5142"/>
                    <a:pt x="3025" y="5169"/>
                  </a:cubicBezTo>
                  <a:cubicBezTo>
                    <a:pt x="4952" y="6133"/>
                    <a:pt x="6183" y="8086"/>
                    <a:pt x="6183" y="10255"/>
                  </a:cubicBezTo>
                  <a:cubicBezTo>
                    <a:pt x="6183" y="12449"/>
                    <a:pt x="4952" y="14403"/>
                    <a:pt x="3025" y="15367"/>
                  </a:cubicBezTo>
                  <a:cubicBezTo>
                    <a:pt x="2971" y="15394"/>
                    <a:pt x="2944" y="15447"/>
                    <a:pt x="2944" y="15501"/>
                  </a:cubicBezTo>
                  <a:cubicBezTo>
                    <a:pt x="2998" y="17321"/>
                    <a:pt x="1847" y="19248"/>
                    <a:pt x="107" y="20292"/>
                  </a:cubicBezTo>
                  <a:cubicBezTo>
                    <a:pt x="80" y="20292"/>
                    <a:pt x="54" y="20318"/>
                    <a:pt x="27" y="20372"/>
                  </a:cubicBezTo>
                  <a:cubicBezTo>
                    <a:pt x="27" y="20425"/>
                    <a:pt x="27" y="20479"/>
                    <a:pt x="80" y="20506"/>
                  </a:cubicBezTo>
                  <a:cubicBezTo>
                    <a:pt x="1820" y="21496"/>
                    <a:pt x="2891" y="23316"/>
                    <a:pt x="2944" y="25324"/>
                  </a:cubicBezTo>
                  <a:cubicBezTo>
                    <a:pt x="2944" y="25350"/>
                    <a:pt x="2971" y="25404"/>
                    <a:pt x="3025" y="25431"/>
                  </a:cubicBezTo>
                  <a:cubicBezTo>
                    <a:pt x="4952" y="26394"/>
                    <a:pt x="6183" y="28348"/>
                    <a:pt x="6183" y="30543"/>
                  </a:cubicBezTo>
                  <a:cubicBezTo>
                    <a:pt x="6183" y="32711"/>
                    <a:pt x="4952" y="34665"/>
                    <a:pt x="3025" y="35628"/>
                  </a:cubicBezTo>
                  <a:cubicBezTo>
                    <a:pt x="2971" y="35655"/>
                    <a:pt x="2944" y="35709"/>
                    <a:pt x="2944" y="35762"/>
                  </a:cubicBezTo>
                  <a:cubicBezTo>
                    <a:pt x="3105" y="37823"/>
                    <a:pt x="1633" y="39643"/>
                    <a:pt x="107" y="40553"/>
                  </a:cubicBezTo>
                  <a:cubicBezTo>
                    <a:pt x="80" y="40553"/>
                    <a:pt x="54" y="40580"/>
                    <a:pt x="27" y="40633"/>
                  </a:cubicBezTo>
                  <a:cubicBezTo>
                    <a:pt x="27" y="40687"/>
                    <a:pt x="27" y="40741"/>
                    <a:pt x="80" y="40767"/>
                  </a:cubicBezTo>
                  <a:cubicBezTo>
                    <a:pt x="1820" y="41784"/>
                    <a:pt x="2944" y="43658"/>
                    <a:pt x="2944" y="45532"/>
                  </a:cubicBezTo>
                  <a:cubicBezTo>
                    <a:pt x="2944" y="45558"/>
                    <a:pt x="2944" y="45558"/>
                    <a:pt x="2944" y="45585"/>
                  </a:cubicBezTo>
                  <a:cubicBezTo>
                    <a:pt x="2944" y="45612"/>
                    <a:pt x="2971" y="45665"/>
                    <a:pt x="3025" y="45692"/>
                  </a:cubicBezTo>
                  <a:cubicBezTo>
                    <a:pt x="4952" y="46656"/>
                    <a:pt x="6183" y="48636"/>
                    <a:pt x="6183" y="50804"/>
                  </a:cubicBezTo>
                  <a:cubicBezTo>
                    <a:pt x="6183" y="52972"/>
                    <a:pt x="4952" y="54926"/>
                    <a:pt x="3025" y="55917"/>
                  </a:cubicBezTo>
                  <a:cubicBezTo>
                    <a:pt x="2971" y="55917"/>
                    <a:pt x="2944" y="55970"/>
                    <a:pt x="2944" y="56024"/>
                  </a:cubicBezTo>
                  <a:cubicBezTo>
                    <a:pt x="2891" y="58004"/>
                    <a:pt x="1847" y="59798"/>
                    <a:pt x="107" y="60815"/>
                  </a:cubicBezTo>
                  <a:cubicBezTo>
                    <a:pt x="80" y="60815"/>
                    <a:pt x="54" y="60868"/>
                    <a:pt x="27" y="60895"/>
                  </a:cubicBezTo>
                  <a:cubicBezTo>
                    <a:pt x="27" y="60949"/>
                    <a:pt x="27" y="61002"/>
                    <a:pt x="80" y="61029"/>
                  </a:cubicBezTo>
                  <a:cubicBezTo>
                    <a:pt x="1820" y="62046"/>
                    <a:pt x="2891" y="63839"/>
                    <a:pt x="2944" y="65847"/>
                  </a:cubicBezTo>
                  <a:cubicBezTo>
                    <a:pt x="2944" y="65900"/>
                    <a:pt x="2971" y="65927"/>
                    <a:pt x="3025" y="65954"/>
                  </a:cubicBezTo>
                  <a:cubicBezTo>
                    <a:pt x="4952" y="66944"/>
                    <a:pt x="6183" y="68898"/>
                    <a:pt x="6183" y="71066"/>
                  </a:cubicBezTo>
                  <a:cubicBezTo>
                    <a:pt x="6183" y="73234"/>
                    <a:pt x="4952" y="75188"/>
                    <a:pt x="3025" y="76178"/>
                  </a:cubicBezTo>
                  <a:cubicBezTo>
                    <a:pt x="2971" y="76178"/>
                    <a:pt x="2944" y="76232"/>
                    <a:pt x="2944" y="76285"/>
                  </a:cubicBezTo>
                  <a:cubicBezTo>
                    <a:pt x="2891" y="78266"/>
                    <a:pt x="1820" y="80086"/>
                    <a:pt x="80" y="81076"/>
                  </a:cubicBezTo>
                  <a:cubicBezTo>
                    <a:pt x="27" y="81130"/>
                    <a:pt x="0" y="81183"/>
                    <a:pt x="54" y="81264"/>
                  </a:cubicBezTo>
                  <a:cubicBezTo>
                    <a:pt x="70" y="81297"/>
                    <a:pt x="107" y="81320"/>
                    <a:pt x="146" y="81320"/>
                  </a:cubicBezTo>
                  <a:cubicBezTo>
                    <a:pt x="169" y="81320"/>
                    <a:pt x="194" y="81311"/>
                    <a:pt x="214" y="81290"/>
                  </a:cubicBezTo>
                  <a:cubicBezTo>
                    <a:pt x="2007" y="80273"/>
                    <a:pt x="3105" y="78427"/>
                    <a:pt x="3185" y="76366"/>
                  </a:cubicBezTo>
                  <a:cubicBezTo>
                    <a:pt x="5193" y="75322"/>
                    <a:pt x="6424" y="73314"/>
                    <a:pt x="6424" y="71066"/>
                  </a:cubicBezTo>
                  <a:cubicBezTo>
                    <a:pt x="6424" y="68818"/>
                    <a:pt x="5193" y="66784"/>
                    <a:pt x="3185" y="65766"/>
                  </a:cubicBezTo>
                  <a:cubicBezTo>
                    <a:pt x="3132" y="63786"/>
                    <a:pt x="2088" y="61992"/>
                    <a:pt x="402" y="60922"/>
                  </a:cubicBezTo>
                  <a:cubicBezTo>
                    <a:pt x="2088" y="59878"/>
                    <a:pt x="3132" y="58085"/>
                    <a:pt x="3185" y="56104"/>
                  </a:cubicBezTo>
                  <a:cubicBezTo>
                    <a:pt x="5193" y="55060"/>
                    <a:pt x="6424" y="53053"/>
                    <a:pt x="6424" y="50804"/>
                  </a:cubicBezTo>
                  <a:cubicBezTo>
                    <a:pt x="6424" y="48556"/>
                    <a:pt x="5193" y="46522"/>
                    <a:pt x="3185" y="45505"/>
                  </a:cubicBezTo>
                  <a:cubicBezTo>
                    <a:pt x="3185" y="43604"/>
                    <a:pt x="2088" y="41731"/>
                    <a:pt x="402" y="40660"/>
                  </a:cubicBezTo>
                  <a:cubicBezTo>
                    <a:pt x="1927" y="39723"/>
                    <a:pt x="3319" y="37903"/>
                    <a:pt x="3212" y="35816"/>
                  </a:cubicBezTo>
                  <a:cubicBezTo>
                    <a:pt x="5193" y="34799"/>
                    <a:pt x="6424" y="32764"/>
                    <a:pt x="6424" y="30543"/>
                  </a:cubicBezTo>
                  <a:cubicBezTo>
                    <a:pt x="6424" y="28295"/>
                    <a:pt x="5193" y="26260"/>
                    <a:pt x="3185" y="25243"/>
                  </a:cubicBezTo>
                  <a:cubicBezTo>
                    <a:pt x="3105" y="23236"/>
                    <a:pt x="2061" y="21443"/>
                    <a:pt x="402" y="20399"/>
                  </a:cubicBezTo>
                  <a:cubicBezTo>
                    <a:pt x="2088" y="19328"/>
                    <a:pt x="3185" y="17454"/>
                    <a:pt x="3185" y="15608"/>
                  </a:cubicBezTo>
                  <a:cubicBezTo>
                    <a:pt x="3185" y="15608"/>
                    <a:pt x="3185" y="15581"/>
                    <a:pt x="3185" y="15554"/>
                  </a:cubicBezTo>
                  <a:cubicBezTo>
                    <a:pt x="5193" y="14537"/>
                    <a:pt x="6424" y="12503"/>
                    <a:pt x="6424" y="10255"/>
                  </a:cubicBezTo>
                  <a:cubicBezTo>
                    <a:pt x="6424" y="8033"/>
                    <a:pt x="5193" y="5999"/>
                    <a:pt x="3185" y="4982"/>
                  </a:cubicBezTo>
                  <a:lnTo>
                    <a:pt x="3185" y="4955"/>
                  </a:lnTo>
                  <a:cubicBezTo>
                    <a:pt x="3185" y="3028"/>
                    <a:pt x="2007" y="1074"/>
                    <a:pt x="214" y="30"/>
                  </a:cubicBezTo>
                  <a:cubicBezTo>
                    <a:pt x="194" y="10"/>
                    <a:pt x="169"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 name="Google Shape;1496;p188"/>
            <p:cNvSpPr/>
            <p:nvPr/>
          </p:nvSpPr>
          <p:spPr>
            <a:xfrm>
              <a:off x="1146800" y="818875"/>
              <a:ext cx="159950" cy="2032875"/>
            </a:xfrm>
            <a:custGeom>
              <a:rect b="b" l="l" r="r" t="t"/>
              <a:pathLst>
                <a:path extrusionOk="0" h="81315" w="6398">
                  <a:moveTo>
                    <a:pt x="123" y="1"/>
                  </a:moveTo>
                  <a:cubicBezTo>
                    <a:pt x="83" y="1"/>
                    <a:pt x="44" y="20"/>
                    <a:pt x="28" y="70"/>
                  </a:cubicBezTo>
                  <a:cubicBezTo>
                    <a:pt x="28" y="70"/>
                    <a:pt x="1" y="97"/>
                    <a:pt x="1" y="124"/>
                  </a:cubicBezTo>
                  <a:cubicBezTo>
                    <a:pt x="1" y="178"/>
                    <a:pt x="28" y="204"/>
                    <a:pt x="81" y="231"/>
                  </a:cubicBezTo>
                  <a:cubicBezTo>
                    <a:pt x="1821" y="1248"/>
                    <a:pt x="2972" y="3175"/>
                    <a:pt x="2918" y="5022"/>
                  </a:cubicBezTo>
                  <a:cubicBezTo>
                    <a:pt x="2918" y="5076"/>
                    <a:pt x="2945" y="5129"/>
                    <a:pt x="2998" y="5156"/>
                  </a:cubicBezTo>
                  <a:cubicBezTo>
                    <a:pt x="4952" y="6119"/>
                    <a:pt x="6157" y="8073"/>
                    <a:pt x="6157" y="10268"/>
                  </a:cubicBezTo>
                  <a:cubicBezTo>
                    <a:pt x="6157" y="12436"/>
                    <a:pt x="4952" y="14390"/>
                    <a:pt x="2998" y="15354"/>
                  </a:cubicBezTo>
                  <a:cubicBezTo>
                    <a:pt x="2945" y="15380"/>
                    <a:pt x="2918" y="15434"/>
                    <a:pt x="2918" y="15487"/>
                  </a:cubicBezTo>
                  <a:cubicBezTo>
                    <a:pt x="2998" y="17334"/>
                    <a:pt x="1848" y="19235"/>
                    <a:pt x="81" y="20278"/>
                  </a:cubicBezTo>
                  <a:cubicBezTo>
                    <a:pt x="54" y="20278"/>
                    <a:pt x="28" y="20305"/>
                    <a:pt x="1" y="20359"/>
                  </a:cubicBezTo>
                  <a:cubicBezTo>
                    <a:pt x="1" y="20412"/>
                    <a:pt x="28" y="20466"/>
                    <a:pt x="81" y="20493"/>
                  </a:cubicBezTo>
                  <a:cubicBezTo>
                    <a:pt x="1794" y="21510"/>
                    <a:pt x="2865" y="23303"/>
                    <a:pt x="2918" y="25310"/>
                  </a:cubicBezTo>
                  <a:cubicBezTo>
                    <a:pt x="2918" y="25364"/>
                    <a:pt x="2945"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079" y="37837"/>
                    <a:pt x="1633" y="39630"/>
                    <a:pt x="81" y="40540"/>
                  </a:cubicBezTo>
                  <a:cubicBezTo>
                    <a:pt x="54" y="40540"/>
                    <a:pt x="28" y="40594"/>
                    <a:pt x="1" y="40620"/>
                  </a:cubicBezTo>
                  <a:cubicBezTo>
                    <a:pt x="1" y="40674"/>
                    <a:pt x="28"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81" y="60802"/>
                  </a:cubicBezTo>
                  <a:cubicBezTo>
                    <a:pt x="54" y="60828"/>
                    <a:pt x="28" y="60855"/>
                    <a:pt x="1" y="60882"/>
                  </a:cubicBezTo>
                  <a:cubicBezTo>
                    <a:pt x="1" y="60935"/>
                    <a:pt x="28"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8" y="81117"/>
                    <a:pt x="1" y="81197"/>
                    <a:pt x="28" y="81251"/>
                  </a:cubicBezTo>
                  <a:cubicBezTo>
                    <a:pt x="47" y="81290"/>
                    <a:pt x="95" y="81315"/>
                    <a:pt x="151" y="81315"/>
                  </a:cubicBezTo>
                  <a:cubicBezTo>
                    <a:pt x="172" y="81315"/>
                    <a:pt x="193" y="81311"/>
                    <a:pt x="215" y="81304"/>
                  </a:cubicBezTo>
                  <a:cubicBezTo>
                    <a:pt x="1981" y="80260"/>
                    <a:pt x="3106" y="78413"/>
                    <a:pt x="3186" y="76352"/>
                  </a:cubicBezTo>
                  <a:cubicBezTo>
                    <a:pt x="5167" y="75309"/>
                    <a:pt x="6398" y="73301"/>
                    <a:pt x="6398" y="71053"/>
                  </a:cubicBezTo>
                  <a:cubicBezTo>
                    <a:pt x="6398" y="68805"/>
                    <a:pt x="5167" y="66797"/>
                    <a:pt x="3186" y="65753"/>
                  </a:cubicBezTo>
                  <a:cubicBezTo>
                    <a:pt x="3106" y="63773"/>
                    <a:pt x="2062" y="61979"/>
                    <a:pt x="375" y="60909"/>
                  </a:cubicBezTo>
                  <a:cubicBezTo>
                    <a:pt x="2062" y="59865"/>
                    <a:pt x="3106" y="58072"/>
                    <a:pt x="3186" y="56091"/>
                  </a:cubicBezTo>
                  <a:cubicBezTo>
                    <a:pt x="5167" y="55047"/>
                    <a:pt x="6398" y="53040"/>
                    <a:pt x="6398" y="50791"/>
                  </a:cubicBezTo>
                  <a:cubicBezTo>
                    <a:pt x="6398" y="48543"/>
                    <a:pt x="5167" y="46536"/>
                    <a:pt x="3186" y="45492"/>
                  </a:cubicBezTo>
                  <a:cubicBezTo>
                    <a:pt x="3159" y="43591"/>
                    <a:pt x="2088" y="41718"/>
                    <a:pt x="375" y="40647"/>
                  </a:cubicBezTo>
                  <a:cubicBezTo>
                    <a:pt x="1901" y="39710"/>
                    <a:pt x="3293" y="37890"/>
                    <a:pt x="3186" y="35829"/>
                  </a:cubicBezTo>
                  <a:cubicBezTo>
                    <a:pt x="5167" y="34785"/>
                    <a:pt x="6398" y="32751"/>
                    <a:pt x="6398" y="30530"/>
                  </a:cubicBezTo>
                  <a:cubicBezTo>
                    <a:pt x="6398" y="28281"/>
                    <a:pt x="5167" y="26247"/>
                    <a:pt x="3186" y="25230"/>
                  </a:cubicBezTo>
                  <a:cubicBezTo>
                    <a:pt x="3079" y="23223"/>
                    <a:pt x="2062" y="21429"/>
                    <a:pt x="375" y="20386"/>
                  </a:cubicBezTo>
                  <a:cubicBezTo>
                    <a:pt x="2088" y="19315"/>
                    <a:pt x="3186" y="17415"/>
                    <a:pt x="3186" y="15541"/>
                  </a:cubicBezTo>
                  <a:cubicBezTo>
                    <a:pt x="5167" y="14524"/>
                    <a:pt x="6398" y="12490"/>
                    <a:pt x="6398" y="10268"/>
                  </a:cubicBezTo>
                  <a:cubicBezTo>
                    <a:pt x="6398" y="8020"/>
                    <a:pt x="5167" y="5986"/>
                    <a:pt x="3186" y="4969"/>
                  </a:cubicBezTo>
                  <a:lnTo>
                    <a:pt x="3186" y="4942"/>
                  </a:lnTo>
                  <a:cubicBezTo>
                    <a:pt x="3186" y="3041"/>
                    <a:pt x="1981" y="1061"/>
                    <a:pt x="188" y="17"/>
                  </a:cubicBezTo>
                  <a:cubicBezTo>
                    <a:pt x="169" y="7"/>
                    <a:pt x="145"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 name="Google Shape;1497;p188"/>
            <p:cNvSpPr/>
            <p:nvPr/>
          </p:nvSpPr>
          <p:spPr>
            <a:xfrm>
              <a:off x="992900" y="566950"/>
              <a:ext cx="160625" cy="2033000"/>
            </a:xfrm>
            <a:custGeom>
              <a:rect b="b" l="l" r="r" t="t"/>
              <a:pathLst>
                <a:path extrusionOk="0" h="81320" w="6425">
                  <a:moveTo>
                    <a:pt x="145" y="1"/>
                  </a:moveTo>
                  <a:cubicBezTo>
                    <a:pt x="104" y="1"/>
                    <a:pt x="60" y="24"/>
                    <a:pt x="27" y="57"/>
                  </a:cubicBezTo>
                  <a:cubicBezTo>
                    <a:pt x="27" y="84"/>
                    <a:pt x="27" y="110"/>
                    <a:pt x="27" y="137"/>
                  </a:cubicBezTo>
                  <a:cubicBezTo>
                    <a:pt x="27" y="164"/>
                    <a:pt x="54"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72" y="15394"/>
                    <a:pt x="2945" y="15447"/>
                    <a:pt x="2945" y="15501"/>
                  </a:cubicBezTo>
                  <a:cubicBezTo>
                    <a:pt x="2998" y="17347"/>
                    <a:pt x="1847" y="19248"/>
                    <a:pt x="108" y="20292"/>
                  </a:cubicBezTo>
                  <a:cubicBezTo>
                    <a:pt x="54" y="20292"/>
                    <a:pt x="27" y="20318"/>
                    <a:pt x="27" y="20372"/>
                  </a:cubicBezTo>
                  <a:cubicBezTo>
                    <a:pt x="1" y="20425"/>
                    <a:pt x="27" y="20479"/>
                    <a:pt x="81" y="20506"/>
                  </a:cubicBezTo>
                  <a:cubicBezTo>
                    <a:pt x="1794" y="21496"/>
                    <a:pt x="2865" y="23289"/>
                    <a:pt x="2945" y="25324"/>
                  </a:cubicBezTo>
                  <a:cubicBezTo>
                    <a:pt x="2945" y="25350"/>
                    <a:pt x="2972" y="25404"/>
                    <a:pt x="2998" y="25431"/>
                  </a:cubicBezTo>
                  <a:cubicBezTo>
                    <a:pt x="4952" y="26394"/>
                    <a:pt x="6157" y="28348"/>
                    <a:pt x="6157" y="30543"/>
                  </a:cubicBezTo>
                  <a:cubicBezTo>
                    <a:pt x="6157" y="32711"/>
                    <a:pt x="4952" y="34665"/>
                    <a:pt x="2998" y="35628"/>
                  </a:cubicBezTo>
                  <a:cubicBezTo>
                    <a:pt x="2972" y="35655"/>
                    <a:pt x="2945" y="35709"/>
                    <a:pt x="2945" y="35762"/>
                  </a:cubicBezTo>
                  <a:cubicBezTo>
                    <a:pt x="3105"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0" y="81297"/>
                    <a:pt x="104" y="81320"/>
                    <a:pt x="145" y="81320"/>
                  </a:cubicBezTo>
                  <a:cubicBezTo>
                    <a:pt x="170" y="81320"/>
                    <a:pt x="194" y="81311"/>
                    <a:pt x="215" y="81290"/>
                  </a:cubicBezTo>
                  <a:cubicBezTo>
                    <a:pt x="2008" y="80273"/>
                    <a:pt x="3105" y="78427"/>
                    <a:pt x="3186" y="76366"/>
                  </a:cubicBezTo>
                  <a:cubicBezTo>
                    <a:pt x="5193" y="75322"/>
                    <a:pt x="6424" y="73314"/>
                    <a:pt x="6424" y="71066"/>
                  </a:cubicBezTo>
                  <a:cubicBezTo>
                    <a:pt x="6424" y="68818"/>
                    <a:pt x="5193" y="66784"/>
                    <a:pt x="3186" y="65766"/>
                  </a:cubicBezTo>
                  <a:cubicBezTo>
                    <a:pt x="3105" y="63786"/>
                    <a:pt x="2088" y="61992"/>
                    <a:pt x="402" y="60922"/>
                  </a:cubicBezTo>
                  <a:cubicBezTo>
                    <a:pt x="2088" y="59878"/>
                    <a:pt x="3105" y="58085"/>
                    <a:pt x="3186" y="56104"/>
                  </a:cubicBezTo>
                  <a:cubicBezTo>
                    <a:pt x="5193" y="55060"/>
                    <a:pt x="6424" y="53053"/>
                    <a:pt x="6424" y="50804"/>
                  </a:cubicBezTo>
                  <a:cubicBezTo>
                    <a:pt x="6424" y="48556"/>
                    <a:pt x="5193" y="46522"/>
                    <a:pt x="3186" y="45505"/>
                  </a:cubicBezTo>
                  <a:cubicBezTo>
                    <a:pt x="3159" y="43604"/>
                    <a:pt x="2088" y="41731"/>
                    <a:pt x="402" y="40660"/>
                  </a:cubicBezTo>
                  <a:cubicBezTo>
                    <a:pt x="1901" y="39723"/>
                    <a:pt x="3320" y="37877"/>
                    <a:pt x="3186" y="35816"/>
                  </a:cubicBezTo>
                  <a:cubicBezTo>
                    <a:pt x="5193" y="34799"/>
                    <a:pt x="6424" y="32764"/>
                    <a:pt x="6424" y="30543"/>
                  </a:cubicBezTo>
                  <a:cubicBezTo>
                    <a:pt x="6424" y="28295"/>
                    <a:pt x="5193" y="26260"/>
                    <a:pt x="3186" y="25243"/>
                  </a:cubicBezTo>
                  <a:cubicBezTo>
                    <a:pt x="3105" y="23236"/>
                    <a:pt x="2062" y="21443"/>
                    <a:pt x="402" y="20399"/>
                  </a:cubicBezTo>
                  <a:cubicBezTo>
                    <a:pt x="2088" y="19328"/>
                    <a:pt x="3186" y="17454"/>
                    <a:pt x="3186" y="15608"/>
                  </a:cubicBezTo>
                  <a:cubicBezTo>
                    <a:pt x="3186" y="15608"/>
                    <a:pt x="3186" y="15581"/>
                    <a:pt x="3186" y="15554"/>
                  </a:cubicBezTo>
                  <a:cubicBezTo>
                    <a:pt x="5193" y="14537"/>
                    <a:pt x="6424" y="12503"/>
                    <a:pt x="6424" y="10255"/>
                  </a:cubicBezTo>
                  <a:cubicBezTo>
                    <a:pt x="6424" y="8033"/>
                    <a:pt x="5193" y="5999"/>
                    <a:pt x="3186" y="4982"/>
                  </a:cubicBezTo>
                  <a:lnTo>
                    <a:pt x="3186" y="4955"/>
                  </a:lnTo>
                  <a:cubicBezTo>
                    <a:pt x="3186" y="3028"/>
                    <a:pt x="2008" y="1074"/>
                    <a:pt x="215" y="30"/>
                  </a:cubicBezTo>
                  <a:cubicBezTo>
                    <a:pt x="194" y="10"/>
                    <a:pt x="170" y="1"/>
                    <a:pt x="1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 name="Google Shape;1498;p188"/>
            <p:cNvSpPr/>
            <p:nvPr/>
          </p:nvSpPr>
          <p:spPr>
            <a:xfrm>
              <a:off x="839675" y="818875"/>
              <a:ext cx="159950" cy="2032875"/>
            </a:xfrm>
            <a:custGeom>
              <a:rect b="b" l="l" r="r" t="t"/>
              <a:pathLst>
                <a:path extrusionOk="0" h="81315" w="6398">
                  <a:moveTo>
                    <a:pt x="122" y="1"/>
                  </a:moveTo>
                  <a:cubicBezTo>
                    <a:pt x="83" y="1"/>
                    <a:pt x="44" y="20"/>
                    <a:pt x="27" y="70"/>
                  </a:cubicBezTo>
                  <a:cubicBezTo>
                    <a:pt x="0" y="70"/>
                    <a:pt x="0" y="97"/>
                    <a:pt x="0" y="124"/>
                  </a:cubicBezTo>
                  <a:cubicBezTo>
                    <a:pt x="0" y="178"/>
                    <a:pt x="27" y="204"/>
                    <a:pt x="54" y="231"/>
                  </a:cubicBezTo>
                  <a:cubicBezTo>
                    <a:pt x="1794" y="1248"/>
                    <a:pt x="2971" y="3175"/>
                    <a:pt x="2918" y="5022"/>
                  </a:cubicBezTo>
                  <a:cubicBezTo>
                    <a:pt x="2918" y="5076"/>
                    <a:pt x="2945" y="5129"/>
                    <a:pt x="2998" y="5156"/>
                  </a:cubicBezTo>
                  <a:cubicBezTo>
                    <a:pt x="4925" y="6119"/>
                    <a:pt x="6156" y="8073"/>
                    <a:pt x="6156" y="10268"/>
                  </a:cubicBezTo>
                  <a:cubicBezTo>
                    <a:pt x="6156" y="12436"/>
                    <a:pt x="4925" y="14390"/>
                    <a:pt x="2998" y="15354"/>
                  </a:cubicBezTo>
                  <a:cubicBezTo>
                    <a:pt x="2945" y="15380"/>
                    <a:pt x="2918" y="15434"/>
                    <a:pt x="2918" y="15487"/>
                  </a:cubicBezTo>
                  <a:cubicBezTo>
                    <a:pt x="2971" y="17334"/>
                    <a:pt x="1847" y="19235"/>
                    <a:pt x="81" y="20278"/>
                  </a:cubicBezTo>
                  <a:cubicBezTo>
                    <a:pt x="54" y="20278"/>
                    <a:pt x="27" y="20305"/>
                    <a:pt x="0" y="20359"/>
                  </a:cubicBezTo>
                  <a:cubicBezTo>
                    <a:pt x="0" y="20412"/>
                    <a:pt x="27" y="20466"/>
                    <a:pt x="54" y="20493"/>
                  </a:cubicBezTo>
                  <a:cubicBezTo>
                    <a:pt x="1794" y="21510"/>
                    <a:pt x="2864" y="23303"/>
                    <a:pt x="2918" y="25310"/>
                  </a:cubicBezTo>
                  <a:cubicBezTo>
                    <a:pt x="2918" y="25364"/>
                    <a:pt x="2945" y="25391"/>
                    <a:pt x="2998" y="25417"/>
                  </a:cubicBezTo>
                  <a:cubicBezTo>
                    <a:pt x="4925" y="26381"/>
                    <a:pt x="6156" y="28362"/>
                    <a:pt x="6156" y="30530"/>
                  </a:cubicBezTo>
                  <a:cubicBezTo>
                    <a:pt x="6156" y="32698"/>
                    <a:pt x="4925" y="34652"/>
                    <a:pt x="2998" y="35642"/>
                  </a:cubicBezTo>
                  <a:cubicBezTo>
                    <a:pt x="2945" y="35642"/>
                    <a:pt x="2918" y="35695"/>
                    <a:pt x="2918" y="35749"/>
                  </a:cubicBezTo>
                  <a:cubicBezTo>
                    <a:pt x="3078" y="37837"/>
                    <a:pt x="1606" y="39630"/>
                    <a:pt x="81" y="40540"/>
                  </a:cubicBezTo>
                  <a:cubicBezTo>
                    <a:pt x="54" y="40540"/>
                    <a:pt x="27" y="40594"/>
                    <a:pt x="0" y="40620"/>
                  </a:cubicBezTo>
                  <a:cubicBezTo>
                    <a:pt x="0" y="40674"/>
                    <a:pt x="27" y="40727"/>
                    <a:pt x="54" y="40754"/>
                  </a:cubicBezTo>
                  <a:cubicBezTo>
                    <a:pt x="1794" y="41771"/>
                    <a:pt x="2918" y="43645"/>
                    <a:pt x="2918" y="45545"/>
                  </a:cubicBezTo>
                  <a:cubicBezTo>
                    <a:pt x="2918" y="45545"/>
                    <a:pt x="2918" y="45545"/>
                    <a:pt x="2918" y="45572"/>
                  </a:cubicBezTo>
                  <a:cubicBezTo>
                    <a:pt x="2918" y="45626"/>
                    <a:pt x="2945" y="45652"/>
                    <a:pt x="2998" y="45679"/>
                  </a:cubicBezTo>
                  <a:cubicBezTo>
                    <a:pt x="4925" y="46669"/>
                    <a:pt x="6156" y="48623"/>
                    <a:pt x="6156" y="50791"/>
                  </a:cubicBezTo>
                  <a:cubicBezTo>
                    <a:pt x="6156" y="52959"/>
                    <a:pt x="4925" y="54913"/>
                    <a:pt x="2998" y="55904"/>
                  </a:cubicBezTo>
                  <a:cubicBezTo>
                    <a:pt x="2945" y="55930"/>
                    <a:pt x="2918" y="55957"/>
                    <a:pt x="2918" y="56011"/>
                  </a:cubicBezTo>
                  <a:cubicBezTo>
                    <a:pt x="2864" y="57991"/>
                    <a:pt x="1820" y="59785"/>
                    <a:pt x="81" y="60802"/>
                  </a:cubicBezTo>
                  <a:cubicBezTo>
                    <a:pt x="54" y="60828"/>
                    <a:pt x="27" y="60855"/>
                    <a:pt x="0" y="60882"/>
                  </a:cubicBezTo>
                  <a:cubicBezTo>
                    <a:pt x="0" y="60935"/>
                    <a:pt x="27" y="60989"/>
                    <a:pt x="54" y="61016"/>
                  </a:cubicBezTo>
                  <a:cubicBezTo>
                    <a:pt x="1794" y="62033"/>
                    <a:pt x="2864" y="63826"/>
                    <a:pt x="2918" y="65834"/>
                  </a:cubicBezTo>
                  <a:cubicBezTo>
                    <a:pt x="2918" y="65887"/>
                    <a:pt x="2945" y="65914"/>
                    <a:pt x="2998" y="65941"/>
                  </a:cubicBezTo>
                  <a:cubicBezTo>
                    <a:pt x="4925" y="66931"/>
                    <a:pt x="6156" y="68885"/>
                    <a:pt x="6156" y="71053"/>
                  </a:cubicBezTo>
                  <a:cubicBezTo>
                    <a:pt x="6156" y="73221"/>
                    <a:pt x="4925" y="75175"/>
                    <a:pt x="2998" y="76165"/>
                  </a:cubicBezTo>
                  <a:cubicBezTo>
                    <a:pt x="2945" y="76192"/>
                    <a:pt x="2918" y="76219"/>
                    <a:pt x="2918" y="76272"/>
                  </a:cubicBezTo>
                  <a:cubicBezTo>
                    <a:pt x="2864" y="78280"/>
                    <a:pt x="1794" y="80073"/>
                    <a:pt x="81" y="81090"/>
                  </a:cubicBezTo>
                  <a:cubicBezTo>
                    <a:pt x="0" y="81117"/>
                    <a:pt x="0" y="81197"/>
                    <a:pt x="27" y="81251"/>
                  </a:cubicBezTo>
                  <a:cubicBezTo>
                    <a:pt x="47" y="81290"/>
                    <a:pt x="95" y="81315"/>
                    <a:pt x="140" y="81315"/>
                  </a:cubicBezTo>
                  <a:cubicBezTo>
                    <a:pt x="157" y="81315"/>
                    <a:pt x="173" y="81311"/>
                    <a:pt x="188" y="81304"/>
                  </a:cubicBezTo>
                  <a:cubicBezTo>
                    <a:pt x="1981" y="80260"/>
                    <a:pt x="3105" y="78413"/>
                    <a:pt x="3159" y="76352"/>
                  </a:cubicBezTo>
                  <a:cubicBezTo>
                    <a:pt x="5166" y="75309"/>
                    <a:pt x="6397" y="73301"/>
                    <a:pt x="6397" y="71053"/>
                  </a:cubicBezTo>
                  <a:cubicBezTo>
                    <a:pt x="6397" y="68805"/>
                    <a:pt x="5166" y="66797"/>
                    <a:pt x="3159" y="65753"/>
                  </a:cubicBezTo>
                  <a:cubicBezTo>
                    <a:pt x="3105" y="63773"/>
                    <a:pt x="2061" y="61979"/>
                    <a:pt x="375" y="60909"/>
                  </a:cubicBezTo>
                  <a:cubicBezTo>
                    <a:pt x="2061" y="59865"/>
                    <a:pt x="3105" y="58072"/>
                    <a:pt x="3159" y="56091"/>
                  </a:cubicBezTo>
                  <a:cubicBezTo>
                    <a:pt x="5166" y="55047"/>
                    <a:pt x="6397" y="53040"/>
                    <a:pt x="6397" y="50791"/>
                  </a:cubicBezTo>
                  <a:cubicBezTo>
                    <a:pt x="6397" y="48543"/>
                    <a:pt x="5166" y="46536"/>
                    <a:pt x="3159" y="45492"/>
                  </a:cubicBezTo>
                  <a:cubicBezTo>
                    <a:pt x="3159" y="43591"/>
                    <a:pt x="2061" y="41718"/>
                    <a:pt x="375" y="40647"/>
                  </a:cubicBezTo>
                  <a:cubicBezTo>
                    <a:pt x="1901" y="39710"/>
                    <a:pt x="3292" y="37890"/>
                    <a:pt x="3185" y="35829"/>
                  </a:cubicBezTo>
                  <a:cubicBezTo>
                    <a:pt x="5166" y="34785"/>
                    <a:pt x="6397" y="32751"/>
                    <a:pt x="6397" y="30530"/>
                  </a:cubicBezTo>
                  <a:cubicBezTo>
                    <a:pt x="6397" y="28281"/>
                    <a:pt x="5166" y="26247"/>
                    <a:pt x="3159" y="25230"/>
                  </a:cubicBezTo>
                  <a:cubicBezTo>
                    <a:pt x="3078" y="23223"/>
                    <a:pt x="2035" y="21429"/>
                    <a:pt x="375" y="20386"/>
                  </a:cubicBezTo>
                  <a:cubicBezTo>
                    <a:pt x="2061" y="19315"/>
                    <a:pt x="3159" y="17441"/>
                    <a:pt x="3159" y="15595"/>
                  </a:cubicBezTo>
                  <a:cubicBezTo>
                    <a:pt x="3159" y="15595"/>
                    <a:pt x="3159" y="15568"/>
                    <a:pt x="3159" y="15541"/>
                  </a:cubicBezTo>
                  <a:cubicBezTo>
                    <a:pt x="5166" y="14524"/>
                    <a:pt x="6397" y="12490"/>
                    <a:pt x="6397" y="10268"/>
                  </a:cubicBezTo>
                  <a:cubicBezTo>
                    <a:pt x="6397" y="8020"/>
                    <a:pt x="5166" y="5986"/>
                    <a:pt x="3159" y="4969"/>
                  </a:cubicBezTo>
                  <a:lnTo>
                    <a:pt x="3159" y="4942"/>
                  </a:lnTo>
                  <a:cubicBezTo>
                    <a:pt x="3159" y="3041"/>
                    <a:pt x="1981" y="1061"/>
                    <a:pt x="188" y="17"/>
                  </a:cubicBezTo>
                  <a:cubicBezTo>
                    <a:pt x="168" y="7"/>
                    <a:pt x="145" y="1"/>
                    <a:pt x="1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 name="Google Shape;1499;p188"/>
            <p:cNvSpPr/>
            <p:nvPr/>
          </p:nvSpPr>
          <p:spPr>
            <a:xfrm>
              <a:off x="685775" y="566950"/>
              <a:ext cx="159950" cy="2033000"/>
            </a:xfrm>
            <a:custGeom>
              <a:rect b="b" l="l" r="r" t="t"/>
              <a:pathLst>
                <a:path extrusionOk="0" h="81320" w="6398">
                  <a:moveTo>
                    <a:pt x="119" y="1"/>
                  </a:moveTo>
                  <a:cubicBezTo>
                    <a:pt x="81" y="1"/>
                    <a:pt x="44" y="24"/>
                    <a:pt x="27" y="57"/>
                  </a:cubicBezTo>
                  <a:cubicBezTo>
                    <a:pt x="27"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98" y="17347"/>
                    <a:pt x="1847" y="19248"/>
                    <a:pt x="81" y="20292"/>
                  </a:cubicBezTo>
                  <a:cubicBezTo>
                    <a:pt x="54" y="20292"/>
                    <a:pt x="27" y="20318"/>
                    <a:pt x="27"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27"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91" y="58004"/>
                    <a:pt x="1820" y="59798"/>
                    <a:pt x="81" y="60815"/>
                  </a:cubicBezTo>
                  <a:cubicBezTo>
                    <a:pt x="54" y="60815"/>
                    <a:pt x="27" y="60868"/>
                    <a:pt x="27" y="60895"/>
                  </a:cubicBezTo>
                  <a:cubicBezTo>
                    <a:pt x="0" y="60949"/>
                    <a:pt x="27" y="61002"/>
                    <a:pt x="81" y="61029"/>
                  </a:cubicBezTo>
                  <a:cubicBezTo>
                    <a:pt x="1820" y="62046"/>
                    <a:pt x="2891"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91" y="78293"/>
                    <a:pt x="1820" y="80086"/>
                    <a:pt x="81" y="81076"/>
                  </a:cubicBezTo>
                  <a:cubicBezTo>
                    <a:pt x="27" y="81130"/>
                    <a:pt x="0" y="81183"/>
                    <a:pt x="27" y="81264"/>
                  </a:cubicBezTo>
                  <a:cubicBezTo>
                    <a:pt x="60" y="81297"/>
                    <a:pt x="93" y="81320"/>
                    <a:pt x="133" y="81320"/>
                  </a:cubicBezTo>
                  <a:cubicBezTo>
                    <a:pt x="157" y="81320"/>
                    <a:pt x="184" y="81311"/>
                    <a:pt x="214" y="81290"/>
                  </a:cubicBezTo>
                  <a:cubicBezTo>
                    <a:pt x="2008"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88" y="41731"/>
                    <a:pt x="375" y="40660"/>
                  </a:cubicBezTo>
                  <a:cubicBezTo>
                    <a:pt x="1901" y="39723"/>
                    <a:pt x="3292" y="37903"/>
                    <a:pt x="3185" y="35816"/>
                  </a:cubicBezTo>
                  <a:cubicBezTo>
                    <a:pt x="5166" y="34799"/>
                    <a:pt x="6397" y="32764"/>
                    <a:pt x="6397" y="30543"/>
                  </a:cubicBezTo>
                  <a:cubicBezTo>
                    <a:pt x="6397" y="28295"/>
                    <a:pt x="5166" y="26260"/>
                    <a:pt x="3185" y="25243"/>
                  </a:cubicBezTo>
                  <a:cubicBezTo>
                    <a:pt x="3078" y="23236"/>
                    <a:pt x="2061" y="21443"/>
                    <a:pt x="375" y="20399"/>
                  </a:cubicBezTo>
                  <a:cubicBezTo>
                    <a:pt x="2088" y="19328"/>
                    <a:pt x="3185" y="1740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 name="Google Shape;1500;p188"/>
            <p:cNvSpPr/>
            <p:nvPr/>
          </p:nvSpPr>
          <p:spPr>
            <a:xfrm>
              <a:off x="531875" y="818875"/>
              <a:ext cx="160600" cy="2032875"/>
            </a:xfrm>
            <a:custGeom>
              <a:rect b="b" l="l" r="r" t="t"/>
              <a:pathLst>
                <a:path extrusionOk="0" h="81315" w="6424">
                  <a:moveTo>
                    <a:pt x="147" y="1"/>
                  </a:moveTo>
                  <a:cubicBezTo>
                    <a:pt x="106" y="1"/>
                    <a:pt x="61" y="20"/>
                    <a:pt x="27" y="70"/>
                  </a:cubicBezTo>
                  <a:cubicBezTo>
                    <a:pt x="27" y="70"/>
                    <a:pt x="27" y="97"/>
                    <a:pt x="27" y="124"/>
                  </a:cubicBezTo>
                  <a:cubicBezTo>
                    <a:pt x="27" y="178"/>
                    <a:pt x="54"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61"/>
                    <a:pt x="2944" y="15487"/>
                  </a:cubicBezTo>
                  <a:cubicBezTo>
                    <a:pt x="2998" y="17334"/>
                    <a:pt x="1847" y="19235"/>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71" y="35642"/>
                    <a:pt x="2944"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45"/>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54" y="81251"/>
                  </a:cubicBezTo>
                  <a:cubicBezTo>
                    <a:pt x="73" y="81290"/>
                    <a:pt x="122" y="81315"/>
                    <a:pt x="167" y="81315"/>
                  </a:cubicBezTo>
                  <a:cubicBezTo>
                    <a:pt x="184" y="81315"/>
                    <a:pt x="200" y="81311"/>
                    <a:pt x="214" y="81304"/>
                  </a:cubicBezTo>
                  <a:cubicBezTo>
                    <a:pt x="2008" y="80260"/>
                    <a:pt x="3105" y="78413"/>
                    <a:pt x="3185" y="76352"/>
                  </a:cubicBezTo>
                  <a:cubicBezTo>
                    <a:pt x="5193" y="75309"/>
                    <a:pt x="6424" y="73301"/>
                    <a:pt x="6424" y="71053"/>
                  </a:cubicBezTo>
                  <a:cubicBezTo>
                    <a:pt x="6424" y="68805"/>
                    <a:pt x="5193" y="66797"/>
                    <a:pt x="3185" y="65753"/>
                  </a:cubicBezTo>
                  <a:cubicBezTo>
                    <a:pt x="3105" y="63773"/>
                    <a:pt x="2088" y="61979"/>
                    <a:pt x="402" y="60909"/>
                  </a:cubicBezTo>
                  <a:cubicBezTo>
                    <a:pt x="2088" y="59865"/>
                    <a:pt x="3105" y="58072"/>
                    <a:pt x="3185" y="56091"/>
                  </a:cubicBezTo>
                  <a:cubicBezTo>
                    <a:pt x="5193" y="55047"/>
                    <a:pt x="6424" y="53040"/>
                    <a:pt x="6424" y="50791"/>
                  </a:cubicBezTo>
                  <a:cubicBezTo>
                    <a:pt x="6424" y="48543"/>
                    <a:pt x="5193" y="46536"/>
                    <a:pt x="3185" y="45492"/>
                  </a:cubicBezTo>
                  <a:cubicBezTo>
                    <a:pt x="3185" y="43591"/>
                    <a:pt x="2088" y="41718"/>
                    <a:pt x="402" y="40647"/>
                  </a:cubicBezTo>
                  <a:cubicBezTo>
                    <a:pt x="1900" y="39710"/>
                    <a:pt x="3319" y="37890"/>
                    <a:pt x="3185" y="35829"/>
                  </a:cubicBezTo>
                  <a:cubicBezTo>
                    <a:pt x="5193" y="34785"/>
                    <a:pt x="6424" y="32751"/>
                    <a:pt x="6424" y="30530"/>
                  </a:cubicBezTo>
                  <a:cubicBezTo>
                    <a:pt x="6424" y="28281"/>
                    <a:pt x="5193" y="26247"/>
                    <a:pt x="3185" y="25230"/>
                  </a:cubicBezTo>
                  <a:cubicBezTo>
                    <a:pt x="3105" y="23223"/>
                    <a:pt x="2061" y="21429"/>
                    <a:pt x="402"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lnTo>
                    <a:pt x="3185" y="4942"/>
                  </a:lnTo>
                  <a:cubicBezTo>
                    <a:pt x="3185" y="3041"/>
                    <a:pt x="2008" y="1061"/>
                    <a:pt x="214" y="17"/>
                  </a:cubicBezTo>
                  <a:cubicBezTo>
                    <a:pt x="195" y="7"/>
                    <a:pt x="171" y="1"/>
                    <a:pt x="1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188"/>
            <p:cNvSpPr/>
            <p:nvPr/>
          </p:nvSpPr>
          <p:spPr>
            <a:xfrm>
              <a:off x="378625" y="566950"/>
              <a:ext cx="159950" cy="2033000"/>
            </a:xfrm>
            <a:custGeom>
              <a:rect b="b" l="l" r="r" t="t"/>
              <a:pathLst>
                <a:path extrusionOk="0" h="81320" w="6398">
                  <a:moveTo>
                    <a:pt x="120" y="1"/>
                  </a:moveTo>
                  <a:cubicBezTo>
                    <a:pt x="81" y="1"/>
                    <a:pt x="44" y="24"/>
                    <a:pt x="28" y="57"/>
                  </a:cubicBezTo>
                  <a:cubicBezTo>
                    <a:pt x="1" y="84"/>
                    <a:pt x="1" y="110"/>
                    <a:pt x="1" y="137"/>
                  </a:cubicBezTo>
                  <a:cubicBezTo>
                    <a:pt x="1" y="164"/>
                    <a:pt x="28" y="217"/>
                    <a:pt x="54" y="244"/>
                  </a:cubicBezTo>
                  <a:cubicBezTo>
                    <a:pt x="1821" y="1261"/>
                    <a:pt x="2972" y="3188"/>
                    <a:pt x="2918" y="5035"/>
                  </a:cubicBezTo>
                  <a:cubicBezTo>
                    <a:pt x="2918" y="5116"/>
                    <a:pt x="2945" y="5142"/>
                    <a:pt x="2999" y="5169"/>
                  </a:cubicBezTo>
                  <a:cubicBezTo>
                    <a:pt x="4952" y="6133"/>
                    <a:pt x="6157" y="8086"/>
                    <a:pt x="6157" y="10255"/>
                  </a:cubicBezTo>
                  <a:cubicBezTo>
                    <a:pt x="6157" y="12449"/>
                    <a:pt x="4952" y="14403"/>
                    <a:pt x="2999" y="15367"/>
                  </a:cubicBezTo>
                  <a:cubicBezTo>
                    <a:pt x="2945" y="15394"/>
                    <a:pt x="2918" y="15447"/>
                    <a:pt x="2918" y="15501"/>
                  </a:cubicBezTo>
                  <a:cubicBezTo>
                    <a:pt x="2972" y="17347"/>
                    <a:pt x="1848" y="19248"/>
                    <a:pt x="81" y="20292"/>
                  </a:cubicBezTo>
                  <a:cubicBezTo>
                    <a:pt x="54" y="20292"/>
                    <a:pt x="28" y="20318"/>
                    <a:pt x="1" y="20372"/>
                  </a:cubicBezTo>
                  <a:cubicBezTo>
                    <a:pt x="1" y="20425"/>
                    <a:pt x="28" y="20479"/>
                    <a:pt x="54" y="20506"/>
                  </a:cubicBezTo>
                  <a:cubicBezTo>
                    <a:pt x="1794" y="21496"/>
                    <a:pt x="2865" y="23316"/>
                    <a:pt x="2918" y="25324"/>
                  </a:cubicBezTo>
                  <a:cubicBezTo>
                    <a:pt x="2918" y="25350"/>
                    <a:pt x="2945" y="25404"/>
                    <a:pt x="2999" y="25431"/>
                  </a:cubicBezTo>
                  <a:cubicBezTo>
                    <a:pt x="4952" y="26394"/>
                    <a:pt x="6157" y="28348"/>
                    <a:pt x="6157" y="30543"/>
                  </a:cubicBezTo>
                  <a:cubicBezTo>
                    <a:pt x="6157" y="32711"/>
                    <a:pt x="4952" y="34665"/>
                    <a:pt x="2999" y="35628"/>
                  </a:cubicBezTo>
                  <a:cubicBezTo>
                    <a:pt x="2945" y="35655"/>
                    <a:pt x="2918" y="35709"/>
                    <a:pt x="2918" y="35762"/>
                  </a:cubicBezTo>
                  <a:cubicBezTo>
                    <a:pt x="3079" y="37823"/>
                    <a:pt x="1607" y="39643"/>
                    <a:pt x="81" y="40553"/>
                  </a:cubicBezTo>
                  <a:cubicBezTo>
                    <a:pt x="54" y="40553"/>
                    <a:pt x="28" y="40580"/>
                    <a:pt x="1" y="40633"/>
                  </a:cubicBezTo>
                  <a:cubicBezTo>
                    <a:pt x="1" y="40687"/>
                    <a:pt x="28" y="40741"/>
                    <a:pt x="54" y="40767"/>
                  </a:cubicBezTo>
                  <a:cubicBezTo>
                    <a:pt x="1794" y="41784"/>
                    <a:pt x="2918" y="43658"/>
                    <a:pt x="2918" y="45532"/>
                  </a:cubicBezTo>
                  <a:cubicBezTo>
                    <a:pt x="2918" y="45558"/>
                    <a:pt x="2918" y="45558"/>
                    <a:pt x="2918" y="45585"/>
                  </a:cubicBezTo>
                  <a:cubicBezTo>
                    <a:pt x="2918" y="45612"/>
                    <a:pt x="2945" y="45665"/>
                    <a:pt x="2999" y="45692"/>
                  </a:cubicBezTo>
                  <a:cubicBezTo>
                    <a:pt x="4952" y="46656"/>
                    <a:pt x="6157" y="48636"/>
                    <a:pt x="6157" y="50804"/>
                  </a:cubicBezTo>
                  <a:cubicBezTo>
                    <a:pt x="6157" y="52972"/>
                    <a:pt x="4952" y="54926"/>
                    <a:pt x="2999" y="55917"/>
                  </a:cubicBezTo>
                  <a:cubicBezTo>
                    <a:pt x="2945" y="55917"/>
                    <a:pt x="2918" y="55970"/>
                    <a:pt x="2918" y="56024"/>
                  </a:cubicBezTo>
                  <a:cubicBezTo>
                    <a:pt x="2865" y="58004"/>
                    <a:pt x="1821" y="59798"/>
                    <a:pt x="81" y="60815"/>
                  </a:cubicBezTo>
                  <a:cubicBezTo>
                    <a:pt x="54" y="60815"/>
                    <a:pt x="28" y="60868"/>
                    <a:pt x="1" y="60895"/>
                  </a:cubicBezTo>
                  <a:cubicBezTo>
                    <a:pt x="1" y="60949"/>
                    <a:pt x="28" y="61002"/>
                    <a:pt x="54" y="61029"/>
                  </a:cubicBezTo>
                  <a:cubicBezTo>
                    <a:pt x="1794" y="62046"/>
                    <a:pt x="2865" y="63839"/>
                    <a:pt x="2918" y="65847"/>
                  </a:cubicBezTo>
                  <a:cubicBezTo>
                    <a:pt x="2918" y="65900"/>
                    <a:pt x="2945" y="65927"/>
                    <a:pt x="2999" y="65954"/>
                  </a:cubicBezTo>
                  <a:cubicBezTo>
                    <a:pt x="4952" y="66944"/>
                    <a:pt x="6157" y="68898"/>
                    <a:pt x="6157" y="71066"/>
                  </a:cubicBezTo>
                  <a:cubicBezTo>
                    <a:pt x="6157" y="73234"/>
                    <a:pt x="4952" y="75188"/>
                    <a:pt x="2999" y="76178"/>
                  </a:cubicBezTo>
                  <a:cubicBezTo>
                    <a:pt x="2945" y="76178"/>
                    <a:pt x="2918" y="76232"/>
                    <a:pt x="2918" y="76285"/>
                  </a:cubicBezTo>
                  <a:cubicBezTo>
                    <a:pt x="2865" y="78293"/>
                    <a:pt x="1821" y="80086"/>
                    <a:pt x="81" y="81076"/>
                  </a:cubicBezTo>
                  <a:cubicBezTo>
                    <a:pt x="1" y="81130"/>
                    <a:pt x="1" y="81183"/>
                    <a:pt x="28" y="81264"/>
                  </a:cubicBezTo>
                  <a:cubicBezTo>
                    <a:pt x="44" y="81297"/>
                    <a:pt x="81" y="81320"/>
                    <a:pt x="120" y="81320"/>
                  </a:cubicBezTo>
                  <a:cubicBezTo>
                    <a:pt x="143" y="81320"/>
                    <a:pt x="168" y="81311"/>
                    <a:pt x="188" y="81290"/>
                  </a:cubicBezTo>
                  <a:cubicBezTo>
                    <a:pt x="1981" y="80273"/>
                    <a:pt x="3106" y="78427"/>
                    <a:pt x="3159" y="76366"/>
                  </a:cubicBezTo>
                  <a:cubicBezTo>
                    <a:pt x="5167" y="75322"/>
                    <a:pt x="6398" y="73314"/>
                    <a:pt x="6398" y="71066"/>
                  </a:cubicBezTo>
                  <a:cubicBezTo>
                    <a:pt x="6398" y="68818"/>
                    <a:pt x="5167" y="66784"/>
                    <a:pt x="3159" y="65766"/>
                  </a:cubicBezTo>
                  <a:cubicBezTo>
                    <a:pt x="3106" y="63786"/>
                    <a:pt x="2062" y="61992"/>
                    <a:pt x="376" y="60922"/>
                  </a:cubicBezTo>
                  <a:cubicBezTo>
                    <a:pt x="2062" y="59878"/>
                    <a:pt x="3106" y="58085"/>
                    <a:pt x="3159" y="56104"/>
                  </a:cubicBezTo>
                  <a:cubicBezTo>
                    <a:pt x="5167" y="55060"/>
                    <a:pt x="6398" y="53053"/>
                    <a:pt x="6398" y="50804"/>
                  </a:cubicBezTo>
                  <a:cubicBezTo>
                    <a:pt x="6398" y="48556"/>
                    <a:pt x="5167" y="46522"/>
                    <a:pt x="3159" y="45505"/>
                  </a:cubicBezTo>
                  <a:cubicBezTo>
                    <a:pt x="3159" y="43604"/>
                    <a:pt x="2062" y="41731"/>
                    <a:pt x="376" y="40660"/>
                  </a:cubicBezTo>
                  <a:cubicBezTo>
                    <a:pt x="1901" y="39723"/>
                    <a:pt x="3293" y="37903"/>
                    <a:pt x="3186" y="35816"/>
                  </a:cubicBezTo>
                  <a:cubicBezTo>
                    <a:pt x="5167" y="34799"/>
                    <a:pt x="6398" y="32764"/>
                    <a:pt x="6398" y="30543"/>
                  </a:cubicBezTo>
                  <a:cubicBezTo>
                    <a:pt x="6398" y="28295"/>
                    <a:pt x="5167" y="26260"/>
                    <a:pt x="3159" y="25243"/>
                  </a:cubicBezTo>
                  <a:cubicBezTo>
                    <a:pt x="3079" y="23236"/>
                    <a:pt x="2035" y="21443"/>
                    <a:pt x="376" y="20399"/>
                  </a:cubicBezTo>
                  <a:cubicBezTo>
                    <a:pt x="2089" y="19328"/>
                    <a:pt x="3186" y="17401"/>
                    <a:pt x="3186" y="15554"/>
                  </a:cubicBezTo>
                  <a:cubicBezTo>
                    <a:pt x="5167" y="14537"/>
                    <a:pt x="6398" y="12503"/>
                    <a:pt x="6398" y="10255"/>
                  </a:cubicBezTo>
                  <a:cubicBezTo>
                    <a:pt x="6398" y="8033"/>
                    <a:pt x="5167" y="5999"/>
                    <a:pt x="3186" y="4982"/>
                  </a:cubicBezTo>
                  <a:lnTo>
                    <a:pt x="3186" y="4955"/>
                  </a:lnTo>
                  <a:cubicBezTo>
                    <a:pt x="3186" y="3028"/>
                    <a:pt x="1981" y="1074"/>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188"/>
            <p:cNvSpPr/>
            <p:nvPr/>
          </p:nvSpPr>
          <p:spPr>
            <a:xfrm>
              <a:off x="224725" y="818875"/>
              <a:ext cx="159950" cy="2032875"/>
            </a:xfrm>
            <a:custGeom>
              <a:rect b="b" l="l" r="r" t="t"/>
              <a:pathLst>
                <a:path extrusionOk="0" h="81315" w="6398">
                  <a:moveTo>
                    <a:pt x="129" y="1"/>
                  </a:moveTo>
                  <a:cubicBezTo>
                    <a:pt x="83" y="1"/>
                    <a:pt x="44" y="20"/>
                    <a:pt x="27" y="70"/>
                  </a:cubicBezTo>
                  <a:cubicBezTo>
                    <a:pt x="27" y="70"/>
                    <a:pt x="1" y="97"/>
                    <a:pt x="1" y="124"/>
                  </a:cubicBezTo>
                  <a:cubicBezTo>
                    <a:pt x="1" y="178"/>
                    <a:pt x="27" y="204"/>
                    <a:pt x="81" y="231"/>
                  </a:cubicBezTo>
                  <a:cubicBezTo>
                    <a:pt x="1821" y="1248"/>
                    <a:pt x="2972" y="3175"/>
                    <a:pt x="2918" y="5022"/>
                  </a:cubicBezTo>
                  <a:cubicBezTo>
                    <a:pt x="2945" y="5076"/>
                    <a:pt x="2945" y="5129"/>
                    <a:pt x="2998" y="5156"/>
                  </a:cubicBezTo>
                  <a:cubicBezTo>
                    <a:pt x="4952" y="6119"/>
                    <a:pt x="6157" y="8073"/>
                    <a:pt x="6157" y="10268"/>
                  </a:cubicBezTo>
                  <a:cubicBezTo>
                    <a:pt x="6157" y="12436"/>
                    <a:pt x="4952" y="14390"/>
                    <a:pt x="2998" y="15354"/>
                  </a:cubicBezTo>
                  <a:cubicBezTo>
                    <a:pt x="2945" y="15380"/>
                    <a:pt x="2918" y="15461"/>
                    <a:pt x="2918" y="15487"/>
                  </a:cubicBezTo>
                  <a:cubicBezTo>
                    <a:pt x="2998" y="17334"/>
                    <a:pt x="1848" y="19235"/>
                    <a:pt x="108" y="20278"/>
                  </a:cubicBezTo>
                  <a:cubicBezTo>
                    <a:pt x="54" y="20278"/>
                    <a:pt x="27" y="20305"/>
                    <a:pt x="27" y="20359"/>
                  </a:cubicBezTo>
                  <a:cubicBezTo>
                    <a:pt x="1" y="20412"/>
                    <a:pt x="27" y="20466"/>
                    <a:pt x="81" y="20493"/>
                  </a:cubicBezTo>
                  <a:cubicBezTo>
                    <a:pt x="1794" y="21510"/>
                    <a:pt x="2865" y="23303"/>
                    <a:pt x="2918" y="25310"/>
                  </a:cubicBezTo>
                  <a:cubicBezTo>
                    <a:pt x="2945" y="25364"/>
                    <a:pt x="2972"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106" y="37837"/>
                    <a:pt x="1633" y="39630"/>
                    <a:pt x="108" y="40540"/>
                  </a:cubicBezTo>
                  <a:cubicBezTo>
                    <a:pt x="54" y="40540"/>
                    <a:pt x="27" y="40594"/>
                    <a:pt x="27" y="40620"/>
                  </a:cubicBezTo>
                  <a:cubicBezTo>
                    <a:pt x="1" y="40674"/>
                    <a:pt x="27"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108" y="60802"/>
                  </a:cubicBezTo>
                  <a:cubicBezTo>
                    <a:pt x="54" y="60828"/>
                    <a:pt x="27" y="60855"/>
                    <a:pt x="27" y="60882"/>
                  </a:cubicBezTo>
                  <a:cubicBezTo>
                    <a:pt x="1" y="60935"/>
                    <a:pt x="27"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7" y="81117"/>
                    <a:pt x="1" y="81197"/>
                    <a:pt x="27" y="81251"/>
                  </a:cubicBezTo>
                  <a:cubicBezTo>
                    <a:pt x="67" y="81290"/>
                    <a:pt x="106" y="81315"/>
                    <a:pt x="156" y="81315"/>
                  </a:cubicBezTo>
                  <a:cubicBezTo>
                    <a:pt x="174" y="81315"/>
                    <a:pt x="193" y="81311"/>
                    <a:pt x="215" y="81304"/>
                  </a:cubicBezTo>
                  <a:cubicBezTo>
                    <a:pt x="2008" y="80260"/>
                    <a:pt x="3106" y="78413"/>
                    <a:pt x="3186" y="76352"/>
                  </a:cubicBezTo>
                  <a:cubicBezTo>
                    <a:pt x="5166" y="75309"/>
                    <a:pt x="6398" y="73301"/>
                    <a:pt x="6398" y="71053"/>
                  </a:cubicBezTo>
                  <a:cubicBezTo>
                    <a:pt x="6398" y="68805"/>
                    <a:pt x="5166" y="66797"/>
                    <a:pt x="3186" y="65753"/>
                  </a:cubicBezTo>
                  <a:cubicBezTo>
                    <a:pt x="3106" y="63773"/>
                    <a:pt x="2062" y="61979"/>
                    <a:pt x="375" y="60909"/>
                  </a:cubicBezTo>
                  <a:cubicBezTo>
                    <a:pt x="2062" y="59865"/>
                    <a:pt x="3106" y="58072"/>
                    <a:pt x="3186" y="56091"/>
                  </a:cubicBezTo>
                  <a:cubicBezTo>
                    <a:pt x="5166" y="55047"/>
                    <a:pt x="6398" y="53040"/>
                    <a:pt x="6398" y="50791"/>
                  </a:cubicBezTo>
                  <a:cubicBezTo>
                    <a:pt x="6398" y="48543"/>
                    <a:pt x="5166" y="46536"/>
                    <a:pt x="3186" y="45492"/>
                  </a:cubicBezTo>
                  <a:cubicBezTo>
                    <a:pt x="3159" y="43591"/>
                    <a:pt x="2088" y="41718"/>
                    <a:pt x="375" y="40647"/>
                  </a:cubicBezTo>
                  <a:cubicBezTo>
                    <a:pt x="1901" y="39710"/>
                    <a:pt x="3320" y="37890"/>
                    <a:pt x="3186" y="35829"/>
                  </a:cubicBezTo>
                  <a:cubicBezTo>
                    <a:pt x="5166" y="34785"/>
                    <a:pt x="6398" y="32751"/>
                    <a:pt x="6398" y="30530"/>
                  </a:cubicBezTo>
                  <a:cubicBezTo>
                    <a:pt x="6398" y="28281"/>
                    <a:pt x="5166" y="26247"/>
                    <a:pt x="3186" y="25230"/>
                  </a:cubicBezTo>
                  <a:cubicBezTo>
                    <a:pt x="3079" y="23223"/>
                    <a:pt x="2062" y="21429"/>
                    <a:pt x="375" y="20386"/>
                  </a:cubicBezTo>
                  <a:cubicBezTo>
                    <a:pt x="2088" y="19315"/>
                    <a:pt x="3186" y="17441"/>
                    <a:pt x="3186" y="15595"/>
                  </a:cubicBezTo>
                  <a:cubicBezTo>
                    <a:pt x="3186" y="15595"/>
                    <a:pt x="3186" y="15568"/>
                    <a:pt x="3186" y="15541"/>
                  </a:cubicBezTo>
                  <a:cubicBezTo>
                    <a:pt x="5166" y="14524"/>
                    <a:pt x="6398" y="12490"/>
                    <a:pt x="6398" y="10268"/>
                  </a:cubicBezTo>
                  <a:cubicBezTo>
                    <a:pt x="6398" y="8020"/>
                    <a:pt x="5166" y="5986"/>
                    <a:pt x="3186" y="4969"/>
                  </a:cubicBezTo>
                  <a:lnTo>
                    <a:pt x="3186" y="4942"/>
                  </a:lnTo>
                  <a:cubicBezTo>
                    <a:pt x="3186" y="3041"/>
                    <a:pt x="1981" y="1061"/>
                    <a:pt x="215" y="17"/>
                  </a:cubicBezTo>
                  <a:cubicBezTo>
                    <a:pt x="185" y="7"/>
                    <a:pt x="156" y="1"/>
                    <a:pt x="1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 name="Google Shape;1503;p188"/>
            <p:cNvSpPr/>
            <p:nvPr/>
          </p:nvSpPr>
          <p:spPr>
            <a:xfrm>
              <a:off x="1914975" y="2593575"/>
              <a:ext cx="160625" cy="2032875"/>
            </a:xfrm>
            <a:custGeom>
              <a:rect b="b" l="l" r="r" t="t"/>
              <a:pathLst>
                <a:path extrusionOk="0" h="81315" w="6425">
                  <a:moveTo>
                    <a:pt x="151" y="1"/>
                  </a:moveTo>
                  <a:cubicBezTo>
                    <a:pt x="95" y="1"/>
                    <a:pt x="47" y="26"/>
                    <a:pt x="27" y="65"/>
                  </a:cubicBezTo>
                  <a:cubicBezTo>
                    <a:pt x="27" y="92"/>
                    <a:pt x="27" y="118"/>
                    <a:pt x="27" y="118"/>
                  </a:cubicBezTo>
                  <a:cubicBezTo>
                    <a:pt x="27" y="172"/>
                    <a:pt x="27"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45" y="15402"/>
                    <a:pt x="2945" y="15428"/>
                    <a:pt x="2945" y="15482"/>
                  </a:cubicBezTo>
                  <a:cubicBezTo>
                    <a:pt x="2998" y="17355"/>
                    <a:pt x="1848"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45" y="35663"/>
                    <a:pt x="2918" y="35717"/>
                    <a:pt x="2945" y="35770"/>
                  </a:cubicBezTo>
                  <a:cubicBezTo>
                    <a:pt x="3106"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45"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6" y="78408"/>
                    <a:pt x="3186" y="76347"/>
                  </a:cubicBezTo>
                  <a:cubicBezTo>
                    <a:pt x="5166" y="75330"/>
                    <a:pt x="6424" y="73296"/>
                    <a:pt x="6424" y="71047"/>
                  </a:cubicBezTo>
                  <a:cubicBezTo>
                    <a:pt x="6424" y="68826"/>
                    <a:pt x="5166" y="66792"/>
                    <a:pt x="3186" y="65748"/>
                  </a:cubicBezTo>
                  <a:cubicBezTo>
                    <a:pt x="3106" y="63767"/>
                    <a:pt x="2062" y="61974"/>
                    <a:pt x="375" y="60930"/>
                  </a:cubicBezTo>
                  <a:cubicBezTo>
                    <a:pt x="2062" y="59859"/>
                    <a:pt x="3106" y="58093"/>
                    <a:pt x="3186" y="56085"/>
                  </a:cubicBezTo>
                  <a:cubicBezTo>
                    <a:pt x="5166" y="55068"/>
                    <a:pt x="6424" y="53034"/>
                    <a:pt x="6424" y="50786"/>
                  </a:cubicBezTo>
                  <a:cubicBezTo>
                    <a:pt x="6424" y="48537"/>
                    <a:pt x="5166" y="46530"/>
                    <a:pt x="3186" y="45486"/>
                  </a:cubicBezTo>
                  <a:cubicBezTo>
                    <a:pt x="3159" y="43586"/>
                    <a:pt x="2088" y="41739"/>
                    <a:pt x="375" y="40668"/>
                  </a:cubicBezTo>
                  <a:cubicBezTo>
                    <a:pt x="1901" y="39705"/>
                    <a:pt x="3320" y="37885"/>
                    <a:pt x="3186" y="35824"/>
                  </a:cubicBezTo>
                  <a:cubicBezTo>
                    <a:pt x="5193" y="34780"/>
                    <a:pt x="6424" y="32772"/>
                    <a:pt x="6424" y="30524"/>
                  </a:cubicBezTo>
                  <a:cubicBezTo>
                    <a:pt x="6424" y="28276"/>
                    <a:pt x="5166" y="26268"/>
                    <a:pt x="3186" y="25225"/>
                  </a:cubicBezTo>
                  <a:cubicBezTo>
                    <a:pt x="3106" y="23244"/>
                    <a:pt x="2062" y="21451"/>
                    <a:pt x="375" y="20407"/>
                  </a:cubicBezTo>
                  <a:cubicBezTo>
                    <a:pt x="2088" y="19336"/>
                    <a:pt x="3186" y="17436"/>
                    <a:pt x="3186" y="15616"/>
                  </a:cubicBezTo>
                  <a:cubicBezTo>
                    <a:pt x="3186" y="15589"/>
                    <a:pt x="3186" y="15562"/>
                    <a:pt x="3186" y="15562"/>
                  </a:cubicBezTo>
                  <a:cubicBezTo>
                    <a:pt x="5166" y="14518"/>
                    <a:pt x="6424" y="12511"/>
                    <a:pt x="6424" y="10263"/>
                  </a:cubicBezTo>
                  <a:cubicBezTo>
                    <a:pt x="6424" y="8014"/>
                    <a:pt x="5166" y="6007"/>
                    <a:pt x="3186" y="4963"/>
                  </a:cubicBezTo>
                  <a:cubicBezTo>
                    <a:pt x="3186" y="3036"/>
                    <a:pt x="2008" y="1055"/>
                    <a:pt x="215" y="11"/>
                  </a:cubicBezTo>
                  <a:cubicBezTo>
                    <a:pt x="193" y="4"/>
                    <a:pt x="172" y="1"/>
                    <a:pt x="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 name="Google Shape;1504;p188"/>
            <p:cNvSpPr/>
            <p:nvPr/>
          </p:nvSpPr>
          <p:spPr>
            <a:xfrm>
              <a:off x="1761075" y="2845375"/>
              <a:ext cx="160625" cy="2032675"/>
            </a:xfrm>
            <a:custGeom>
              <a:rect b="b" l="l" r="r" t="t"/>
              <a:pathLst>
                <a:path extrusionOk="0" h="81307" w="6425">
                  <a:moveTo>
                    <a:pt x="146" y="1"/>
                  </a:moveTo>
                  <a:cubicBezTo>
                    <a:pt x="108" y="1"/>
                    <a:pt x="71" y="24"/>
                    <a:pt x="54" y="57"/>
                  </a:cubicBezTo>
                  <a:cubicBezTo>
                    <a:pt x="27" y="84"/>
                    <a:pt x="27" y="110"/>
                    <a:pt x="27" y="137"/>
                  </a:cubicBezTo>
                  <a:cubicBezTo>
                    <a:pt x="27" y="164"/>
                    <a:pt x="54" y="217"/>
                    <a:pt x="81" y="244"/>
                  </a:cubicBezTo>
                  <a:cubicBezTo>
                    <a:pt x="1821" y="1234"/>
                    <a:pt x="2972" y="3162"/>
                    <a:pt x="2945" y="5035"/>
                  </a:cubicBezTo>
                  <a:cubicBezTo>
                    <a:pt x="2945" y="5089"/>
                    <a:pt x="2972" y="5142"/>
                    <a:pt x="2998" y="5142"/>
                  </a:cubicBezTo>
                  <a:cubicBezTo>
                    <a:pt x="4952" y="6133"/>
                    <a:pt x="6183" y="8086"/>
                    <a:pt x="6183" y="10254"/>
                  </a:cubicBezTo>
                  <a:cubicBezTo>
                    <a:pt x="6183" y="12422"/>
                    <a:pt x="4952" y="14376"/>
                    <a:pt x="2998" y="15367"/>
                  </a:cubicBezTo>
                  <a:cubicBezTo>
                    <a:pt x="2972" y="15393"/>
                    <a:pt x="2945" y="15447"/>
                    <a:pt x="2945" y="15474"/>
                  </a:cubicBezTo>
                  <a:cubicBezTo>
                    <a:pt x="2998" y="17321"/>
                    <a:pt x="1847" y="19248"/>
                    <a:pt x="108" y="20265"/>
                  </a:cubicBezTo>
                  <a:cubicBezTo>
                    <a:pt x="81" y="20292"/>
                    <a:pt x="27" y="20318"/>
                    <a:pt x="27" y="20345"/>
                  </a:cubicBezTo>
                  <a:cubicBezTo>
                    <a:pt x="27" y="20425"/>
                    <a:pt x="27" y="20479"/>
                    <a:pt x="81" y="20506"/>
                  </a:cubicBezTo>
                  <a:cubicBezTo>
                    <a:pt x="1821" y="21496"/>
                    <a:pt x="2891" y="23289"/>
                    <a:pt x="2945" y="25297"/>
                  </a:cubicBezTo>
                  <a:cubicBezTo>
                    <a:pt x="2945" y="25350"/>
                    <a:pt x="2972" y="25404"/>
                    <a:pt x="2998" y="25404"/>
                  </a:cubicBezTo>
                  <a:cubicBezTo>
                    <a:pt x="4952" y="26394"/>
                    <a:pt x="6183" y="28348"/>
                    <a:pt x="6183" y="30516"/>
                  </a:cubicBezTo>
                  <a:cubicBezTo>
                    <a:pt x="6183" y="32684"/>
                    <a:pt x="4952" y="34665"/>
                    <a:pt x="2998" y="35628"/>
                  </a:cubicBezTo>
                  <a:cubicBezTo>
                    <a:pt x="2972" y="35655"/>
                    <a:pt x="2945" y="35709"/>
                    <a:pt x="2945" y="35762"/>
                  </a:cubicBezTo>
                  <a:cubicBezTo>
                    <a:pt x="3105" y="37823"/>
                    <a:pt x="1633" y="39643"/>
                    <a:pt x="108" y="40526"/>
                  </a:cubicBezTo>
                  <a:cubicBezTo>
                    <a:pt x="81" y="40553"/>
                    <a:pt x="27" y="40580"/>
                    <a:pt x="27" y="40633"/>
                  </a:cubicBezTo>
                  <a:cubicBezTo>
                    <a:pt x="27" y="40687"/>
                    <a:pt x="27" y="40741"/>
                    <a:pt x="81" y="40767"/>
                  </a:cubicBezTo>
                  <a:cubicBezTo>
                    <a:pt x="1821" y="41784"/>
                    <a:pt x="2945" y="43631"/>
                    <a:pt x="2945" y="45532"/>
                  </a:cubicBezTo>
                  <a:lnTo>
                    <a:pt x="2945" y="45558"/>
                  </a:lnTo>
                  <a:cubicBezTo>
                    <a:pt x="2945" y="45612"/>
                    <a:pt x="2972" y="45665"/>
                    <a:pt x="2998" y="45692"/>
                  </a:cubicBezTo>
                  <a:cubicBezTo>
                    <a:pt x="4952" y="46656"/>
                    <a:pt x="6183" y="48610"/>
                    <a:pt x="6183" y="50778"/>
                  </a:cubicBezTo>
                  <a:cubicBezTo>
                    <a:pt x="6183" y="52972"/>
                    <a:pt x="4952" y="54926"/>
                    <a:pt x="2998" y="55890"/>
                  </a:cubicBezTo>
                  <a:cubicBezTo>
                    <a:pt x="2972" y="55917"/>
                    <a:pt x="2945" y="55970"/>
                    <a:pt x="2945" y="55997"/>
                  </a:cubicBezTo>
                  <a:cubicBezTo>
                    <a:pt x="2891" y="58004"/>
                    <a:pt x="1847" y="59798"/>
                    <a:pt x="108" y="60815"/>
                  </a:cubicBezTo>
                  <a:cubicBezTo>
                    <a:pt x="81" y="60815"/>
                    <a:pt x="27" y="60841"/>
                    <a:pt x="27" y="60895"/>
                  </a:cubicBezTo>
                  <a:cubicBezTo>
                    <a:pt x="27" y="60949"/>
                    <a:pt x="27" y="61002"/>
                    <a:pt x="81" y="61029"/>
                  </a:cubicBezTo>
                  <a:cubicBezTo>
                    <a:pt x="1821" y="62046"/>
                    <a:pt x="2891" y="63839"/>
                    <a:pt x="2945" y="65847"/>
                  </a:cubicBezTo>
                  <a:cubicBezTo>
                    <a:pt x="2945" y="65873"/>
                    <a:pt x="2972" y="65927"/>
                    <a:pt x="2998" y="65954"/>
                  </a:cubicBezTo>
                  <a:cubicBezTo>
                    <a:pt x="4952" y="66917"/>
                    <a:pt x="6183" y="68871"/>
                    <a:pt x="6183" y="71066"/>
                  </a:cubicBezTo>
                  <a:cubicBezTo>
                    <a:pt x="6183" y="73234"/>
                    <a:pt x="4952" y="75188"/>
                    <a:pt x="2998" y="76151"/>
                  </a:cubicBezTo>
                  <a:cubicBezTo>
                    <a:pt x="2972" y="76178"/>
                    <a:pt x="2945" y="76232"/>
                    <a:pt x="2945" y="76285"/>
                  </a:cubicBezTo>
                  <a:cubicBezTo>
                    <a:pt x="2891" y="78266"/>
                    <a:pt x="1821" y="80059"/>
                    <a:pt x="81" y="81076"/>
                  </a:cubicBezTo>
                  <a:cubicBezTo>
                    <a:pt x="27" y="81103"/>
                    <a:pt x="1" y="81183"/>
                    <a:pt x="54" y="81237"/>
                  </a:cubicBezTo>
                  <a:cubicBezTo>
                    <a:pt x="71" y="81288"/>
                    <a:pt x="110" y="81306"/>
                    <a:pt x="149" y="81306"/>
                  </a:cubicBezTo>
                  <a:cubicBezTo>
                    <a:pt x="172" y="81306"/>
                    <a:pt x="195" y="81300"/>
                    <a:pt x="215" y="81290"/>
                  </a:cubicBezTo>
                  <a:cubicBezTo>
                    <a:pt x="2008" y="80247"/>
                    <a:pt x="3105" y="78400"/>
                    <a:pt x="3186" y="76366"/>
                  </a:cubicBezTo>
                  <a:cubicBezTo>
                    <a:pt x="5193" y="75322"/>
                    <a:pt x="6424" y="73288"/>
                    <a:pt x="6424" y="71066"/>
                  </a:cubicBezTo>
                  <a:cubicBezTo>
                    <a:pt x="6424" y="68818"/>
                    <a:pt x="5193" y="66783"/>
                    <a:pt x="3186" y="65766"/>
                  </a:cubicBezTo>
                  <a:cubicBezTo>
                    <a:pt x="3132" y="63759"/>
                    <a:pt x="2088" y="61992"/>
                    <a:pt x="402" y="60922"/>
                  </a:cubicBezTo>
                  <a:cubicBezTo>
                    <a:pt x="2088" y="59878"/>
                    <a:pt x="3132" y="58085"/>
                    <a:pt x="3186" y="56077"/>
                  </a:cubicBezTo>
                  <a:cubicBezTo>
                    <a:pt x="5193" y="55060"/>
                    <a:pt x="6424" y="53026"/>
                    <a:pt x="6424" y="50778"/>
                  </a:cubicBezTo>
                  <a:cubicBezTo>
                    <a:pt x="6424" y="48556"/>
                    <a:pt x="5193" y="46522"/>
                    <a:pt x="3186" y="45505"/>
                  </a:cubicBezTo>
                  <a:cubicBezTo>
                    <a:pt x="3186" y="43604"/>
                    <a:pt x="2088" y="41731"/>
                    <a:pt x="402" y="40660"/>
                  </a:cubicBezTo>
                  <a:cubicBezTo>
                    <a:pt x="1901" y="39697"/>
                    <a:pt x="3320" y="37877"/>
                    <a:pt x="3186" y="35816"/>
                  </a:cubicBezTo>
                  <a:cubicBezTo>
                    <a:pt x="5193" y="34799"/>
                    <a:pt x="6424" y="32764"/>
                    <a:pt x="6424" y="30516"/>
                  </a:cubicBezTo>
                  <a:cubicBezTo>
                    <a:pt x="6424" y="28268"/>
                    <a:pt x="5193" y="26260"/>
                    <a:pt x="3186" y="25216"/>
                  </a:cubicBezTo>
                  <a:cubicBezTo>
                    <a:pt x="3105" y="23236"/>
                    <a:pt x="2062" y="21442"/>
                    <a:pt x="402" y="20399"/>
                  </a:cubicBezTo>
                  <a:cubicBezTo>
                    <a:pt x="2115" y="19328"/>
                    <a:pt x="3212" y="17401"/>
                    <a:pt x="3186" y="15554"/>
                  </a:cubicBezTo>
                  <a:cubicBezTo>
                    <a:pt x="5193" y="14510"/>
                    <a:pt x="6424" y="12503"/>
                    <a:pt x="6424" y="10254"/>
                  </a:cubicBezTo>
                  <a:cubicBezTo>
                    <a:pt x="6424" y="8006"/>
                    <a:pt x="5193" y="5999"/>
                    <a:pt x="3186" y="4955"/>
                  </a:cubicBezTo>
                  <a:cubicBezTo>
                    <a:pt x="3186" y="3028"/>
                    <a:pt x="2008" y="1047"/>
                    <a:pt x="215" y="30"/>
                  </a:cubicBezTo>
                  <a:cubicBezTo>
                    <a:pt x="194" y="10"/>
                    <a:pt x="170"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 name="Google Shape;1505;p188"/>
            <p:cNvSpPr/>
            <p:nvPr/>
          </p:nvSpPr>
          <p:spPr>
            <a:xfrm>
              <a:off x="1607850" y="2593575"/>
              <a:ext cx="159950" cy="2032875"/>
            </a:xfrm>
            <a:custGeom>
              <a:rect b="b" l="l" r="r" t="t"/>
              <a:pathLst>
                <a:path extrusionOk="0" h="81315" w="6398">
                  <a:moveTo>
                    <a:pt x="140" y="1"/>
                  </a:moveTo>
                  <a:cubicBezTo>
                    <a:pt x="95" y="1"/>
                    <a:pt x="47" y="26"/>
                    <a:pt x="27" y="65"/>
                  </a:cubicBezTo>
                  <a:cubicBezTo>
                    <a:pt x="0"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71" y="17329"/>
                    <a:pt x="1847" y="19256"/>
                    <a:pt x="81" y="20273"/>
                  </a:cubicBezTo>
                  <a:cubicBezTo>
                    <a:pt x="54" y="20300"/>
                    <a:pt x="27" y="20326"/>
                    <a:pt x="0"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0" y="40615"/>
                  </a:cubicBezTo>
                  <a:cubicBezTo>
                    <a:pt x="0" y="40668"/>
                    <a:pt x="27" y="40749"/>
                    <a:pt x="81" y="40775"/>
                  </a:cubicBezTo>
                  <a:cubicBezTo>
                    <a:pt x="1820" y="41766"/>
                    <a:pt x="2918" y="43639"/>
                    <a:pt x="2918" y="45540"/>
                  </a:cubicBezTo>
                  <a:cubicBezTo>
                    <a:pt x="2918" y="45540"/>
                    <a:pt x="2918" y="45566"/>
                    <a:pt x="2918" y="45566"/>
                  </a:cubicBez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64" y="58012"/>
                    <a:pt x="1820" y="59806"/>
                    <a:pt x="81" y="60796"/>
                  </a:cubicBezTo>
                  <a:cubicBezTo>
                    <a:pt x="54" y="60823"/>
                    <a:pt x="27" y="60850"/>
                    <a:pt x="0" y="60903"/>
                  </a:cubicBezTo>
                  <a:cubicBezTo>
                    <a:pt x="0" y="60957"/>
                    <a:pt x="27" y="61010"/>
                    <a:pt x="81" y="61037"/>
                  </a:cubicBezTo>
                  <a:cubicBezTo>
                    <a:pt x="1820" y="62054"/>
                    <a:pt x="2864"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64" y="78274"/>
                    <a:pt x="1820" y="80067"/>
                    <a:pt x="81" y="81084"/>
                  </a:cubicBezTo>
                  <a:cubicBezTo>
                    <a:pt x="27" y="81111"/>
                    <a:pt x="0" y="81191"/>
                    <a:pt x="27" y="81245"/>
                  </a:cubicBezTo>
                  <a:cubicBezTo>
                    <a:pt x="44" y="81296"/>
                    <a:pt x="82" y="81315"/>
                    <a:pt x="122" y="81315"/>
                  </a:cubicBezTo>
                  <a:cubicBezTo>
                    <a:pt x="145" y="81315"/>
                    <a:pt x="168" y="81308"/>
                    <a:pt x="188" y="81299"/>
                  </a:cubicBezTo>
                  <a:cubicBezTo>
                    <a:pt x="1981"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61"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61" y="19336"/>
                    <a:pt x="3185" y="17436"/>
                    <a:pt x="3185" y="15616"/>
                  </a:cubicBezTo>
                  <a:cubicBezTo>
                    <a:pt x="3185" y="15589"/>
                    <a:pt x="3185" y="15562"/>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 name="Google Shape;1506;p188"/>
            <p:cNvSpPr/>
            <p:nvPr/>
          </p:nvSpPr>
          <p:spPr>
            <a:xfrm>
              <a:off x="1453950" y="2845375"/>
              <a:ext cx="160600" cy="2032675"/>
            </a:xfrm>
            <a:custGeom>
              <a:rect b="b" l="l" r="r" t="t"/>
              <a:pathLst>
                <a:path extrusionOk="0" h="81307" w="6424">
                  <a:moveTo>
                    <a:pt x="133" y="1"/>
                  </a:moveTo>
                  <a:cubicBezTo>
                    <a:pt x="93" y="1"/>
                    <a:pt x="60" y="24"/>
                    <a:pt x="27" y="57"/>
                  </a:cubicBezTo>
                  <a:cubicBezTo>
                    <a:pt x="27" y="84"/>
                    <a:pt x="27" y="110"/>
                    <a:pt x="27" y="137"/>
                  </a:cubicBezTo>
                  <a:cubicBezTo>
                    <a:pt x="27" y="164"/>
                    <a:pt x="27" y="217"/>
                    <a:pt x="80" y="244"/>
                  </a:cubicBezTo>
                  <a:cubicBezTo>
                    <a:pt x="1820" y="1234"/>
                    <a:pt x="2971" y="3188"/>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20"/>
                    <a:pt x="2944" y="15474"/>
                  </a:cubicBezTo>
                  <a:cubicBezTo>
                    <a:pt x="2998" y="17347"/>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44" y="35655"/>
                    <a:pt x="2918"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cubicBezTo>
                    <a:pt x="2944" y="45558"/>
                    <a:pt x="2944" y="45558"/>
                    <a:pt x="2944" y="45558"/>
                  </a:cubicBez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27" y="81237"/>
                  </a:cubicBezTo>
                  <a:cubicBezTo>
                    <a:pt x="61" y="81288"/>
                    <a:pt x="106" y="81306"/>
                    <a:pt x="147" y="81306"/>
                  </a:cubicBezTo>
                  <a:cubicBezTo>
                    <a:pt x="172" y="81306"/>
                    <a:pt x="195" y="81300"/>
                    <a:pt x="214" y="81290"/>
                  </a:cubicBezTo>
                  <a:cubicBezTo>
                    <a:pt x="2008" y="80247"/>
                    <a:pt x="3105" y="78400"/>
                    <a:pt x="3185" y="76366"/>
                  </a:cubicBezTo>
                  <a:cubicBezTo>
                    <a:pt x="5166" y="75322"/>
                    <a:pt x="6424" y="73288"/>
                    <a:pt x="6424" y="71066"/>
                  </a:cubicBezTo>
                  <a:cubicBezTo>
                    <a:pt x="6424" y="68818"/>
                    <a:pt x="5166" y="66783"/>
                    <a:pt x="3185" y="65766"/>
                  </a:cubicBezTo>
                  <a:cubicBezTo>
                    <a:pt x="3105" y="63759"/>
                    <a:pt x="2061" y="61992"/>
                    <a:pt x="375" y="60922"/>
                  </a:cubicBezTo>
                  <a:cubicBezTo>
                    <a:pt x="2061" y="59878"/>
                    <a:pt x="3105" y="58085"/>
                    <a:pt x="3185" y="56077"/>
                  </a:cubicBezTo>
                  <a:cubicBezTo>
                    <a:pt x="5166" y="55060"/>
                    <a:pt x="6424" y="53026"/>
                    <a:pt x="6424" y="50778"/>
                  </a:cubicBezTo>
                  <a:cubicBezTo>
                    <a:pt x="6424" y="48556"/>
                    <a:pt x="5193" y="46522"/>
                    <a:pt x="3185" y="45505"/>
                  </a:cubicBezTo>
                  <a:cubicBezTo>
                    <a:pt x="3159" y="43604"/>
                    <a:pt x="2088" y="41731"/>
                    <a:pt x="375" y="40660"/>
                  </a:cubicBezTo>
                  <a:cubicBezTo>
                    <a:pt x="1901" y="39697"/>
                    <a:pt x="3319" y="37877"/>
                    <a:pt x="3185" y="35816"/>
                  </a:cubicBezTo>
                  <a:cubicBezTo>
                    <a:pt x="5193" y="34799"/>
                    <a:pt x="6424" y="32764"/>
                    <a:pt x="6424" y="30516"/>
                  </a:cubicBezTo>
                  <a:cubicBezTo>
                    <a:pt x="6424" y="28268"/>
                    <a:pt x="5166" y="26260"/>
                    <a:pt x="3185" y="25216"/>
                  </a:cubicBezTo>
                  <a:cubicBezTo>
                    <a:pt x="3105" y="23236"/>
                    <a:pt x="2061" y="21442"/>
                    <a:pt x="375"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84" y="10"/>
                    <a:pt x="157" y="1"/>
                    <a:pt x="1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 name="Google Shape;1507;p188"/>
            <p:cNvSpPr/>
            <p:nvPr/>
          </p:nvSpPr>
          <p:spPr>
            <a:xfrm>
              <a:off x="1300050" y="2593575"/>
              <a:ext cx="160600" cy="2032875"/>
            </a:xfrm>
            <a:custGeom>
              <a:rect b="b" l="l" r="r" t="t"/>
              <a:pathLst>
                <a:path extrusionOk="0" h="81315" w="6424">
                  <a:moveTo>
                    <a:pt x="167" y="1"/>
                  </a:moveTo>
                  <a:cubicBezTo>
                    <a:pt x="121" y="1"/>
                    <a:pt x="73" y="26"/>
                    <a:pt x="54" y="65"/>
                  </a:cubicBezTo>
                  <a:cubicBezTo>
                    <a:pt x="27" y="92"/>
                    <a:pt x="27" y="118"/>
                    <a:pt x="27" y="118"/>
                  </a:cubicBezTo>
                  <a:cubicBezTo>
                    <a:pt x="27" y="172"/>
                    <a:pt x="54" y="225"/>
                    <a:pt x="80" y="225"/>
                  </a:cubicBezTo>
                  <a:cubicBezTo>
                    <a:pt x="1820" y="1243"/>
                    <a:pt x="2971" y="3170"/>
                    <a:pt x="2944" y="5043"/>
                  </a:cubicBezTo>
                  <a:cubicBezTo>
                    <a:pt x="2944" y="5070"/>
                    <a:pt x="2971" y="5124"/>
                    <a:pt x="3025" y="5150"/>
                  </a:cubicBezTo>
                  <a:cubicBezTo>
                    <a:pt x="4952" y="6141"/>
                    <a:pt x="6183" y="8095"/>
                    <a:pt x="6183" y="10263"/>
                  </a:cubicBezTo>
                  <a:cubicBezTo>
                    <a:pt x="6183" y="12431"/>
                    <a:pt x="4952" y="14384"/>
                    <a:pt x="3025" y="15375"/>
                  </a:cubicBezTo>
                  <a:cubicBezTo>
                    <a:pt x="2971" y="15402"/>
                    <a:pt x="2944" y="15428"/>
                    <a:pt x="2944" y="15482"/>
                  </a:cubicBezTo>
                  <a:cubicBezTo>
                    <a:pt x="2998" y="17355"/>
                    <a:pt x="1847" y="19256"/>
                    <a:pt x="107" y="20273"/>
                  </a:cubicBezTo>
                  <a:cubicBezTo>
                    <a:pt x="80" y="20300"/>
                    <a:pt x="54" y="20326"/>
                    <a:pt x="27" y="20353"/>
                  </a:cubicBezTo>
                  <a:cubicBezTo>
                    <a:pt x="27" y="20407"/>
                    <a:pt x="27" y="20460"/>
                    <a:pt x="80" y="20514"/>
                  </a:cubicBezTo>
                  <a:cubicBezTo>
                    <a:pt x="1820" y="21504"/>
                    <a:pt x="2891" y="23297"/>
                    <a:pt x="2944" y="25305"/>
                  </a:cubicBezTo>
                  <a:cubicBezTo>
                    <a:pt x="2944" y="25358"/>
                    <a:pt x="2971" y="25385"/>
                    <a:pt x="3025" y="25412"/>
                  </a:cubicBezTo>
                  <a:cubicBezTo>
                    <a:pt x="4952" y="26402"/>
                    <a:pt x="6183" y="28356"/>
                    <a:pt x="6183" y="30524"/>
                  </a:cubicBezTo>
                  <a:cubicBezTo>
                    <a:pt x="6183" y="32692"/>
                    <a:pt x="4952" y="34646"/>
                    <a:pt x="3025" y="35636"/>
                  </a:cubicBezTo>
                  <a:cubicBezTo>
                    <a:pt x="2971" y="35663"/>
                    <a:pt x="2944" y="35717"/>
                    <a:pt x="2944" y="35770"/>
                  </a:cubicBezTo>
                  <a:cubicBezTo>
                    <a:pt x="3105" y="37831"/>
                    <a:pt x="1633" y="39651"/>
                    <a:pt x="107" y="40535"/>
                  </a:cubicBezTo>
                  <a:cubicBezTo>
                    <a:pt x="80" y="40561"/>
                    <a:pt x="54" y="40588"/>
                    <a:pt x="27" y="40615"/>
                  </a:cubicBezTo>
                  <a:cubicBezTo>
                    <a:pt x="27" y="40668"/>
                    <a:pt x="27" y="40749"/>
                    <a:pt x="80" y="40775"/>
                  </a:cubicBezTo>
                  <a:cubicBezTo>
                    <a:pt x="1820" y="41766"/>
                    <a:pt x="2944" y="43639"/>
                    <a:pt x="2944" y="45540"/>
                  </a:cubicBezTo>
                  <a:cubicBezTo>
                    <a:pt x="2944" y="45540"/>
                    <a:pt x="2944" y="45566"/>
                    <a:pt x="2944" y="45566"/>
                  </a:cubicBezTo>
                  <a:cubicBezTo>
                    <a:pt x="2944" y="45620"/>
                    <a:pt x="2971" y="45674"/>
                    <a:pt x="3025" y="45674"/>
                  </a:cubicBezTo>
                  <a:cubicBezTo>
                    <a:pt x="4952" y="46664"/>
                    <a:pt x="6183" y="48618"/>
                    <a:pt x="6183" y="50786"/>
                  </a:cubicBezTo>
                  <a:cubicBezTo>
                    <a:pt x="6183" y="52954"/>
                    <a:pt x="4952" y="54934"/>
                    <a:pt x="3025" y="55898"/>
                  </a:cubicBezTo>
                  <a:cubicBezTo>
                    <a:pt x="2971" y="55925"/>
                    <a:pt x="2944" y="55952"/>
                    <a:pt x="2944" y="56005"/>
                  </a:cubicBezTo>
                  <a:cubicBezTo>
                    <a:pt x="2891" y="58012"/>
                    <a:pt x="1847" y="59806"/>
                    <a:pt x="107" y="60796"/>
                  </a:cubicBezTo>
                  <a:cubicBezTo>
                    <a:pt x="80" y="60823"/>
                    <a:pt x="54" y="60850"/>
                    <a:pt x="27" y="60903"/>
                  </a:cubicBezTo>
                  <a:cubicBezTo>
                    <a:pt x="27" y="60957"/>
                    <a:pt x="27" y="61010"/>
                    <a:pt x="80" y="61037"/>
                  </a:cubicBezTo>
                  <a:cubicBezTo>
                    <a:pt x="1820" y="62054"/>
                    <a:pt x="2891" y="63847"/>
                    <a:pt x="2944" y="65828"/>
                  </a:cubicBezTo>
                  <a:cubicBezTo>
                    <a:pt x="2944" y="65882"/>
                    <a:pt x="2971" y="65935"/>
                    <a:pt x="3025" y="65962"/>
                  </a:cubicBezTo>
                  <a:cubicBezTo>
                    <a:pt x="4952" y="66925"/>
                    <a:pt x="6183" y="68879"/>
                    <a:pt x="6183" y="71047"/>
                  </a:cubicBezTo>
                  <a:cubicBezTo>
                    <a:pt x="6183" y="73242"/>
                    <a:pt x="4952" y="75196"/>
                    <a:pt x="3025" y="76160"/>
                  </a:cubicBezTo>
                  <a:cubicBezTo>
                    <a:pt x="2971" y="76186"/>
                    <a:pt x="2944" y="76240"/>
                    <a:pt x="2944" y="76267"/>
                  </a:cubicBezTo>
                  <a:cubicBezTo>
                    <a:pt x="2891" y="78274"/>
                    <a:pt x="1820" y="80067"/>
                    <a:pt x="80" y="81084"/>
                  </a:cubicBezTo>
                  <a:cubicBezTo>
                    <a:pt x="27" y="81111"/>
                    <a:pt x="0" y="81191"/>
                    <a:pt x="54" y="81245"/>
                  </a:cubicBezTo>
                  <a:cubicBezTo>
                    <a:pt x="71" y="81296"/>
                    <a:pt x="109" y="81315"/>
                    <a:pt x="149" y="81315"/>
                  </a:cubicBezTo>
                  <a:cubicBezTo>
                    <a:pt x="171" y="81315"/>
                    <a:pt x="195" y="81308"/>
                    <a:pt x="214" y="81299"/>
                  </a:cubicBezTo>
                  <a:cubicBezTo>
                    <a:pt x="2007" y="80255"/>
                    <a:pt x="3105" y="78408"/>
                    <a:pt x="3185" y="76347"/>
                  </a:cubicBezTo>
                  <a:cubicBezTo>
                    <a:pt x="5193" y="75330"/>
                    <a:pt x="6424" y="73296"/>
                    <a:pt x="6424" y="71047"/>
                  </a:cubicBezTo>
                  <a:cubicBezTo>
                    <a:pt x="6424" y="68826"/>
                    <a:pt x="5193" y="66792"/>
                    <a:pt x="3185" y="65748"/>
                  </a:cubicBezTo>
                  <a:cubicBezTo>
                    <a:pt x="3132" y="63767"/>
                    <a:pt x="2088" y="61974"/>
                    <a:pt x="402" y="60930"/>
                  </a:cubicBezTo>
                  <a:cubicBezTo>
                    <a:pt x="2088" y="59859"/>
                    <a:pt x="3132" y="58093"/>
                    <a:pt x="3185" y="56085"/>
                  </a:cubicBezTo>
                  <a:cubicBezTo>
                    <a:pt x="5193" y="55068"/>
                    <a:pt x="6424" y="53034"/>
                    <a:pt x="6424" y="50786"/>
                  </a:cubicBezTo>
                  <a:cubicBezTo>
                    <a:pt x="6424" y="48537"/>
                    <a:pt x="5193" y="46530"/>
                    <a:pt x="3185" y="45486"/>
                  </a:cubicBezTo>
                  <a:cubicBezTo>
                    <a:pt x="3185" y="43586"/>
                    <a:pt x="2088" y="41739"/>
                    <a:pt x="402" y="40668"/>
                  </a:cubicBezTo>
                  <a:cubicBezTo>
                    <a:pt x="1927" y="39705"/>
                    <a:pt x="3319" y="37885"/>
                    <a:pt x="3212" y="35824"/>
                  </a:cubicBezTo>
                  <a:cubicBezTo>
                    <a:pt x="5193" y="34780"/>
                    <a:pt x="6424" y="32772"/>
                    <a:pt x="6424" y="30524"/>
                  </a:cubicBezTo>
                  <a:cubicBezTo>
                    <a:pt x="6424" y="28276"/>
                    <a:pt x="5193" y="26268"/>
                    <a:pt x="3185" y="25225"/>
                  </a:cubicBezTo>
                  <a:cubicBezTo>
                    <a:pt x="3105" y="23244"/>
                    <a:pt x="2061" y="21451"/>
                    <a:pt x="402" y="20407"/>
                  </a:cubicBezTo>
                  <a:cubicBezTo>
                    <a:pt x="2088" y="19336"/>
                    <a:pt x="3185" y="17436"/>
                    <a:pt x="3185" y="15616"/>
                  </a:cubicBezTo>
                  <a:cubicBezTo>
                    <a:pt x="3185" y="15589"/>
                    <a:pt x="3185" y="15562"/>
                    <a:pt x="3185" y="15562"/>
                  </a:cubicBezTo>
                  <a:cubicBezTo>
                    <a:pt x="5193" y="14518"/>
                    <a:pt x="6424" y="12511"/>
                    <a:pt x="6424" y="10263"/>
                  </a:cubicBezTo>
                  <a:cubicBezTo>
                    <a:pt x="6424" y="8014"/>
                    <a:pt x="5193" y="6007"/>
                    <a:pt x="3185" y="4963"/>
                  </a:cubicBezTo>
                  <a:cubicBezTo>
                    <a:pt x="3185" y="3036"/>
                    <a:pt x="2007" y="1055"/>
                    <a:pt x="214"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 name="Google Shape;1508;p188"/>
            <p:cNvSpPr/>
            <p:nvPr/>
          </p:nvSpPr>
          <p:spPr>
            <a:xfrm>
              <a:off x="1146800" y="2845375"/>
              <a:ext cx="159950" cy="2032675"/>
            </a:xfrm>
            <a:custGeom>
              <a:rect b="b" l="l" r="r" t="t"/>
              <a:pathLst>
                <a:path extrusionOk="0" h="81307" w="6398">
                  <a:moveTo>
                    <a:pt x="120" y="1"/>
                  </a:moveTo>
                  <a:cubicBezTo>
                    <a:pt x="81" y="1"/>
                    <a:pt x="44" y="24"/>
                    <a:pt x="28" y="57"/>
                  </a:cubicBezTo>
                  <a:cubicBezTo>
                    <a:pt x="28" y="84"/>
                    <a:pt x="1" y="110"/>
                    <a:pt x="1" y="137"/>
                  </a:cubicBezTo>
                  <a:cubicBezTo>
                    <a:pt x="1" y="164"/>
                    <a:pt x="28" y="217"/>
                    <a:pt x="81" y="244"/>
                  </a:cubicBezTo>
                  <a:cubicBezTo>
                    <a:pt x="1821" y="1234"/>
                    <a:pt x="2972" y="3162"/>
                    <a:pt x="2918" y="5035"/>
                  </a:cubicBezTo>
                  <a:cubicBezTo>
                    <a:pt x="2918" y="5089"/>
                    <a:pt x="2945" y="5142"/>
                    <a:pt x="2998" y="5142"/>
                  </a:cubicBezTo>
                  <a:cubicBezTo>
                    <a:pt x="4952" y="6133"/>
                    <a:pt x="6157" y="8086"/>
                    <a:pt x="6157" y="10254"/>
                  </a:cubicBezTo>
                  <a:cubicBezTo>
                    <a:pt x="6157" y="12422"/>
                    <a:pt x="4952" y="14376"/>
                    <a:pt x="2998" y="15367"/>
                  </a:cubicBezTo>
                  <a:cubicBezTo>
                    <a:pt x="2945" y="15393"/>
                    <a:pt x="2918" y="15420"/>
                    <a:pt x="2918" y="15474"/>
                  </a:cubicBezTo>
                  <a:cubicBezTo>
                    <a:pt x="2972" y="17321"/>
                    <a:pt x="1848" y="19248"/>
                    <a:pt x="81" y="20265"/>
                  </a:cubicBezTo>
                  <a:cubicBezTo>
                    <a:pt x="54" y="20292"/>
                    <a:pt x="28" y="20318"/>
                    <a:pt x="1" y="20345"/>
                  </a:cubicBezTo>
                  <a:cubicBezTo>
                    <a:pt x="1" y="20425"/>
                    <a:pt x="28" y="20479"/>
                    <a:pt x="81" y="20506"/>
                  </a:cubicBezTo>
                  <a:cubicBezTo>
                    <a:pt x="1794" y="21496"/>
                    <a:pt x="2865" y="23289"/>
                    <a:pt x="2918" y="25297"/>
                  </a:cubicBezTo>
                  <a:cubicBezTo>
                    <a:pt x="2918" y="25350"/>
                    <a:pt x="2945"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079" y="37823"/>
                    <a:pt x="1633" y="39643"/>
                    <a:pt x="81" y="40526"/>
                  </a:cubicBezTo>
                  <a:cubicBezTo>
                    <a:pt x="54" y="40553"/>
                    <a:pt x="28" y="40580"/>
                    <a:pt x="1" y="40633"/>
                  </a:cubicBezTo>
                  <a:cubicBezTo>
                    <a:pt x="1" y="40687"/>
                    <a:pt x="28" y="40741"/>
                    <a:pt x="81" y="40767"/>
                  </a:cubicBezTo>
                  <a:cubicBezTo>
                    <a:pt x="1821" y="41784"/>
                    <a:pt x="2918" y="43631"/>
                    <a:pt x="2918" y="45532"/>
                  </a:cubicBezTo>
                  <a:cubicBezTo>
                    <a:pt x="2918" y="45532"/>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81" y="60815"/>
                  </a:cubicBezTo>
                  <a:cubicBezTo>
                    <a:pt x="54" y="60815"/>
                    <a:pt x="28" y="60841"/>
                    <a:pt x="1" y="60895"/>
                  </a:cubicBezTo>
                  <a:cubicBezTo>
                    <a:pt x="1" y="60949"/>
                    <a:pt x="28"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8" y="81103"/>
                    <a:pt x="1" y="81183"/>
                    <a:pt x="28" y="81237"/>
                  </a:cubicBezTo>
                  <a:cubicBezTo>
                    <a:pt x="44" y="81288"/>
                    <a:pt x="83" y="81306"/>
                    <a:pt x="129" y="81306"/>
                  </a:cubicBezTo>
                  <a:cubicBezTo>
                    <a:pt x="156" y="81306"/>
                    <a:pt x="185" y="81300"/>
                    <a:pt x="215" y="81290"/>
                  </a:cubicBezTo>
                  <a:cubicBezTo>
                    <a:pt x="1981" y="80247"/>
                    <a:pt x="3106" y="78400"/>
                    <a:pt x="3186" y="76366"/>
                  </a:cubicBezTo>
                  <a:cubicBezTo>
                    <a:pt x="5167" y="75322"/>
                    <a:pt x="6398" y="73288"/>
                    <a:pt x="6398" y="71066"/>
                  </a:cubicBezTo>
                  <a:cubicBezTo>
                    <a:pt x="6398" y="68818"/>
                    <a:pt x="5167" y="66783"/>
                    <a:pt x="3186" y="65766"/>
                  </a:cubicBezTo>
                  <a:cubicBezTo>
                    <a:pt x="3106" y="63759"/>
                    <a:pt x="2062" y="61992"/>
                    <a:pt x="375" y="60922"/>
                  </a:cubicBezTo>
                  <a:cubicBezTo>
                    <a:pt x="2062" y="59878"/>
                    <a:pt x="3106" y="58085"/>
                    <a:pt x="3186" y="56077"/>
                  </a:cubicBezTo>
                  <a:cubicBezTo>
                    <a:pt x="5167" y="55060"/>
                    <a:pt x="6398" y="53026"/>
                    <a:pt x="6398" y="50778"/>
                  </a:cubicBezTo>
                  <a:cubicBezTo>
                    <a:pt x="6398" y="48556"/>
                    <a:pt x="5167" y="46522"/>
                    <a:pt x="3186" y="45505"/>
                  </a:cubicBezTo>
                  <a:cubicBezTo>
                    <a:pt x="3159" y="43604"/>
                    <a:pt x="2088" y="41731"/>
                    <a:pt x="375" y="40660"/>
                  </a:cubicBezTo>
                  <a:cubicBezTo>
                    <a:pt x="1901" y="39697"/>
                    <a:pt x="3293" y="37877"/>
                    <a:pt x="3186" y="35816"/>
                  </a:cubicBezTo>
                  <a:cubicBezTo>
                    <a:pt x="5167" y="34799"/>
                    <a:pt x="6398" y="32764"/>
                    <a:pt x="6398" y="30516"/>
                  </a:cubicBezTo>
                  <a:cubicBezTo>
                    <a:pt x="6398" y="28268"/>
                    <a:pt x="5167" y="26260"/>
                    <a:pt x="3186" y="25216"/>
                  </a:cubicBezTo>
                  <a:cubicBezTo>
                    <a:pt x="3079" y="23236"/>
                    <a:pt x="2062" y="21442"/>
                    <a:pt x="375" y="20399"/>
                  </a:cubicBezTo>
                  <a:cubicBezTo>
                    <a:pt x="2088" y="19328"/>
                    <a:pt x="3186" y="17401"/>
                    <a:pt x="3186" y="15554"/>
                  </a:cubicBezTo>
                  <a:cubicBezTo>
                    <a:pt x="5167" y="14510"/>
                    <a:pt x="6398" y="12503"/>
                    <a:pt x="6398" y="10254"/>
                  </a:cubicBezTo>
                  <a:cubicBezTo>
                    <a:pt x="6398" y="8006"/>
                    <a:pt x="5167" y="5999"/>
                    <a:pt x="3186" y="4955"/>
                  </a:cubicBezTo>
                  <a:cubicBezTo>
                    <a:pt x="3186" y="3028"/>
                    <a:pt x="1981" y="1047"/>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 name="Google Shape;1509;p188"/>
            <p:cNvSpPr/>
            <p:nvPr/>
          </p:nvSpPr>
          <p:spPr>
            <a:xfrm>
              <a:off x="992900" y="2593575"/>
              <a:ext cx="160625" cy="2032875"/>
            </a:xfrm>
            <a:custGeom>
              <a:rect b="b" l="l" r="r" t="t"/>
              <a:pathLst>
                <a:path extrusionOk="0" h="81315" w="6425">
                  <a:moveTo>
                    <a:pt x="167" y="1"/>
                  </a:moveTo>
                  <a:cubicBezTo>
                    <a:pt x="120" y="1"/>
                    <a:pt x="67" y="26"/>
                    <a:pt x="27" y="65"/>
                  </a:cubicBezTo>
                  <a:cubicBezTo>
                    <a:pt x="27" y="92"/>
                    <a:pt x="27" y="118"/>
                    <a:pt x="27" y="118"/>
                  </a:cubicBezTo>
                  <a:cubicBezTo>
                    <a:pt x="27" y="172"/>
                    <a:pt x="54"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72" y="15402"/>
                    <a:pt x="2945" y="15428"/>
                    <a:pt x="2945" y="15482"/>
                  </a:cubicBezTo>
                  <a:cubicBezTo>
                    <a:pt x="2998" y="17329"/>
                    <a:pt x="1847"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72" y="35663"/>
                    <a:pt x="2945" y="35717"/>
                    <a:pt x="2945" y="35770"/>
                  </a:cubicBezTo>
                  <a:cubicBezTo>
                    <a:pt x="3105"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18"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5" y="78408"/>
                    <a:pt x="3186" y="76347"/>
                  </a:cubicBezTo>
                  <a:cubicBezTo>
                    <a:pt x="5193" y="75330"/>
                    <a:pt x="6424" y="73296"/>
                    <a:pt x="6424" y="71047"/>
                  </a:cubicBezTo>
                  <a:cubicBezTo>
                    <a:pt x="6424" y="68826"/>
                    <a:pt x="5193" y="66792"/>
                    <a:pt x="3186" y="65748"/>
                  </a:cubicBezTo>
                  <a:cubicBezTo>
                    <a:pt x="3105" y="63767"/>
                    <a:pt x="2088" y="61974"/>
                    <a:pt x="402" y="60930"/>
                  </a:cubicBezTo>
                  <a:cubicBezTo>
                    <a:pt x="2088" y="59859"/>
                    <a:pt x="3105" y="58093"/>
                    <a:pt x="3186" y="56085"/>
                  </a:cubicBezTo>
                  <a:cubicBezTo>
                    <a:pt x="5193" y="55068"/>
                    <a:pt x="6424" y="53034"/>
                    <a:pt x="6424" y="50786"/>
                  </a:cubicBezTo>
                  <a:cubicBezTo>
                    <a:pt x="6424" y="48537"/>
                    <a:pt x="5193" y="46530"/>
                    <a:pt x="3186" y="45486"/>
                  </a:cubicBezTo>
                  <a:cubicBezTo>
                    <a:pt x="3159" y="43586"/>
                    <a:pt x="2088" y="41739"/>
                    <a:pt x="402" y="40668"/>
                  </a:cubicBezTo>
                  <a:cubicBezTo>
                    <a:pt x="1901" y="39705"/>
                    <a:pt x="3320" y="37885"/>
                    <a:pt x="3186" y="35824"/>
                  </a:cubicBezTo>
                  <a:cubicBezTo>
                    <a:pt x="5193" y="34780"/>
                    <a:pt x="6424" y="32772"/>
                    <a:pt x="6424" y="30524"/>
                  </a:cubicBezTo>
                  <a:cubicBezTo>
                    <a:pt x="6424" y="28276"/>
                    <a:pt x="5193" y="26268"/>
                    <a:pt x="3186" y="25225"/>
                  </a:cubicBezTo>
                  <a:cubicBezTo>
                    <a:pt x="3105" y="23244"/>
                    <a:pt x="2062" y="21451"/>
                    <a:pt x="402" y="20407"/>
                  </a:cubicBezTo>
                  <a:cubicBezTo>
                    <a:pt x="2088" y="19336"/>
                    <a:pt x="3186" y="17436"/>
                    <a:pt x="3186" y="15616"/>
                  </a:cubicBezTo>
                  <a:cubicBezTo>
                    <a:pt x="3186" y="15589"/>
                    <a:pt x="3186" y="15562"/>
                    <a:pt x="3186" y="15562"/>
                  </a:cubicBezTo>
                  <a:cubicBezTo>
                    <a:pt x="5193" y="14518"/>
                    <a:pt x="6424" y="12511"/>
                    <a:pt x="6424" y="10263"/>
                  </a:cubicBezTo>
                  <a:cubicBezTo>
                    <a:pt x="6424" y="8014"/>
                    <a:pt x="5193" y="6007"/>
                    <a:pt x="3186" y="4963"/>
                  </a:cubicBezTo>
                  <a:cubicBezTo>
                    <a:pt x="3186" y="3036"/>
                    <a:pt x="2008" y="1055"/>
                    <a:pt x="215"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 name="Google Shape;1510;p188"/>
            <p:cNvSpPr/>
            <p:nvPr/>
          </p:nvSpPr>
          <p:spPr>
            <a:xfrm>
              <a:off x="839675" y="2845375"/>
              <a:ext cx="159950" cy="2032675"/>
            </a:xfrm>
            <a:custGeom>
              <a:rect b="b" l="l" r="r" t="t"/>
              <a:pathLst>
                <a:path extrusionOk="0" h="81307" w="6398">
                  <a:moveTo>
                    <a:pt x="119" y="1"/>
                  </a:moveTo>
                  <a:cubicBezTo>
                    <a:pt x="81" y="1"/>
                    <a:pt x="44" y="24"/>
                    <a:pt x="27" y="57"/>
                  </a:cubicBezTo>
                  <a:cubicBezTo>
                    <a:pt x="0" y="84"/>
                    <a:pt x="0" y="110"/>
                    <a:pt x="0" y="137"/>
                  </a:cubicBezTo>
                  <a:cubicBezTo>
                    <a:pt x="0" y="164"/>
                    <a:pt x="27" y="217"/>
                    <a:pt x="54" y="244"/>
                  </a:cubicBezTo>
                  <a:cubicBezTo>
                    <a:pt x="1794" y="1234"/>
                    <a:pt x="2971" y="3162"/>
                    <a:pt x="2918" y="5035"/>
                  </a:cubicBezTo>
                  <a:cubicBezTo>
                    <a:pt x="2918" y="5089"/>
                    <a:pt x="2945" y="5142"/>
                    <a:pt x="2998" y="5142"/>
                  </a:cubicBezTo>
                  <a:cubicBezTo>
                    <a:pt x="4925" y="6133"/>
                    <a:pt x="6156" y="8086"/>
                    <a:pt x="6156" y="10254"/>
                  </a:cubicBezTo>
                  <a:cubicBezTo>
                    <a:pt x="6156" y="12422"/>
                    <a:pt x="4925" y="14376"/>
                    <a:pt x="2998" y="15367"/>
                  </a:cubicBezTo>
                  <a:cubicBezTo>
                    <a:pt x="2945" y="15393"/>
                    <a:pt x="2918" y="15420"/>
                    <a:pt x="2918" y="15474"/>
                  </a:cubicBezTo>
                  <a:cubicBezTo>
                    <a:pt x="2971" y="17321"/>
                    <a:pt x="1847" y="19248"/>
                    <a:pt x="81" y="20265"/>
                  </a:cubicBezTo>
                  <a:cubicBezTo>
                    <a:pt x="54" y="20292"/>
                    <a:pt x="27" y="20318"/>
                    <a:pt x="0" y="20345"/>
                  </a:cubicBezTo>
                  <a:cubicBezTo>
                    <a:pt x="0" y="20425"/>
                    <a:pt x="27" y="20479"/>
                    <a:pt x="54" y="20506"/>
                  </a:cubicBezTo>
                  <a:cubicBezTo>
                    <a:pt x="1794" y="21496"/>
                    <a:pt x="2864" y="23289"/>
                    <a:pt x="2918" y="25297"/>
                  </a:cubicBezTo>
                  <a:cubicBezTo>
                    <a:pt x="2918" y="25350"/>
                    <a:pt x="2945" y="25404"/>
                    <a:pt x="2998" y="25404"/>
                  </a:cubicBezTo>
                  <a:cubicBezTo>
                    <a:pt x="4925" y="26394"/>
                    <a:pt x="6156" y="28348"/>
                    <a:pt x="6156" y="30516"/>
                  </a:cubicBezTo>
                  <a:cubicBezTo>
                    <a:pt x="6156" y="32684"/>
                    <a:pt x="4925" y="34665"/>
                    <a:pt x="2998" y="35628"/>
                  </a:cubicBezTo>
                  <a:cubicBezTo>
                    <a:pt x="2945" y="35655"/>
                    <a:pt x="2918" y="35709"/>
                    <a:pt x="2918" y="35762"/>
                  </a:cubicBezTo>
                  <a:cubicBezTo>
                    <a:pt x="3078" y="37823"/>
                    <a:pt x="1606" y="39643"/>
                    <a:pt x="81" y="40526"/>
                  </a:cubicBezTo>
                  <a:cubicBezTo>
                    <a:pt x="54" y="40553"/>
                    <a:pt x="27" y="40580"/>
                    <a:pt x="0" y="40633"/>
                  </a:cubicBezTo>
                  <a:cubicBezTo>
                    <a:pt x="0" y="40687"/>
                    <a:pt x="27" y="40741"/>
                    <a:pt x="54" y="40767"/>
                  </a:cubicBezTo>
                  <a:cubicBezTo>
                    <a:pt x="1794" y="41784"/>
                    <a:pt x="2918" y="43631"/>
                    <a:pt x="2918" y="45532"/>
                  </a:cubicBezTo>
                  <a:cubicBezTo>
                    <a:pt x="2918" y="45558"/>
                    <a:pt x="2918" y="45558"/>
                    <a:pt x="2918" y="45558"/>
                  </a:cubicBezTo>
                  <a:cubicBezTo>
                    <a:pt x="2918" y="45612"/>
                    <a:pt x="2945" y="45665"/>
                    <a:pt x="2998" y="45692"/>
                  </a:cubicBezTo>
                  <a:cubicBezTo>
                    <a:pt x="4925" y="46656"/>
                    <a:pt x="6156" y="48610"/>
                    <a:pt x="6156" y="50778"/>
                  </a:cubicBezTo>
                  <a:cubicBezTo>
                    <a:pt x="6156" y="52972"/>
                    <a:pt x="4925" y="54926"/>
                    <a:pt x="2998" y="55890"/>
                  </a:cubicBezTo>
                  <a:cubicBezTo>
                    <a:pt x="2945" y="55917"/>
                    <a:pt x="2918" y="55970"/>
                    <a:pt x="2918" y="55997"/>
                  </a:cubicBezTo>
                  <a:cubicBezTo>
                    <a:pt x="2864" y="58004"/>
                    <a:pt x="1820" y="59798"/>
                    <a:pt x="81" y="60815"/>
                  </a:cubicBezTo>
                  <a:cubicBezTo>
                    <a:pt x="54" y="60815"/>
                    <a:pt x="27" y="60841"/>
                    <a:pt x="0" y="60895"/>
                  </a:cubicBezTo>
                  <a:cubicBezTo>
                    <a:pt x="0" y="60949"/>
                    <a:pt x="27" y="61002"/>
                    <a:pt x="54" y="61029"/>
                  </a:cubicBezTo>
                  <a:cubicBezTo>
                    <a:pt x="1794" y="62046"/>
                    <a:pt x="2864" y="63839"/>
                    <a:pt x="2918" y="65847"/>
                  </a:cubicBezTo>
                  <a:cubicBezTo>
                    <a:pt x="2918" y="65873"/>
                    <a:pt x="2945" y="65927"/>
                    <a:pt x="2998" y="65954"/>
                  </a:cubicBezTo>
                  <a:cubicBezTo>
                    <a:pt x="4925" y="66917"/>
                    <a:pt x="6156" y="68871"/>
                    <a:pt x="6156" y="71066"/>
                  </a:cubicBezTo>
                  <a:cubicBezTo>
                    <a:pt x="6156" y="73234"/>
                    <a:pt x="4925" y="75188"/>
                    <a:pt x="2998" y="76151"/>
                  </a:cubicBezTo>
                  <a:cubicBezTo>
                    <a:pt x="2945" y="76178"/>
                    <a:pt x="2918" y="76232"/>
                    <a:pt x="2918" y="76285"/>
                  </a:cubicBezTo>
                  <a:cubicBezTo>
                    <a:pt x="2864" y="78266"/>
                    <a:pt x="1794" y="80059"/>
                    <a:pt x="81" y="81076"/>
                  </a:cubicBezTo>
                  <a:cubicBezTo>
                    <a:pt x="0" y="81103"/>
                    <a:pt x="0" y="81183"/>
                    <a:pt x="27" y="81237"/>
                  </a:cubicBezTo>
                  <a:cubicBezTo>
                    <a:pt x="44" y="81288"/>
                    <a:pt x="83" y="81306"/>
                    <a:pt x="122" y="81306"/>
                  </a:cubicBezTo>
                  <a:cubicBezTo>
                    <a:pt x="145" y="81306"/>
                    <a:pt x="168" y="81300"/>
                    <a:pt x="188" y="81290"/>
                  </a:cubicBezTo>
                  <a:cubicBezTo>
                    <a:pt x="1981" y="80247"/>
                    <a:pt x="3105" y="78400"/>
                    <a:pt x="3159" y="76366"/>
                  </a:cubicBezTo>
                  <a:cubicBezTo>
                    <a:pt x="5166" y="75322"/>
                    <a:pt x="6397" y="73288"/>
                    <a:pt x="6397" y="71066"/>
                  </a:cubicBezTo>
                  <a:cubicBezTo>
                    <a:pt x="6397" y="68818"/>
                    <a:pt x="5166" y="66783"/>
                    <a:pt x="3159" y="65766"/>
                  </a:cubicBezTo>
                  <a:cubicBezTo>
                    <a:pt x="3105" y="63759"/>
                    <a:pt x="2061" y="61992"/>
                    <a:pt x="375" y="60922"/>
                  </a:cubicBezTo>
                  <a:cubicBezTo>
                    <a:pt x="2061" y="59878"/>
                    <a:pt x="3105" y="58085"/>
                    <a:pt x="3159" y="56077"/>
                  </a:cubicBezTo>
                  <a:cubicBezTo>
                    <a:pt x="5166" y="55060"/>
                    <a:pt x="6397" y="53026"/>
                    <a:pt x="6397" y="50778"/>
                  </a:cubicBezTo>
                  <a:cubicBezTo>
                    <a:pt x="6397" y="48556"/>
                    <a:pt x="5166" y="46522"/>
                    <a:pt x="3159" y="45505"/>
                  </a:cubicBezTo>
                  <a:cubicBezTo>
                    <a:pt x="3159" y="43604"/>
                    <a:pt x="2061" y="41731"/>
                    <a:pt x="375" y="40660"/>
                  </a:cubicBezTo>
                  <a:cubicBezTo>
                    <a:pt x="1901" y="39697"/>
                    <a:pt x="3292" y="37877"/>
                    <a:pt x="3185" y="35816"/>
                  </a:cubicBezTo>
                  <a:cubicBezTo>
                    <a:pt x="5166" y="34799"/>
                    <a:pt x="6397" y="32764"/>
                    <a:pt x="6397" y="30516"/>
                  </a:cubicBezTo>
                  <a:cubicBezTo>
                    <a:pt x="6397" y="28268"/>
                    <a:pt x="5166" y="26260"/>
                    <a:pt x="3159" y="25216"/>
                  </a:cubicBezTo>
                  <a:cubicBezTo>
                    <a:pt x="3078" y="23236"/>
                    <a:pt x="2035" y="21442"/>
                    <a:pt x="375" y="20399"/>
                  </a:cubicBezTo>
                  <a:cubicBezTo>
                    <a:pt x="2061" y="19328"/>
                    <a:pt x="3159" y="17454"/>
                    <a:pt x="3159" y="15608"/>
                  </a:cubicBezTo>
                  <a:cubicBezTo>
                    <a:pt x="3159" y="15581"/>
                    <a:pt x="3159" y="15581"/>
                    <a:pt x="3159" y="15554"/>
                  </a:cubicBezTo>
                  <a:cubicBezTo>
                    <a:pt x="5166" y="14510"/>
                    <a:pt x="6397" y="12503"/>
                    <a:pt x="6397" y="10254"/>
                  </a:cubicBezTo>
                  <a:cubicBezTo>
                    <a:pt x="6397" y="8006"/>
                    <a:pt x="5166" y="5999"/>
                    <a:pt x="3159" y="4955"/>
                  </a:cubicBezTo>
                  <a:cubicBezTo>
                    <a:pt x="3159" y="3028"/>
                    <a:pt x="1981" y="1047"/>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 name="Google Shape;1511;p188"/>
            <p:cNvSpPr/>
            <p:nvPr/>
          </p:nvSpPr>
          <p:spPr>
            <a:xfrm>
              <a:off x="685775" y="2593575"/>
              <a:ext cx="159950" cy="2032875"/>
            </a:xfrm>
            <a:custGeom>
              <a:rect b="b" l="l" r="r" t="t"/>
              <a:pathLst>
                <a:path extrusionOk="0" h="81315" w="6398">
                  <a:moveTo>
                    <a:pt x="140" y="1"/>
                  </a:moveTo>
                  <a:cubicBezTo>
                    <a:pt x="95" y="1"/>
                    <a:pt x="47" y="26"/>
                    <a:pt x="27" y="65"/>
                  </a:cubicBezTo>
                  <a:cubicBezTo>
                    <a:pt x="27"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98" y="17329"/>
                    <a:pt x="1847" y="19256"/>
                    <a:pt x="81" y="20273"/>
                  </a:cubicBezTo>
                  <a:cubicBezTo>
                    <a:pt x="54" y="20300"/>
                    <a:pt x="27" y="20326"/>
                    <a:pt x="27"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27" y="40615"/>
                  </a:cubicBezTo>
                  <a:cubicBezTo>
                    <a:pt x="0" y="40668"/>
                    <a:pt x="27" y="40749"/>
                    <a:pt x="81" y="40775"/>
                  </a:cubicBezTo>
                  <a:cubicBezTo>
                    <a:pt x="1820" y="41766"/>
                    <a:pt x="2918" y="43639"/>
                    <a:pt x="2918" y="45540"/>
                  </a:cubicBezTo>
                  <a:lnTo>
                    <a:pt x="2918" y="45566"/>
                  </a:ln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91" y="58012"/>
                    <a:pt x="1820" y="59806"/>
                    <a:pt x="81" y="60796"/>
                  </a:cubicBezTo>
                  <a:cubicBezTo>
                    <a:pt x="54" y="60823"/>
                    <a:pt x="27" y="60850"/>
                    <a:pt x="27" y="60903"/>
                  </a:cubicBezTo>
                  <a:cubicBezTo>
                    <a:pt x="0" y="60957"/>
                    <a:pt x="27" y="61010"/>
                    <a:pt x="81" y="61037"/>
                  </a:cubicBezTo>
                  <a:cubicBezTo>
                    <a:pt x="1820" y="62054"/>
                    <a:pt x="2891"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91" y="78274"/>
                    <a:pt x="1820" y="80067"/>
                    <a:pt x="81" y="81084"/>
                  </a:cubicBezTo>
                  <a:cubicBezTo>
                    <a:pt x="27" y="81111"/>
                    <a:pt x="0" y="81191"/>
                    <a:pt x="27" y="81245"/>
                  </a:cubicBezTo>
                  <a:cubicBezTo>
                    <a:pt x="61" y="81296"/>
                    <a:pt x="95" y="81315"/>
                    <a:pt x="136" y="81315"/>
                  </a:cubicBezTo>
                  <a:cubicBezTo>
                    <a:pt x="159" y="81315"/>
                    <a:pt x="185" y="81308"/>
                    <a:pt x="214" y="81299"/>
                  </a:cubicBezTo>
                  <a:cubicBezTo>
                    <a:pt x="2008"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88"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88" y="19336"/>
                    <a:pt x="3185" y="17436"/>
                    <a:pt x="3185" y="15616"/>
                  </a:cubicBezTo>
                  <a:cubicBezTo>
                    <a:pt x="3185" y="15589"/>
                    <a:pt x="3185" y="15589"/>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 name="Google Shape;1512;p188"/>
            <p:cNvSpPr/>
            <p:nvPr/>
          </p:nvSpPr>
          <p:spPr>
            <a:xfrm>
              <a:off x="531875" y="2845375"/>
              <a:ext cx="160600" cy="2032675"/>
            </a:xfrm>
            <a:custGeom>
              <a:rect b="b" l="l" r="r" t="t"/>
              <a:pathLst>
                <a:path extrusionOk="0" h="81307" w="6424">
                  <a:moveTo>
                    <a:pt x="144" y="1"/>
                  </a:moveTo>
                  <a:cubicBezTo>
                    <a:pt x="103" y="1"/>
                    <a:pt x="60" y="24"/>
                    <a:pt x="27" y="57"/>
                  </a:cubicBezTo>
                  <a:cubicBezTo>
                    <a:pt x="27" y="84"/>
                    <a:pt x="27" y="110"/>
                    <a:pt x="27" y="137"/>
                  </a:cubicBezTo>
                  <a:cubicBezTo>
                    <a:pt x="27" y="164"/>
                    <a:pt x="54" y="217"/>
                    <a:pt x="80" y="244"/>
                  </a:cubicBezTo>
                  <a:cubicBezTo>
                    <a:pt x="1820" y="1234"/>
                    <a:pt x="2971" y="3162"/>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47"/>
                    <a:pt x="2944" y="15474"/>
                  </a:cubicBezTo>
                  <a:cubicBezTo>
                    <a:pt x="2998" y="17321"/>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71" y="35655"/>
                    <a:pt x="2944"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lnTo>
                    <a:pt x="2944" y="45558"/>
                  </a:ln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54" y="81237"/>
                  </a:cubicBezTo>
                  <a:cubicBezTo>
                    <a:pt x="71" y="81288"/>
                    <a:pt x="109" y="81306"/>
                    <a:pt x="149" y="81306"/>
                  </a:cubicBezTo>
                  <a:cubicBezTo>
                    <a:pt x="171" y="81306"/>
                    <a:pt x="195" y="81300"/>
                    <a:pt x="214" y="81290"/>
                  </a:cubicBezTo>
                  <a:cubicBezTo>
                    <a:pt x="2008" y="80247"/>
                    <a:pt x="3105" y="78400"/>
                    <a:pt x="3185" y="76366"/>
                  </a:cubicBezTo>
                  <a:cubicBezTo>
                    <a:pt x="5193" y="75322"/>
                    <a:pt x="6424" y="73288"/>
                    <a:pt x="6424" y="71066"/>
                  </a:cubicBezTo>
                  <a:cubicBezTo>
                    <a:pt x="6424" y="68818"/>
                    <a:pt x="5193" y="66783"/>
                    <a:pt x="3185" y="65766"/>
                  </a:cubicBezTo>
                  <a:cubicBezTo>
                    <a:pt x="3105" y="63759"/>
                    <a:pt x="2088" y="61992"/>
                    <a:pt x="402" y="60922"/>
                  </a:cubicBezTo>
                  <a:cubicBezTo>
                    <a:pt x="2088" y="59878"/>
                    <a:pt x="3105" y="58085"/>
                    <a:pt x="3185" y="56077"/>
                  </a:cubicBezTo>
                  <a:cubicBezTo>
                    <a:pt x="5193" y="55060"/>
                    <a:pt x="6424" y="53026"/>
                    <a:pt x="6424" y="50778"/>
                  </a:cubicBezTo>
                  <a:cubicBezTo>
                    <a:pt x="6424" y="48556"/>
                    <a:pt x="5193" y="46522"/>
                    <a:pt x="3185" y="45505"/>
                  </a:cubicBezTo>
                  <a:cubicBezTo>
                    <a:pt x="3185" y="43604"/>
                    <a:pt x="2088" y="41731"/>
                    <a:pt x="402" y="40660"/>
                  </a:cubicBezTo>
                  <a:cubicBezTo>
                    <a:pt x="1900" y="39697"/>
                    <a:pt x="3319" y="37877"/>
                    <a:pt x="3185" y="35816"/>
                  </a:cubicBezTo>
                  <a:cubicBezTo>
                    <a:pt x="5193" y="34799"/>
                    <a:pt x="6424" y="32764"/>
                    <a:pt x="6424" y="30516"/>
                  </a:cubicBezTo>
                  <a:cubicBezTo>
                    <a:pt x="6424" y="28268"/>
                    <a:pt x="5193" y="26260"/>
                    <a:pt x="3185" y="25216"/>
                  </a:cubicBezTo>
                  <a:cubicBezTo>
                    <a:pt x="3105" y="23236"/>
                    <a:pt x="2061" y="21442"/>
                    <a:pt x="402"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94" y="10"/>
                    <a:pt x="169"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 name="Google Shape;1513;p188"/>
            <p:cNvSpPr/>
            <p:nvPr/>
          </p:nvSpPr>
          <p:spPr>
            <a:xfrm>
              <a:off x="378625" y="2593575"/>
              <a:ext cx="159950" cy="2032875"/>
            </a:xfrm>
            <a:custGeom>
              <a:rect b="b" l="l" r="r" t="t"/>
              <a:pathLst>
                <a:path extrusionOk="0" h="81315" w="6398">
                  <a:moveTo>
                    <a:pt x="141" y="1"/>
                  </a:moveTo>
                  <a:cubicBezTo>
                    <a:pt x="95" y="1"/>
                    <a:pt x="47" y="26"/>
                    <a:pt x="28" y="65"/>
                  </a:cubicBezTo>
                  <a:cubicBezTo>
                    <a:pt x="1" y="92"/>
                    <a:pt x="1" y="118"/>
                    <a:pt x="1" y="118"/>
                  </a:cubicBezTo>
                  <a:cubicBezTo>
                    <a:pt x="1" y="172"/>
                    <a:pt x="28" y="225"/>
                    <a:pt x="54" y="225"/>
                  </a:cubicBezTo>
                  <a:cubicBezTo>
                    <a:pt x="1794" y="1243"/>
                    <a:pt x="2918" y="3116"/>
                    <a:pt x="2918" y="4963"/>
                  </a:cubicBezTo>
                  <a:cubicBezTo>
                    <a:pt x="2918" y="4990"/>
                    <a:pt x="2918" y="5017"/>
                    <a:pt x="2918" y="5043"/>
                  </a:cubicBezTo>
                  <a:cubicBezTo>
                    <a:pt x="2918" y="5070"/>
                    <a:pt x="2945" y="5124"/>
                    <a:pt x="2999" y="5150"/>
                  </a:cubicBezTo>
                  <a:cubicBezTo>
                    <a:pt x="4952" y="6141"/>
                    <a:pt x="6157" y="8095"/>
                    <a:pt x="6157" y="10263"/>
                  </a:cubicBezTo>
                  <a:cubicBezTo>
                    <a:pt x="6157" y="12431"/>
                    <a:pt x="4952" y="14384"/>
                    <a:pt x="2999" y="15375"/>
                  </a:cubicBezTo>
                  <a:cubicBezTo>
                    <a:pt x="2945" y="15402"/>
                    <a:pt x="2918" y="15428"/>
                    <a:pt x="2918" y="15482"/>
                  </a:cubicBezTo>
                  <a:cubicBezTo>
                    <a:pt x="2972" y="17329"/>
                    <a:pt x="1848" y="19256"/>
                    <a:pt x="81" y="20273"/>
                  </a:cubicBezTo>
                  <a:cubicBezTo>
                    <a:pt x="54" y="20300"/>
                    <a:pt x="28" y="20326"/>
                    <a:pt x="1" y="20353"/>
                  </a:cubicBezTo>
                  <a:cubicBezTo>
                    <a:pt x="1" y="20407"/>
                    <a:pt x="28" y="20487"/>
                    <a:pt x="54" y="20514"/>
                  </a:cubicBezTo>
                  <a:cubicBezTo>
                    <a:pt x="1794" y="21504"/>
                    <a:pt x="2865" y="23297"/>
                    <a:pt x="2918" y="25305"/>
                  </a:cubicBezTo>
                  <a:cubicBezTo>
                    <a:pt x="2918" y="25358"/>
                    <a:pt x="2945" y="25412"/>
                    <a:pt x="2999" y="25412"/>
                  </a:cubicBezTo>
                  <a:cubicBezTo>
                    <a:pt x="4952" y="26402"/>
                    <a:pt x="6157" y="28356"/>
                    <a:pt x="6157" y="30524"/>
                  </a:cubicBezTo>
                  <a:cubicBezTo>
                    <a:pt x="6157" y="32692"/>
                    <a:pt x="4952" y="34646"/>
                    <a:pt x="2999" y="35636"/>
                  </a:cubicBezTo>
                  <a:cubicBezTo>
                    <a:pt x="2945" y="35663"/>
                    <a:pt x="2918" y="35717"/>
                    <a:pt x="2918" y="35770"/>
                  </a:cubicBezTo>
                  <a:cubicBezTo>
                    <a:pt x="3079" y="37831"/>
                    <a:pt x="1607" y="39651"/>
                    <a:pt x="81" y="40535"/>
                  </a:cubicBezTo>
                  <a:cubicBezTo>
                    <a:pt x="54" y="40561"/>
                    <a:pt x="28" y="40588"/>
                    <a:pt x="1" y="40615"/>
                  </a:cubicBezTo>
                  <a:cubicBezTo>
                    <a:pt x="1" y="40668"/>
                    <a:pt x="28" y="40749"/>
                    <a:pt x="54" y="40775"/>
                  </a:cubicBezTo>
                  <a:cubicBezTo>
                    <a:pt x="1794" y="41766"/>
                    <a:pt x="2918" y="43639"/>
                    <a:pt x="2918" y="45540"/>
                  </a:cubicBezTo>
                  <a:cubicBezTo>
                    <a:pt x="2918" y="45540"/>
                    <a:pt x="2918" y="45566"/>
                    <a:pt x="2918" y="45566"/>
                  </a:cubicBezTo>
                  <a:cubicBezTo>
                    <a:pt x="2918" y="45620"/>
                    <a:pt x="2945" y="45674"/>
                    <a:pt x="2999" y="45674"/>
                  </a:cubicBezTo>
                  <a:cubicBezTo>
                    <a:pt x="4952" y="46664"/>
                    <a:pt x="6157" y="48618"/>
                    <a:pt x="6157" y="50786"/>
                  </a:cubicBezTo>
                  <a:cubicBezTo>
                    <a:pt x="6157" y="52954"/>
                    <a:pt x="4952" y="54934"/>
                    <a:pt x="2999" y="55898"/>
                  </a:cubicBezTo>
                  <a:cubicBezTo>
                    <a:pt x="2945" y="55925"/>
                    <a:pt x="2918" y="55952"/>
                    <a:pt x="2918" y="56005"/>
                  </a:cubicBezTo>
                  <a:cubicBezTo>
                    <a:pt x="2865" y="58012"/>
                    <a:pt x="1821" y="59806"/>
                    <a:pt x="81" y="60796"/>
                  </a:cubicBezTo>
                  <a:cubicBezTo>
                    <a:pt x="54" y="60823"/>
                    <a:pt x="28" y="60850"/>
                    <a:pt x="1" y="60903"/>
                  </a:cubicBezTo>
                  <a:cubicBezTo>
                    <a:pt x="1" y="60957"/>
                    <a:pt x="28" y="61010"/>
                    <a:pt x="54" y="61037"/>
                  </a:cubicBezTo>
                  <a:cubicBezTo>
                    <a:pt x="1794" y="62054"/>
                    <a:pt x="2865" y="63847"/>
                    <a:pt x="2918" y="65828"/>
                  </a:cubicBezTo>
                  <a:cubicBezTo>
                    <a:pt x="2918" y="65882"/>
                    <a:pt x="2945" y="65935"/>
                    <a:pt x="2999" y="65962"/>
                  </a:cubicBezTo>
                  <a:cubicBezTo>
                    <a:pt x="4952" y="66925"/>
                    <a:pt x="6157" y="68879"/>
                    <a:pt x="6157" y="71047"/>
                  </a:cubicBezTo>
                  <a:cubicBezTo>
                    <a:pt x="6157" y="73242"/>
                    <a:pt x="4952" y="75196"/>
                    <a:pt x="2999" y="76160"/>
                  </a:cubicBezTo>
                  <a:cubicBezTo>
                    <a:pt x="2945" y="76186"/>
                    <a:pt x="2918" y="76240"/>
                    <a:pt x="2918" y="76267"/>
                  </a:cubicBezTo>
                  <a:cubicBezTo>
                    <a:pt x="2865" y="78274"/>
                    <a:pt x="1821" y="80067"/>
                    <a:pt x="81" y="81084"/>
                  </a:cubicBezTo>
                  <a:cubicBezTo>
                    <a:pt x="1" y="81111"/>
                    <a:pt x="1" y="81191"/>
                    <a:pt x="28" y="81245"/>
                  </a:cubicBezTo>
                  <a:cubicBezTo>
                    <a:pt x="45" y="81296"/>
                    <a:pt x="83" y="81315"/>
                    <a:pt x="123" y="81315"/>
                  </a:cubicBezTo>
                  <a:cubicBezTo>
                    <a:pt x="145" y="81315"/>
                    <a:pt x="169" y="81308"/>
                    <a:pt x="188" y="81299"/>
                  </a:cubicBezTo>
                  <a:cubicBezTo>
                    <a:pt x="1981" y="80255"/>
                    <a:pt x="3106" y="78408"/>
                    <a:pt x="3159" y="76347"/>
                  </a:cubicBezTo>
                  <a:cubicBezTo>
                    <a:pt x="5167" y="75330"/>
                    <a:pt x="6398" y="73296"/>
                    <a:pt x="6398" y="71047"/>
                  </a:cubicBezTo>
                  <a:cubicBezTo>
                    <a:pt x="6398" y="68826"/>
                    <a:pt x="5167" y="66792"/>
                    <a:pt x="3159" y="65748"/>
                  </a:cubicBezTo>
                  <a:cubicBezTo>
                    <a:pt x="3106" y="63767"/>
                    <a:pt x="2062" y="61974"/>
                    <a:pt x="376" y="60930"/>
                  </a:cubicBezTo>
                  <a:cubicBezTo>
                    <a:pt x="2062" y="59859"/>
                    <a:pt x="3106" y="58093"/>
                    <a:pt x="3159" y="56085"/>
                  </a:cubicBezTo>
                  <a:cubicBezTo>
                    <a:pt x="5167" y="55068"/>
                    <a:pt x="6398" y="53034"/>
                    <a:pt x="6398" y="50786"/>
                  </a:cubicBezTo>
                  <a:cubicBezTo>
                    <a:pt x="6398" y="48537"/>
                    <a:pt x="5167" y="46530"/>
                    <a:pt x="3159" y="45486"/>
                  </a:cubicBezTo>
                  <a:cubicBezTo>
                    <a:pt x="3159" y="43586"/>
                    <a:pt x="2062" y="41739"/>
                    <a:pt x="376" y="40668"/>
                  </a:cubicBezTo>
                  <a:cubicBezTo>
                    <a:pt x="1901" y="39705"/>
                    <a:pt x="3293" y="37885"/>
                    <a:pt x="3186" y="35824"/>
                  </a:cubicBezTo>
                  <a:cubicBezTo>
                    <a:pt x="5167" y="34780"/>
                    <a:pt x="6398" y="32772"/>
                    <a:pt x="6398" y="30524"/>
                  </a:cubicBezTo>
                  <a:cubicBezTo>
                    <a:pt x="6398" y="28276"/>
                    <a:pt x="5167" y="26268"/>
                    <a:pt x="3159" y="25225"/>
                  </a:cubicBezTo>
                  <a:cubicBezTo>
                    <a:pt x="3079" y="23244"/>
                    <a:pt x="2035" y="21451"/>
                    <a:pt x="376" y="20407"/>
                  </a:cubicBezTo>
                  <a:cubicBezTo>
                    <a:pt x="2062" y="19336"/>
                    <a:pt x="3186" y="17436"/>
                    <a:pt x="3186" y="15616"/>
                  </a:cubicBezTo>
                  <a:cubicBezTo>
                    <a:pt x="3186" y="15589"/>
                    <a:pt x="3186" y="15589"/>
                    <a:pt x="3186" y="15562"/>
                  </a:cubicBezTo>
                  <a:cubicBezTo>
                    <a:pt x="5167" y="14518"/>
                    <a:pt x="6398" y="12511"/>
                    <a:pt x="6398" y="10263"/>
                  </a:cubicBezTo>
                  <a:cubicBezTo>
                    <a:pt x="6398" y="8014"/>
                    <a:pt x="5167" y="6007"/>
                    <a:pt x="3186" y="4963"/>
                  </a:cubicBezTo>
                  <a:cubicBezTo>
                    <a:pt x="3186" y="3036"/>
                    <a:pt x="1981" y="1055"/>
                    <a:pt x="188" y="11"/>
                  </a:cubicBezTo>
                  <a:cubicBezTo>
                    <a:pt x="174" y="4"/>
                    <a:pt x="158" y="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 name="Google Shape;1514;p188"/>
            <p:cNvSpPr/>
            <p:nvPr/>
          </p:nvSpPr>
          <p:spPr>
            <a:xfrm>
              <a:off x="224725" y="2845375"/>
              <a:ext cx="159950" cy="2032675"/>
            </a:xfrm>
            <a:custGeom>
              <a:rect b="b" l="l" r="r" t="t"/>
              <a:pathLst>
                <a:path extrusionOk="0" h="81307" w="6398">
                  <a:moveTo>
                    <a:pt x="126" y="1"/>
                  </a:moveTo>
                  <a:cubicBezTo>
                    <a:pt x="81" y="1"/>
                    <a:pt x="44" y="24"/>
                    <a:pt x="27" y="57"/>
                  </a:cubicBezTo>
                  <a:cubicBezTo>
                    <a:pt x="27" y="84"/>
                    <a:pt x="1" y="110"/>
                    <a:pt x="1" y="137"/>
                  </a:cubicBezTo>
                  <a:cubicBezTo>
                    <a:pt x="1" y="164"/>
                    <a:pt x="27" y="217"/>
                    <a:pt x="81" y="244"/>
                  </a:cubicBezTo>
                  <a:cubicBezTo>
                    <a:pt x="1821" y="1234"/>
                    <a:pt x="2972" y="3162"/>
                    <a:pt x="2918" y="5035"/>
                  </a:cubicBezTo>
                  <a:cubicBezTo>
                    <a:pt x="2945" y="5089"/>
                    <a:pt x="2945" y="5142"/>
                    <a:pt x="2998" y="5142"/>
                  </a:cubicBezTo>
                  <a:cubicBezTo>
                    <a:pt x="4952" y="6133"/>
                    <a:pt x="6157" y="8086"/>
                    <a:pt x="6157" y="10254"/>
                  </a:cubicBezTo>
                  <a:cubicBezTo>
                    <a:pt x="6157" y="12422"/>
                    <a:pt x="4952" y="14376"/>
                    <a:pt x="2998" y="15367"/>
                  </a:cubicBezTo>
                  <a:cubicBezTo>
                    <a:pt x="2945" y="15393"/>
                    <a:pt x="2918" y="15447"/>
                    <a:pt x="2918" y="15474"/>
                  </a:cubicBezTo>
                  <a:cubicBezTo>
                    <a:pt x="2972" y="17321"/>
                    <a:pt x="1848" y="19248"/>
                    <a:pt x="108" y="20265"/>
                  </a:cubicBezTo>
                  <a:cubicBezTo>
                    <a:pt x="54" y="20292"/>
                    <a:pt x="27" y="20318"/>
                    <a:pt x="27" y="20345"/>
                  </a:cubicBezTo>
                  <a:cubicBezTo>
                    <a:pt x="1" y="20425"/>
                    <a:pt x="27" y="20479"/>
                    <a:pt x="81" y="20506"/>
                  </a:cubicBezTo>
                  <a:cubicBezTo>
                    <a:pt x="1794" y="21496"/>
                    <a:pt x="2865" y="23289"/>
                    <a:pt x="2918" y="25297"/>
                  </a:cubicBezTo>
                  <a:cubicBezTo>
                    <a:pt x="2945" y="25350"/>
                    <a:pt x="2972"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106" y="37823"/>
                    <a:pt x="1633" y="39643"/>
                    <a:pt x="108" y="40526"/>
                  </a:cubicBezTo>
                  <a:cubicBezTo>
                    <a:pt x="54" y="40553"/>
                    <a:pt x="27" y="40580"/>
                    <a:pt x="27" y="40633"/>
                  </a:cubicBezTo>
                  <a:cubicBezTo>
                    <a:pt x="1" y="40687"/>
                    <a:pt x="27" y="40741"/>
                    <a:pt x="81" y="40767"/>
                  </a:cubicBezTo>
                  <a:cubicBezTo>
                    <a:pt x="1821" y="41784"/>
                    <a:pt x="2918" y="43631"/>
                    <a:pt x="2918" y="45532"/>
                  </a:cubicBezTo>
                  <a:cubicBezTo>
                    <a:pt x="2918" y="45558"/>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108" y="60815"/>
                  </a:cubicBezTo>
                  <a:cubicBezTo>
                    <a:pt x="54" y="60815"/>
                    <a:pt x="27" y="60841"/>
                    <a:pt x="27" y="60895"/>
                  </a:cubicBezTo>
                  <a:cubicBezTo>
                    <a:pt x="1" y="60949"/>
                    <a:pt x="27"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7" y="81103"/>
                    <a:pt x="1" y="81183"/>
                    <a:pt x="27" y="81237"/>
                  </a:cubicBezTo>
                  <a:cubicBezTo>
                    <a:pt x="61" y="81288"/>
                    <a:pt x="95" y="81306"/>
                    <a:pt x="136" y="81306"/>
                  </a:cubicBezTo>
                  <a:cubicBezTo>
                    <a:pt x="160" y="81306"/>
                    <a:pt x="185" y="81300"/>
                    <a:pt x="215" y="81290"/>
                  </a:cubicBezTo>
                  <a:cubicBezTo>
                    <a:pt x="2008" y="80247"/>
                    <a:pt x="3106" y="78400"/>
                    <a:pt x="3186" y="76366"/>
                  </a:cubicBezTo>
                  <a:cubicBezTo>
                    <a:pt x="5166" y="75322"/>
                    <a:pt x="6398" y="73288"/>
                    <a:pt x="6398" y="71066"/>
                  </a:cubicBezTo>
                  <a:cubicBezTo>
                    <a:pt x="6398" y="68818"/>
                    <a:pt x="5166" y="66783"/>
                    <a:pt x="3186" y="65766"/>
                  </a:cubicBezTo>
                  <a:cubicBezTo>
                    <a:pt x="3106" y="63759"/>
                    <a:pt x="2062" y="61992"/>
                    <a:pt x="375" y="60922"/>
                  </a:cubicBezTo>
                  <a:cubicBezTo>
                    <a:pt x="2062" y="59878"/>
                    <a:pt x="3106" y="58085"/>
                    <a:pt x="3186" y="56077"/>
                  </a:cubicBezTo>
                  <a:cubicBezTo>
                    <a:pt x="5166" y="55060"/>
                    <a:pt x="6398" y="53026"/>
                    <a:pt x="6398" y="50778"/>
                  </a:cubicBezTo>
                  <a:cubicBezTo>
                    <a:pt x="6398" y="48556"/>
                    <a:pt x="5166" y="46522"/>
                    <a:pt x="3186" y="45505"/>
                  </a:cubicBezTo>
                  <a:cubicBezTo>
                    <a:pt x="3159" y="43604"/>
                    <a:pt x="2088" y="41731"/>
                    <a:pt x="375" y="40660"/>
                  </a:cubicBezTo>
                  <a:cubicBezTo>
                    <a:pt x="1901" y="39697"/>
                    <a:pt x="3293" y="37877"/>
                    <a:pt x="3186" y="35816"/>
                  </a:cubicBezTo>
                  <a:cubicBezTo>
                    <a:pt x="5166" y="34799"/>
                    <a:pt x="6398" y="32764"/>
                    <a:pt x="6398" y="30516"/>
                  </a:cubicBezTo>
                  <a:cubicBezTo>
                    <a:pt x="6398" y="28268"/>
                    <a:pt x="5166" y="26260"/>
                    <a:pt x="3186" y="25216"/>
                  </a:cubicBezTo>
                  <a:cubicBezTo>
                    <a:pt x="3079" y="23236"/>
                    <a:pt x="2062" y="21442"/>
                    <a:pt x="375" y="20399"/>
                  </a:cubicBezTo>
                  <a:cubicBezTo>
                    <a:pt x="2088" y="19328"/>
                    <a:pt x="3186" y="17454"/>
                    <a:pt x="3186" y="15608"/>
                  </a:cubicBezTo>
                  <a:cubicBezTo>
                    <a:pt x="3186" y="15581"/>
                    <a:pt x="3186" y="15581"/>
                    <a:pt x="3186" y="15554"/>
                  </a:cubicBezTo>
                  <a:cubicBezTo>
                    <a:pt x="5166" y="14510"/>
                    <a:pt x="6398" y="12503"/>
                    <a:pt x="6398" y="10254"/>
                  </a:cubicBezTo>
                  <a:cubicBezTo>
                    <a:pt x="6398" y="8006"/>
                    <a:pt x="5166" y="5999"/>
                    <a:pt x="3186" y="4955"/>
                  </a:cubicBezTo>
                  <a:cubicBezTo>
                    <a:pt x="3186" y="3028"/>
                    <a:pt x="1981" y="1047"/>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15" name="Google Shape;1515;p188"/>
          <p:cNvSpPr/>
          <p:nvPr/>
        </p:nvSpPr>
        <p:spPr>
          <a:xfrm rot="-7977677">
            <a:off x="1649745" y="498156"/>
            <a:ext cx="1601627" cy="1536805"/>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 name="Google Shape;1516;p188"/>
          <p:cNvSpPr/>
          <p:nvPr/>
        </p:nvSpPr>
        <p:spPr>
          <a:xfrm>
            <a:off x="7092213" y="3598577"/>
            <a:ext cx="1434654" cy="1265482"/>
          </a:xfrm>
          <a:custGeom>
            <a:rect b="b" l="l" r="r" t="t"/>
            <a:pathLst>
              <a:path extrusionOk="0" h="12066" w="13679">
                <a:moveTo>
                  <a:pt x="7541" y="1"/>
                </a:moveTo>
                <a:cubicBezTo>
                  <a:pt x="7109" y="1"/>
                  <a:pt x="6648" y="24"/>
                  <a:pt x="6157" y="68"/>
                </a:cubicBezTo>
                <a:cubicBezTo>
                  <a:pt x="1981" y="443"/>
                  <a:pt x="28" y="3173"/>
                  <a:pt x="1" y="6385"/>
                </a:cubicBezTo>
                <a:cubicBezTo>
                  <a:pt x="598" y="10109"/>
                  <a:pt x="2003" y="12066"/>
                  <a:pt x="5300" y="12066"/>
                </a:cubicBezTo>
                <a:cubicBezTo>
                  <a:pt x="5700" y="12066"/>
                  <a:pt x="6128" y="12037"/>
                  <a:pt x="6585" y="11979"/>
                </a:cubicBezTo>
                <a:cubicBezTo>
                  <a:pt x="10680" y="11470"/>
                  <a:pt x="13678" y="9516"/>
                  <a:pt x="12822" y="4297"/>
                </a:cubicBezTo>
                <a:cubicBezTo>
                  <a:pt x="12326" y="1256"/>
                  <a:pt x="10731" y="1"/>
                  <a:pt x="75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7">
    <p:spTree>
      <p:nvGrpSpPr>
        <p:cNvPr id="1517" name="Shape 1517"/>
        <p:cNvGrpSpPr/>
        <p:nvPr/>
      </p:nvGrpSpPr>
      <p:grpSpPr>
        <a:xfrm>
          <a:off x="0" y="0"/>
          <a:ext cx="0" cy="0"/>
          <a:chOff x="0" y="0"/>
          <a:chExt cx="0" cy="0"/>
        </a:xfrm>
      </p:grpSpPr>
      <p:sp>
        <p:nvSpPr>
          <p:cNvPr id="1518" name="Google Shape;1518;p189"/>
          <p:cNvSpPr/>
          <p:nvPr/>
        </p:nvSpPr>
        <p:spPr>
          <a:xfrm rot="-1408952">
            <a:off x="7039333" y="962822"/>
            <a:ext cx="3561578" cy="4437854"/>
          </a:xfrm>
          <a:custGeom>
            <a:rect b="b" l="l" r="r" t="t"/>
            <a:pathLst>
              <a:path extrusionOk="0" h="21250" w="15146">
                <a:moveTo>
                  <a:pt x="2903" y="12143"/>
                </a:moveTo>
                <a:cubicBezTo>
                  <a:pt x="1936" y="10308"/>
                  <a:pt x="234" y="9174"/>
                  <a:pt x="201" y="6972"/>
                </a:cubicBezTo>
                <a:cubicBezTo>
                  <a:pt x="1" y="1"/>
                  <a:pt x="7773" y="1769"/>
                  <a:pt x="11209" y="4637"/>
                </a:cubicBezTo>
                <a:cubicBezTo>
                  <a:pt x="13877" y="6839"/>
                  <a:pt x="15145" y="10208"/>
                  <a:pt x="14178" y="13544"/>
                </a:cubicBezTo>
                <a:cubicBezTo>
                  <a:pt x="13310" y="16379"/>
                  <a:pt x="10141" y="21249"/>
                  <a:pt x="6472" y="20349"/>
                </a:cubicBezTo>
                <a:cubicBezTo>
                  <a:pt x="3203" y="19581"/>
                  <a:pt x="4070" y="14811"/>
                  <a:pt x="3070" y="12476"/>
                </a:cubicBezTo>
                <a:cubicBezTo>
                  <a:pt x="3036" y="12343"/>
                  <a:pt x="2970" y="12243"/>
                  <a:pt x="2903" y="12143"/>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 name="Google Shape;1519;p189"/>
          <p:cNvSpPr/>
          <p:nvPr/>
        </p:nvSpPr>
        <p:spPr>
          <a:xfrm flipH="1" rot="5400000">
            <a:off x="-1331519" y="-591459"/>
            <a:ext cx="5570538" cy="3629454"/>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 name="Google Shape;1520;p189"/>
          <p:cNvSpPr/>
          <p:nvPr/>
        </p:nvSpPr>
        <p:spPr>
          <a:xfrm rot="-7977677">
            <a:off x="1465320" y="3454594"/>
            <a:ext cx="1601627" cy="1536805"/>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21" name="Google Shape;1521;p189"/>
          <p:cNvGrpSpPr/>
          <p:nvPr/>
        </p:nvGrpSpPr>
        <p:grpSpPr>
          <a:xfrm>
            <a:off x="5084307" y="-1054185"/>
            <a:ext cx="2304462" cy="2293869"/>
            <a:chOff x="2414491" y="671177"/>
            <a:chExt cx="1830972" cy="1822411"/>
          </a:xfrm>
        </p:grpSpPr>
        <p:sp>
          <p:nvSpPr>
            <p:cNvPr id="1522" name="Google Shape;1522;p189"/>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 name="Google Shape;1523;p189"/>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 name="Google Shape;1524;p189"/>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 name="Google Shape;1525;p189"/>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 name="Google Shape;1526;p189"/>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 name="Google Shape;1527;p189"/>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 name="Google Shape;1528;p189"/>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 name="Google Shape;1529;p189"/>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 name="Google Shape;1530;p189"/>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 name="Google Shape;1531;p189"/>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 name="Google Shape;1532;p189"/>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 name="Google Shape;1533;p189"/>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 name="Google Shape;1534;p189"/>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 name="Google Shape;1535;p189"/>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 name="Google Shape;1536;p189"/>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 name="Google Shape;1537;p189"/>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 name="Google Shape;1538;p189"/>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 name="Google Shape;1539;p189"/>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 name="Google Shape;1540;p189"/>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 name="Google Shape;1541;p189"/>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 name="Google Shape;1542;p189"/>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 name="Google Shape;1543;p189"/>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 name="Google Shape;1544;p189"/>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 name="Google Shape;1545;p189"/>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 name="Google Shape;1546;p189"/>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 name="Google Shape;1547;p189"/>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 name="Google Shape;1548;p189"/>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 name="Google Shape;1549;p189"/>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 name="Google Shape;1550;p189"/>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 name="Google Shape;1551;p189"/>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 name="Google Shape;1552;p189"/>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 name="Google Shape;1553;p189"/>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 name="Google Shape;1554;p189"/>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 name="Google Shape;1555;p189"/>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56" name="Google Shape;1556;p189"/>
          <p:cNvSpPr txBox="1"/>
          <p:nvPr>
            <p:ph type="title"/>
          </p:nvPr>
        </p:nvSpPr>
        <p:spPr>
          <a:xfrm>
            <a:off x="938200" y="1505725"/>
            <a:ext cx="7364100" cy="1148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8500">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557" name="Google Shape;1557;p189"/>
          <p:cNvSpPr txBox="1"/>
          <p:nvPr>
            <p:ph idx="1" type="subTitle"/>
          </p:nvPr>
        </p:nvSpPr>
        <p:spPr>
          <a:xfrm>
            <a:off x="2690725" y="2725750"/>
            <a:ext cx="3858900" cy="912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rgbClr val="8C353C"/>
              </a:buClr>
              <a:buSzPts val="1600"/>
              <a:buFont typeface="Nunito"/>
              <a:buChar char="●"/>
              <a:defRPr sz="1600"/>
            </a:lvl1pPr>
            <a:lvl2pPr lvl="1" algn="l">
              <a:lnSpc>
                <a:spcPct val="100000"/>
              </a:lnSpc>
              <a:spcBef>
                <a:spcPts val="0"/>
              </a:spcBef>
              <a:spcAft>
                <a:spcPts val="0"/>
              </a:spcAft>
              <a:buClr>
                <a:schemeClr val="dk1"/>
              </a:buClr>
              <a:buSzPts val="1600"/>
              <a:buFont typeface="Nunito"/>
              <a:buChar char="○"/>
              <a:defRPr/>
            </a:lvl2pPr>
            <a:lvl3pPr lvl="2" algn="l">
              <a:lnSpc>
                <a:spcPct val="100000"/>
              </a:lnSpc>
              <a:spcBef>
                <a:spcPts val="0"/>
              </a:spcBef>
              <a:spcAft>
                <a:spcPts val="0"/>
              </a:spcAft>
              <a:buClr>
                <a:schemeClr val="dk1"/>
              </a:buClr>
              <a:buSzPts val="1600"/>
              <a:buFont typeface="Nunito"/>
              <a:buChar char="■"/>
              <a:defRPr/>
            </a:lvl3pPr>
            <a:lvl4pPr lvl="3" algn="l">
              <a:lnSpc>
                <a:spcPct val="100000"/>
              </a:lnSpc>
              <a:spcBef>
                <a:spcPts val="0"/>
              </a:spcBef>
              <a:spcAft>
                <a:spcPts val="0"/>
              </a:spcAft>
              <a:buClr>
                <a:schemeClr val="dk1"/>
              </a:buClr>
              <a:buSzPts val="1600"/>
              <a:buFont typeface="Nunito"/>
              <a:buChar char="●"/>
              <a:defRPr/>
            </a:lvl4pPr>
            <a:lvl5pPr lvl="4" algn="l">
              <a:lnSpc>
                <a:spcPct val="100000"/>
              </a:lnSpc>
              <a:spcBef>
                <a:spcPts val="0"/>
              </a:spcBef>
              <a:spcAft>
                <a:spcPts val="0"/>
              </a:spcAft>
              <a:buClr>
                <a:schemeClr val="dk1"/>
              </a:buClr>
              <a:buSzPts val="1600"/>
              <a:buFont typeface="Nunito"/>
              <a:buChar char="○"/>
              <a:defRPr/>
            </a:lvl5pPr>
            <a:lvl6pPr lvl="5" algn="l">
              <a:lnSpc>
                <a:spcPct val="100000"/>
              </a:lnSpc>
              <a:spcBef>
                <a:spcPts val="0"/>
              </a:spcBef>
              <a:spcAft>
                <a:spcPts val="0"/>
              </a:spcAft>
              <a:buClr>
                <a:schemeClr val="dk1"/>
              </a:buClr>
              <a:buSzPts val="1600"/>
              <a:buFont typeface="Nunito"/>
              <a:buChar char="■"/>
              <a:defRPr/>
            </a:lvl6pPr>
            <a:lvl7pPr lvl="6" algn="l">
              <a:lnSpc>
                <a:spcPct val="100000"/>
              </a:lnSpc>
              <a:spcBef>
                <a:spcPts val="0"/>
              </a:spcBef>
              <a:spcAft>
                <a:spcPts val="0"/>
              </a:spcAft>
              <a:buClr>
                <a:schemeClr val="dk1"/>
              </a:buClr>
              <a:buSzPts val="1600"/>
              <a:buFont typeface="Nunito"/>
              <a:buChar char="●"/>
              <a:defRPr/>
            </a:lvl7pPr>
            <a:lvl8pPr lvl="7" algn="l">
              <a:lnSpc>
                <a:spcPct val="100000"/>
              </a:lnSpc>
              <a:spcBef>
                <a:spcPts val="0"/>
              </a:spcBef>
              <a:spcAft>
                <a:spcPts val="0"/>
              </a:spcAft>
              <a:buClr>
                <a:schemeClr val="dk1"/>
              </a:buClr>
              <a:buSzPts val="1600"/>
              <a:buFont typeface="Nunito"/>
              <a:buChar char="○"/>
              <a:defRPr/>
            </a:lvl8pPr>
            <a:lvl9pPr lvl="8" algn="l">
              <a:lnSpc>
                <a:spcPct val="100000"/>
              </a:lnSpc>
              <a:spcBef>
                <a:spcPts val="0"/>
              </a:spcBef>
              <a:spcAft>
                <a:spcPts val="0"/>
              </a:spcAft>
              <a:buClr>
                <a:schemeClr val="dk1"/>
              </a:buClr>
              <a:buSzPts val="1600"/>
              <a:buFont typeface="Nunito"/>
              <a:buChar char="■"/>
              <a:defRPr/>
            </a:lvl9pPr>
          </a:lstStyle>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8">
    <p:spTree>
      <p:nvGrpSpPr>
        <p:cNvPr id="1558" name="Shape 1558"/>
        <p:cNvGrpSpPr/>
        <p:nvPr/>
      </p:nvGrpSpPr>
      <p:grpSpPr>
        <a:xfrm>
          <a:off x="0" y="0"/>
          <a:ext cx="0" cy="0"/>
          <a:chOff x="0" y="0"/>
          <a:chExt cx="0" cy="0"/>
        </a:xfrm>
      </p:grpSpPr>
      <p:sp>
        <p:nvSpPr>
          <p:cNvPr id="1559" name="Google Shape;1559;p190"/>
          <p:cNvSpPr/>
          <p:nvPr/>
        </p:nvSpPr>
        <p:spPr>
          <a:xfrm rot="5035045">
            <a:off x="-2322768" y="2876704"/>
            <a:ext cx="5262855" cy="3237953"/>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60" name="Google Shape;1560;p190"/>
          <p:cNvGrpSpPr/>
          <p:nvPr/>
        </p:nvGrpSpPr>
        <p:grpSpPr>
          <a:xfrm>
            <a:off x="-107118" y="-842535"/>
            <a:ext cx="2304462" cy="2293869"/>
            <a:chOff x="2414491" y="671177"/>
            <a:chExt cx="1830972" cy="1822411"/>
          </a:xfrm>
        </p:grpSpPr>
        <p:sp>
          <p:nvSpPr>
            <p:cNvPr id="1561" name="Google Shape;1561;p190"/>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 name="Google Shape;1562;p190"/>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 name="Google Shape;1563;p190"/>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 name="Google Shape;1564;p190"/>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 name="Google Shape;1565;p190"/>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 name="Google Shape;1566;p190"/>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 name="Google Shape;1567;p190"/>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 name="Google Shape;1568;p190"/>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 name="Google Shape;1569;p190"/>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 name="Google Shape;1570;p190"/>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 name="Google Shape;1571;p190"/>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 name="Google Shape;1572;p190"/>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 name="Google Shape;1573;p190"/>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 name="Google Shape;1574;p190"/>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 name="Google Shape;1575;p190"/>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 name="Google Shape;1576;p190"/>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 name="Google Shape;1577;p190"/>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 name="Google Shape;1578;p190"/>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 name="Google Shape;1579;p190"/>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 name="Google Shape;1580;p190"/>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 name="Google Shape;1581;p190"/>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 name="Google Shape;1582;p190"/>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 name="Google Shape;1583;p190"/>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 name="Google Shape;1584;p190"/>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 name="Google Shape;1585;p190"/>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 name="Google Shape;1586;p190"/>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 name="Google Shape;1587;p190"/>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 name="Google Shape;1588;p190"/>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 name="Google Shape;1589;p190"/>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 name="Google Shape;1590;p190"/>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 name="Google Shape;1591;p190"/>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 name="Google Shape;1592;p190"/>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 name="Google Shape;1593;p190"/>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 name="Google Shape;1594;p190"/>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95" name="Google Shape;1595;p190"/>
          <p:cNvSpPr/>
          <p:nvPr/>
        </p:nvSpPr>
        <p:spPr>
          <a:xfrm rot="-4280482">
            <a:off x="6793782" y="-1466885"/>
            <a:ext cx="3375483" cy="5024332"/>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 name="Google Shape;1596;p190"/>
          <p:cNvSpPr/>
          <p:nvPr/>
        </p:nvSpPr>
        <p:spPr>
          <a:xfrm rot="-7977677">
            <a:off x="5123145" y="4056144"/>
            <a:ext cx="1601627" cy="1536805"/>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 name="Google Shape;1597;p190"/>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598" name="Google Shape;1598;p190"/>
          <p:cNvSpPr txBox="1"/>
          <p:nvPr>
            <p:ph idx="1" type="subTitle"/>
          </p:nvPr>
        </p:nvSpPr>
        <p:spPr>
          <a:xfrm>
            <a:off x="713250" y="2661125"/>
            <a:ext cx="2167800" cy="454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599" name="Google Shape;1599;p190"/>
          <p:cNvSpPr txBox="1"/>
          <p:nvPr>
            <p:ph idx="2" type="subTitle"/>
          </p:nvPr>
        </p:nvSpPr>
        <p:spPr>
          <a:xfrm>
            <a:off x="3488100" y="2661125"/>
            <a:ext cx="2167800" cy="454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00" name="Google Shape;1600;p190"/>
          <p:cNvSpPr txBox="1"/>
          <p:nvPr>
            <p:ph idx="3" type="subTitle"/>
          </p:nvPr>
        </p:nvSpPr>
        <p:spPr>
          <a:xfrm>
            <a:off x="713250" y="3128863"/>
            <a:ext cx="21678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01" name="Google Shape;1601;p190"/>
          <p:cNvSpPr txBox="1"/>
          <p:nvPr>
            <p:ph idx="4" type="subTitle"/>
          </p:nvPr>
        </p:nvSpPr>
        <p:spPr>
          <a:xfrm>
            <a:off x="3488100" y="3128863"/>
            <a:ext cx="21678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02" name="Google Shape;1602;p190"/>
          <p:cNvSpPr txBox="1"/>
          <p:nvPr>
            <p:ph idx="5" type="subTitle"/>
          </p:nvPr>
        </p:nvSpPr>
        <p:spPr>
          <a:xfrm>
            <a:off x="6262950" y="2661125"/>
            <a:ext cx="2167800" cy="454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03" name="Google Shape;1603;p190"/>
          <p:cNvSpPr txBox="1"/>
          <p:nvPr>
            <p:ph idx="6" type="subTitle"/>
          </p:nvPr>
        </p:nvSpPr>
        <p:spPr>
          <a:xfrm>
            <a:off x="6262950" y="3128863"/>
            <a:ext cx="21678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4 ">
  <p:cSld name="CUSTOM_48_1">
    <p:spTree>
      <p:nvGrpSpPr>
        <p:cNvPr id="1604" name="Shape 1604"/>
        <p:cNvGrpSpPr/>
        <p:nvPr/>
      </p:nvGrpSpPr>
      <p:grpSpPr>
        <a:xfrm>
          <a:off x="0" y="0"/>
          <a:ext cx="0" cy="0"/>
          <a:chOff x="0" y="0"/>
          <a:chExt cx="0" cy="0"/>
        </a:xfrm>
      </p:grpSpPr>
      <p:grpSp>
        <p:nvGrpSpPr>
          <p:cNvPr id="1605" name="Google Shape;1605;p191"/>
          <p:cNvGrpSpPr/>
          <p:nvPr/>
        </p:nvGrpSpPr>
        <p:grpSpPr>
          <a:xfrm flipH="1">
            <a:off x="6914055" y="-80449"/>
            <a:ext cx="2277317" cy="5304377"/>
            <a:chOff x="224725" y="566950"/>
            <a:chExt cx="1850875" cy="4311100"/>
          </a:xfrm>
        </p:grpSpPr>
        <p:sp>
          <p:nvSpPr>
            <p:cNvPr id="1606" name="Google Shape;1606;p191"/>
            <p:cNvSpPr/>
            <p:nvPr/>
          </p:nvSpPr>
          <p:spPr>
            <a:xfrm>
              <a:off x="1914975" y="566950"/>
              <a:ext cx="160625" cy="2033000"/>
            </a:xfrm>
            <a:custGeom>
              <a:rect b="b" l="l" r="r" t="t"/>
              <a:pathLst>
                <a:path extrusionOk="0" h="81320" w="6425">
                  <a:moveTo>
                    <a:pt x="126" y="1"/>
                  </a:moveTo>
                  <a:cubicBezTo>
                    <a:pt x="81" y="1"/>
                    <a:pt x="44" y="24"/>
                    <a:pt x="27" y="57"/>
                  </a:cubicBezTo>
                  <a:cubicBezTo>
                    <a:pt x="27" y="84"/>
                    <a:pt x="27" y="110"/>
                    <a:pt x="27" y="137"/>
                  </a:cubicBezTo>
                  <a:cubicBezTo>
                    <a:pt x="27" y="164"/>
                    <a:pt x="27"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45" y="15394"/>
                    <a:pt x="2945" y="15447"/>
                    <a:pt x="2945" y="15501"/>
                  </a:cubicBezTo>
                  <a:cubicBezTo>
                    <a:pt x="2998" y="17321"/>
                    <a:pt x="1848" y="19248"/>
                    <a:pt x="108" y="20292"/>
                  </a:cubicBezTo>
                  <a:cubicBezTo>
                    <a:pt x="54" y="20292"/>
                    <a:pt x="27" y="20318"/>
                    <a:pt x="27" y="20372"/>
                  </a:cubicBezTo>
                  <a:cubicBezTo>
                    <a:pt x="1" y="20425"/>
                    <a:pt x="27" y="20479"/>
                    <a:pt x="81" y="20506"/>
                  </a:cubicBezTo>
                  <a:cubicBezTo>
                    <a:pt x="1794" y="21496"/>
                    <a:pt x="2865" y="23316"/>
                    <a:pt x="2945" y="25324"/>
                  </a:cubicBezTo>
                  <a:cubicBezTo>
                    <a:pt x="2945" y="25350"/>
                    <a:pt x="2972" y="25404"/>
                    <a:pt x="2998" y="25431"/>
                  </a:cubicBezTo>
                  <a:cubicBezTo>
                    <a:pt x="4952" y="26394"/>
                    <a:pt x="6157" y="28348"/>
                    <a:pt x="6157" y="30543"/>
                  </a:cubicBezTo>
                  <a:cubicBezTo>
                    <a:pt x="6157" y="32711"/>
                    <a:pt x="4952" y="34665"/>
                    <a:pt x="2998" y="35628"/>
                  </a:cubicBezTo>
                  <a:cubicBezTo>
                    <a:pt x="2945" y="35655"/>
                    <a:pt x="2918" y="35709"/>
                    <a:pt x="2945" y="35762"/>
                  </a:cubicBezTo>
                  <a:cubicBezTo>
                    <a:pt x="3106"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1" y="81297"/>
                    <a:pt x="104" y="81320"/>
                    <a:pt x="145" y="81320"/>
                  </a:cubicBezTo>
                  <a:cubicBezTo>
                    <a:pt x="170" y="81320"/>
                    <a:pt x="194" y="81311"/>
                    <a:pt x="215" y="81290"/>
                  </a:cubicBezTo>
                  <a:cubicBezTo>
                    <a:pt x="2008" y="80273"/>
                    <a:pt x="3106" y="78427"/>
                    <a:pt x="3186" y="76366"/>
                  </a:cubicBezTo>
                  <a:cubicBezTo>
                    <a:pt x="5166" y="75322"/>
                    <a:pt x="6424" y="73314"/>
                    <a:pt x="6424" y="71066"/>
                  </a:cubicBezTo>
                  <a:cubicBezTo>
                    <a:pt x="6424" y="68818"/>
                    <a:pt x="5166" y="66784"/>
                    <a:pt x="3186" y="65766"/>
                  </a:cubicBezTo>
                  <a:cubicBezTo>
                    <a:pt x="3106" y="63786"/>
                    <a:pt x="2062" y="61992"/>
                    <a:pt x="375" y="60922"/>
                  </a:cubicBezTo>
                  <a:cubicBezTo>
                    <a:pt x="2062" y="59878"/>
                    <a:pt x="3106" y="58085"/>
                    <a:pt x="3186" y="56104"/>
                  </a:cubicBezTo>
                  <a:cubicBezTo>
                    <a:pt x="5166" y="55060"/>
                    <a:pt x="6424" y="53053"/>
                    <a:pt x="6424" y="50804"/>
                  </a:cubicBezTo>
                  <a:cubicBezTo>
                    <a:pt x="6424" y="48556"/>
                    <a:pt x="5166" y="46522"/>
                    <a:pt x="3186" y="45505"/>
                  </a:cubicBezTo>
                  <a:cubicBezTo>
                    <a:pt x="3159" y="43604"/>
                    <a:pt x="2088" y="41731"/>
                    <a:pt x="375" y="40660"/>
                  </a:cubicBezTo>
                  <a:cubicBezTo>
                    <a:pt x="1901" y="39723"/>
                    <a:pt x="3320" y="37877"/>
                    <a:pt x="3186" y="35816"/>
                  </a:cubicBezTo>
                  <a:cubicBezTo>
                    <a:pt x="5193" y="34799"/>
                    <a:pt x="6424" y="32764"/>
                    <a:pt x="6424" y="30543"/>
                  </a:cubicBezTo>
                  <a:cubicBezTo>
                    <a:pt x="6424" y="28295"/>
                    <a:pt x="5166" y="26260"/>
                    <a:pt x="3186" y="25243"/>
                  </a:cubicBezTo>
                  <a:cubicBezTo>
                    <a:pt x="3106" y="23236"/>
                    <a:pt x="2062" y="21443"/>
                    <a:pt x="375" y="20399"/>
                  </a:cubicBezTo>
                  <a:cubicBezTo>
                    <a:pt x="2088" y="19328"/>
                    <a:pt x="3186" y="17454"/>
                    <a:pt x="3186" y="15608"/>
                  </a:cubicBezTo>
                  <a:cubicBezTo>
                    <a:pt x="3186" y="15608"/>
                    <a:pt x="3186" y="15581"/>
                    <a:pt x="3186" y="15554"/>
                  </a:cubicBezTo>
                  <a:cubicBezTo>
                    <a:pt x="5166" y="14537"/>
                    <a:pt x="6424" y="12503"/>
                    <a:pt x="6424" y="10255"/>
                  </a:cubicBezTo>
                  <a:cubicBezTo>
                    <a:pt x="6424" y="8033"/>
                    <a:pt x="5166" y="5999"/>
                    <a:pt x="3186" y="4982"/>
                  </a:cubicBezTo>
                  <a:lnTo>
                    <a:pt x="3186" y="4955"/>
                  </a:lnTo>
                  <a:cubicBezTo>
                    <a:pt x="3186" y="3028"/>
                    <a:pt x="2008" y="1074"/>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 name="Google Shape;1607;p191"/>
            <p:cNvSpPr/>
            <p:nvPr/>
          </p:nvSpPr>
          <p:spPr>
            <a:xfrm>
              <a:off x="1761075" y="818875"/>
              <a:ext cx="160625" cy="2032875"/>
            </a:xfrm>
            <a:custGeom>
              <a:rect b="b" l="l" r="r" t="t"/>
              <a:pathLst>
                <a:path extrusionOk="0" h="81315" w="6425">
                  <a:moveTo>
                    <a:pt x="149" y="1"/>
                  </a:moveTo>
                  <a:cubicBezTo>
                    <a:pt x="110" y="1"/>
                    <a:pt x="71" y="20"/>
                    <a:pt x="54" y="70"/>
                  </a:cubicBezTo>
                  <a:cubicBezTo>
                    <a:pt x="27" y="70"/>
                    <a:pt x="27" y="97"/>
                    <a:pt x="27" y="124"/>
                  </a:cubicBezTo>
                  <a:cubicBezTo>
                    <a:pt x="27" y="178"/>
                    <a:pt x="54" y="204"/>
                    <a:pt x="81" y="231"/>
                  </a:cubicBezTo>
                  <a:cubicBezTo>
                    <a:pt x="1821" y="1248"/>
                    <a:pt x="2972" y="3175"/>
                    <a:pt x="2945" y="5022"/>
                  </a:cubicBezTo>
                  <a:cubicBezTo>
                    <a:pt x="2945" y="5076"/>
                    <a:pt x="2972" y="5129"/>
                    <a:pt x="2998" y="5156"/>
                  </a:cubicBezTo>
                  <a:cubicBezTo>
                    <a:pt x="4952" y="6119"/>
                    <a:pt x="6183" y="8073"/>
                    <a:pt x="6183" y="10268"/>
                  </a:cubicBezTo>
                  <a:cubicBezTo>
                    <a:pt x="6183" y="12436"/>
                    <a:pt x="4952" y="14390"/>
                    <a:pt x="2998" y="15354"/>
                  </a:cubicBezTo>
                  <a:cubicBezTo>
                    <a:pt x="2972" y="15380"/>
                    <a:pt x="2945" y="15461"/>
                    <a:pt x="2945" y="15487"/>
                  </a:cubicBezTo>
                  <a:cubicBezTo>
                    <a:pt x="2998" y="17334"/>
                    <a:pt x="1847" y="19235"/>
                    <a:pt x="108" y="20278"/>
                  </a:cubicBezTo>
                  <a:cubicBezTo>
                    <a:pt x="81" y="20278"/>
                    <a:pt x="27" y="20305"/>
                    <a:pt x="27" y="20359"/>
                  </a:cubicBezTo>
                  <a:cubicBezTo>
                    <a:pt x="27" y="20412"/>
                    <a:pt x="27" y="20466"/>
                    <a:pt x="81" y="20493"/>
                  </a:cubicBezTo>
                  <a:cubicBezTo>
                    <a:pt x="1821" y="21510"/>
                    <a:pt x="2891" y="23303"/>
                    <a:pt x="2945" y="25310"/>
                  </a:cubicBezTo>
                  <a:cubicBezTo>
                    <a:pt x="2945" y="25364"/>
                    <a:pt x="2972" y="25391"/>
                    <a:pt x="2998" y="25417"/>
                  </a:cubicBezTo>
                  <a:cubicBezTo>
                    <a:pt x="4952" y="26381"/>
                    <a:pt x="6183" y="28362"/>
                    <a:pt x="6183" y="30530"/>
                  </a:cubicBezTo>
                  <a:cubicBezTo>
                    <a:pt x="6183" y="32698"/>
                    <a:pt x="4952" y="34652"/>
                    <a:pt x="2998" y="35642"/>
                  </a:cubicBezTo>
                  <a:cubicBezTo>
                    <a:pt x="2972" y="35642"/>
                    <a:pt x="2945" y="35695"/>
                    <a:pt x="2945" y="35749"/>
                  </a:cubicBezTo>
                  <a:cubicBezTo>
                    <a:pt x="3105" y="37837"/>
                    <a:pt x="1633" y="39630"/>
                    <a:pt x="108" y="40540"/>
                  </a:cubicBezTo>
                  <a:cubicBezTo>
                    <a:pt x="81" y="40540"/>
                    <a:pt x="27" y="40594"/>
                    <a:pt x="27" y="40620"/>
                  </a:cubicBezTo>
                  <a:cubicBezTo>
                    <a:pt x="27" y="40674"/>
                    <a:pt x="27" y="40727"/>
                    <a:pt x="81" y="40754"/>
                  </a:cubicBezTo>
                  <a:cubicBezTo>
                    <a:pt x="1821" y="41771"/>
                    <a:pt x="2945" y="43645"/>
                    <a:pt x="2945" y="45545"/>
                  </a:cubicBezTo>
                  <a:cubicBezTo>
                    <a:pt x="2945" y="45545"/>
                    <a:pt x="2945" y="45545"/>
                    <a:pt x="2945" y="45572"/>
                  </a:cubicBezTo>
                  <a:cubicBezTo>
                    <a:pt x="2945" y="45626"/>
                    <a:pt x="2972" y="45652"/>
                    <a:pt x="2998" y="45679"/>
                  </a:cubicBezTo>
                  <a:cubicBezTo>
                    <a:pt x="4952" y="46669"/>
                    <a:pt x="6183" y="48623"/>
                    <a:pt x="6183" y="50791"/>
                  </a:cubicBezTo>
                  <a:cubicBezTo>
                    <a:pt x="6183" y="52959"/>
                    <a:pt x="4952" y="54913"/>
                    <a:pt x="2998" y="55904"/>
                  </a:cubicBezTo>
                  <a:cubicBezTo>
                    <a:pt x="2972" y="55930"/>
                    <a:pt x="2945" y="55957"/>
                    <a:pt x="2945" y="56011"/>
                  </a:cubicBezTo>
                  <a:cubicBezTo>
                    <a:pt x="2891" y="57991"/>
                    <a:pt x="1847" y="59785"/>
                    <a:pt x="108" y="60802"/>
                  </a:cubicBezTo>
                  <a:cubicBezTo>
                    <a:pt x="81" y="60828"/>
                    <a:pt x="27" y="60855"/>
                    <a:pt x="27" y="60882"/>
                  </a:cubicBezTo>
                  <a:cubicBezTo>
                    <a:pt x="27" y="60935"/>
                    <a:pt x="27" y="60989"/>
                    <a:pt x="81" y="61016"/>
                  </a:cubicBezTo>
                  <a:cubicBezTo>
                    <a:pt x="1821" y="62033"/>
                    <a:pt x="2891" y="63826"/>
                    <a:pt x="2945" y="65834"/>
                  </a:cubicBezTo>
                  <a:cubicBezTo>
                    <a:pt x="2945" y="65887"/>
                    <a:pt x="2972" y="65914"/>
                    <a:pt x="2998" y="65941"/>
                  </a:cubicBezTo>
                  <a:cubicBezTo>
                    <a:pt x="4952" y="66931"/>
                    <a:pt x="6183" y="68885"/>
                    <a:pt x="6183" y="71053"/>
                  </a:cubicBezTo>
                  <a:cubicBezTo>
                    <a:pt x="6183" y="73221"/>
                    <a:pt x="4952" y="75175"/>
                    <a:pt x="2998" y="76165"/>
                  </a:cubicBezTo>
                  <a:cubicBezTo>
                    <a:pt x="2972" y="76192"/>
                    <a:pt x="2945" y="76219"/>
                    <a:pt x="2945" y="76272"/>
                  </a:cubicBezTo>
                  <a:cubicBezTo>
                    <a:pt x="2891" y="78280"/>
                    <a:pt x="1821" y="80073"/>
                    <a:pt x="81" y="81090"/>
                  </a:cubicBezTo>
                  <a:cubicBezTo>
                    <a:pt x="27" y="81117"/>
                    <a:pt x="1" y="81197"/>
                    <a:pt x="54" y="81251"/>
                  </a:cubicBezTo>
                  <a:cubicBezTo>
                    <a:pt x="74" y="81290"/>
                    <a:pt x="122" y="81315"/>
                    <a:pt x="167" y="81315"/>
                  </a:cubicBezTo>
                  <a:cubicBezTo>
                    <a:pt x="184" y="81315"/>
                    <a:pt x="200" y="81311"/>
                    <a:pt x="215" y="81304"/>
                  </a:cubicBezTo>
                  <a:cubicBezTo>
                    <a:pt x="2008" y="80260"/>
                    <a:pt x="3105" y="78413"/>
                    <a:pt x="3186" y="76352"/>
                  </a:cubicBezTo>
                  <a:cubicBezTo>
                    <a:pt x="5193" y="75309"/>
                    <a:pt x="6424" y="73301"/>
                    <a:pt x="6424" y="71053"/>
                  </a:cubicBezTo>
                  <a:cubicBezTo>
                    <a:pt x="6424" y="68805"/>
                    <a:pt x="5193" y="66797"/>
                    <a:pt x="3186" y="65753"/>
                  </a:cubicBezTo>
                  <a:cubicBezTo>
                    <a:pt x="3132" y="63773"/>
                    <a:pt x="2088" y="61979"/>
                    <a:pt x="402" y="60909"/>
                  </a:cubicBezTo>
                  <a:cubicBezTo>
                    <a:pt x="2088" y="59865"/>
                    <a:pt x="3132" y="58072"/>
                    <a:pt x="3186" y="56091"/>
                  </a:cubicBezTo>
                  <a:cubicBezTo>
                    <a:pt x="5193" y="55047"/>
                    <a:pt x="6424" y="53040"/>
                    <a:pt x="6424" y="50791"/>
                  </a:cubicBezTo>
                  <a:cubicBezTo>
                    <a:pt x="6424" y="48543"/>
                    <a:pt x="5193" y="46536"/>
                    <a:pt x="3186" y="45492"/>
                  </a:cubicBezTo>
                  <a:cubicBezTo>
                    <a:pt x="3186" y="43591"/>
                    <a:pt x="2088" y="41718"/>
                    <a:pt x="402" y="40647"/>
                  </a:cubicBezTo>
                  <a:cubicBezTo>
                    <a:pt x="1901" y="39710"/>
                    <a:pt x="3320" y="37890"/>
                    <a:pt x="3186" y="35829"/>
                  </a:cubicBezTo>
                  <a:cubicBezTo>
                    <a:pt x="5193" y="34785"/>
                    <a:pt x="6424" y="32751"/>
                    <a:pt x="6424" y="30530"/>
                  </a:cubicBezTo>
                  <a:cubicBezTo>
                    <a:pt x="6424" y="28281"/>
                    <a:pt x="5193" y="26247"/>
                    <a:pt x="3186" y="25230"/>
                  </a:cubicBezTo>
                  <a:cubicBezTo>
                    <a:pt x="3105" y="23223"/>
                    <a:pt x="2062" y="21429"/>
                    <a:pt x="402" y="20386"/>
                  </a:cubicBezTo>
                  <a:cubicBezTo>
                    <a:pt x="2115" y="19315"/>
                    <a:pt x="3212" y="17415"/>
                    <a:pt x="3186" y="15541"/>
                  </a:cubicBezTo>
                  <a:cubicBezTo>
                    <a:pt x="5193" y="14524"/>
                    <a:pt x="6424" y="12490"/>
                    <a:pt x="6424" y="10268"/>
                  </a:cubicBezTo>
                  <a:cubicBezTo>
                    <a:pt x="6424" y="8020"/>
                    <a:pt x="5193" y="5986"/>
                    <a:pt x="3186" y="4969"/>
                  </a:cubicBezTo>
                  <a:lnTo>
                    <a:pt x="3186" y="4942"/>
                  </a:lnTo>
                  <a:cubicBezTo>
                    <a:pt x="3186" y="3041"/>
                    <a:pt x="2008" y="1061"/>
                    <a:pt x="215" y="17"/>
                  </a:cubicBezTo>
                  <a:cubicBezTo>
                    <a:pt x="195" y="7"/>
                    <a:pt x="172" y="1"/>
                    <a:pt x="1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 name="Google Shape;1608;p191"/>
            <p:cNvSpPr/>
            <p:nvPr/>
          </p:nvSpPr>
          <p:spPr>
            <a:xfrm>
              <a:off x="1607850" y="566950"/>
              <a:ext cx="159950" cy="2033000"/>
            </a:xfrm>
            <a:custGeom>
              <a:rect b="b" l="l" r="r" t="t"/>
              <a:pathLst>
                <a:path extrusionOk="0" h="81320" w="6398">
                  <a:moveTo>
                    <a:pt x="119" y="1"/>
                  </a:moveTo>
                  <a:cubicBezTo>
                    <a:pt x="81" y="1"/>
                    <a:pt x="44" y="24"/>
                    <a:pt x="27" y="57"/>
                  </a:cubicBezTo>
                  <a:cubicBezTo>
                    <a:pt x="0"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71" y="17347"/>
                    <a:pt x="1847" y="19248"/>
                    <a:pt x="81" y="20292"/>
                  </a:cubicBezTo>
                  <a:cubicBezTo>
                    <a:pt x="54" y="20292"/>
                    <a:pt x="27" y="20318"/>
                    <a:pt x="0"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0"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64" y="58004"/>
                    <a:pt x="1820" y="59798"/>
                    <a:pt x="81" y="60815"/>
                  </a:cubicBezTo>
                  <a:cubicBezTo>
                    <a:pt x="54" y="60815"/>
                    <a:pt x="27" y="60868"/>
                    <a:pt x="0" y="60895"/>
                  </a:cubicBezTo>
                  <a:cubicBezTo>
                    <a:pt x="0" y="60949"/>
                    <a:pt x="27" y="61002"/>
                    <a:pt x="81" y="61029"/>
                  </a:cubicBezTo>
                  <a:cubicBezTo>
                    <a:pt x="1820" y="62046"/>
                    <a:pt x="2864"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64" y="78266"/>
                    <a:pt x="1820" y="80086"/>
                    <a:pt x="81" y="81076"/>
                  </a:cubicBezTo>
                  <a:cubicBezTo>
                    <a:pt x="27" y="81130"/>
                    <a:pt x="0" y="81183"/>
                    <a:pt x="27" y="81264"/>
                  </a:cubicBezTo>
                  <a:cubicBezTo>
                    <a:pt x="44" y="81297"/>
                    <a:pt x="81" y="81320"/>
                    <a:pt x="119" y="81320"/>
                  </a:cubicBezTo>
                  <a:cubicBezTo>
                    <a:pt x="143" y="81320"/>
                    <a:pt x="167" y="81311"/>
                    <a:pt x="188" y="81290"/>
                  </a:cubicBezTo>
                  <a:cubicBezTo>
                    <a:pt x="1981"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61" y="41731"/>
                    <a:pt x="375" y="40660"/>
                  </a:cubicBezTo>
                  <a:cubicBezTo>
                    <a:pt x="1901" y="39723"/>
                    <a:pt x="3292" y="37877"/>
                    <a:pt x="3185" y="35816"/>
                  </a:cubicBezTo>
                  <a:cubicBezTo>
                    <a:pt x="5166" y="34799"/>
                    <a:pt x="6397" y="32764"/>
                    <a:pt x="6397" y="30543"/>
                  </a:cubicBezTo>
                  <a:cubicBezTo>
                    <a:pt x="6397" y="28295"/>
                    <a:pt x="5166" y="26260"/>
                    <a:pt x="3185" y="25243"/>
                  </a:cubicBezTo>
                  <a:cubicBezTo>
                    <a:pt x="3078" y="23236"/>
                    <a:pt x="2061" y="21443"/>
                    <a:pt x="375" y="20399"/>
                  </a:cubicBezTo>
                  <a:cubicBezTo>
                    <a:pt x="2061" y="19328"/>
                    <a:pt x="3185" y="17454"/>
                    <a:pt x="3185" y="15608"/>
                  </a:cubicBezTo>
                  <a:cubicBezTo>
                    <a:pt x="3185" y="15608"/>
                    <a:pt x="3185" y="1558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 name="Google Shape;1609;p191"/>
            <p:cNvSpPr/>
            <p:nvPr/>
          </p:nvSpPr>
          <p:spPr>
            <a:xfrm>
              <a:off x="1453950" y="818875"/>
              <a:ext cx="160600" cy="2032875"/>
            </a:xfrm>
            <a:custGeom>
              <a:rect b="b" l="l" r="r" t="t"/>
              <a:pathLst>
                <a:path extrusionOk="0" h="81315" w="6424">
                  <a:moveTo>
                    <a:pt x="136" y="1"/>
                  </a:moveTo>
                  <a:cubicBezTo>
                    <a:pt x="95" y="1"/>
                    <a:pt x="61" y="20"/>
                    <a:pt x="27" y="70"/>
                  </a:cubicBezTo>
                  <a:cubicBezTo>
                    <a:pt x="27" y="70"/>
                    <a:pt x="27" y="97"/>
                    <a:pt x="27" y="124"/>
                  </a:cubicBezTo>
                  <a:cubicBezTo>
                    <a:pt x="27" y="178"/>
                    <a:pt x="27"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34"/>
                    <a:pt x="2944" y="15487"/>
                  </a:cubicBezTo>
                  <a:cubicBezTo>
                    <a:pt x="2944" y="15514"/>
                    <a:pt x="2944" y="15568"/>
                    <a:pt x="2944" y="15595"/>
                  </a:cubicBezTo>
                  <a:cubicBezTo>
                    <a:pt x="2944" y="17415"/>
                    <a:pt x="1820" y="19261"/>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44" y="35642"/>
                    <a:pt x="2918"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72"/>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27" y="81251"/>
                  </a:cubicBezTo>
                  <a:cubicBezTo>
                    <a:pt x="66" y="81290"/>
                    <a:pt x="120" y="81315"/>
                    <a:pt x="167" y="81315"/>
                  </a:cubicBezTo>
                  <a:cubicBezTo>
                    <a:pt x="184" y="81315"/>
                    <a:pt x="200" y="81311"/>
                    <a:pt x="214" y="81304"/>
                  </a:cubicBezTo>
                  <a:cubicBezTo>
                    <a:pt x="2008" y="80260"/>
                    <a:pt x="3105" y="78413"/>
                    <a:pt x="3185" y="76352"/>
                  </a:cubicBezTo>
                  <a:cubicBezTo>
                    <a:pt x="5166" y="75309"/>
                    <a:pt x="6424" y="73301"/>
                    <a:pt x="6424" y="71053"/>
                  </a:cubicBezTo>
                  <a:cubicBezTo>
                    <a:pt x="6424" y="68805"/>
                    <a:pt x="5166" y="66797"/>
                    <a:pt x="3185" y="65753"/>
                  </a:cubicBezTo>
                  <a:cubicBezTo>
                    <a:pt x="3105" y="63773"/>
                    <a:pt x="2061" y="61979"/>
                    <a:pt x="375" y="60909"/>
                  </a:cubicBezTo>
                  <a:cubicBezTo>
                    <a:pt x="2061" y="59865"/>
                    <a:pt x="3105" y="58072"/>
                    <a:pt x="3185" y="56091"/>
                  </a:cubicBezTo>
                  <a:cubicBezTo>
                    <a:pt x="5166" y="55047"/>
                    <a:pt x="6424" y="53040"/>
                    <a:pt x="6424" y="50791"/>
                  </a:cubicBezTo>
                  <a:cubicBezTo>
                    <a:pt x="6424" y="48543"/>
                    <a:pt x="5193" y="46536"/>
                    <a:pt x="3185" y="45492"/>
                  </a:cubicBezTo>
                  <a:cubicBezTo>
                    <a:pt x="3159" y="43591"/>
                    <a:pt x="2088" y="41718"/>
                    <a:pt x="375" y="40647"/>
                  </a:cubicBezTo>
                  <a:cubicBezTo>
                    <a:pt x="1901" y="39710"/>
                    <a:pt x="3319" y="37890"/>
                    <a:pt x="3185" y="35829"/>
                  </a:cubicBezTo>
                  <a:cubicBezTo>
                    <a:pt x="5193" y="34785"/>
                    <a:pt x="6424" y="32751"/>
                    <a:pt x="6424" y="30530"/>
                  </a:cubicBezTo>
                  <a:cubicBezTo>
                    <a:pt x="6424" y="28281"/>
                    <a:pt x="5166" y="26247"/>
                    <a:pt x="3185" y="25230"/>
                  </a:cubicBezTo>
                  <a:cubicBezTo>
                    <a:pt x="3105" y="23223"/>
                    <a:pt x="2061" y="21429"/>
                    <a:pt x="375"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cubicBezTo>
                    <a:pt x="3185" y="3041"/>
                    <a:pt x="2008" y="1061"/>
                    <a:pt x="214" y="17"/>
                  </a:cubicBezTo>
                  <a:cubicBezTo>
                    <a:pt x="185" y="7"/>
                    <a:pt x="159" y="1"/>
                    <a:pt x="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 name="Google Shape;1610;p191"/>
            <p:cNvSpPr/>
            <p:nvPr/>
          </p:nvSpPr>
          <p:spPr>
            <a:xfrm>
              <a:off x="1300050" y="566950"/>
              <a:ext cx="160600" cy="2033000"/>
            </a:xfrm>
            <a:custGeom>
              <a:rect b="b" l="l" r="r" t="t"/>
              <a:pathLst>
                <a:path extrusionOk="0" h="81320" w="6424">
                  <a:moveTo>
                    <a:pt x="146" y="1"/>
                  </a:moveTo>
                  <a:cubicBezTo>
                    <a:pt x="107" y="1"/>
                    <a:pt x="70" y="24"/>
                    <a:pt x="54" y="57"/>
                  </a:cubicBezTo>
                  <a:cubicBezTo>
                    <a:pt x="27" y="84"/>
                    <a:pt x="27" y="110"/>
                    <a:pt x="27" y="137"/>
                  </a:cubicBezTo>
                  <a:cubicBezTo>
                    <a:pt x="27" y="164"/>
                    <a:pt x="54" y="217"/>
                    <a:pt x="80" y="244"/>
                  </a:cubicBezTo>
                  <a:cubicBezTo>
                    <a:pt x="1820" y="1261"/>
                    <a:pt x="2971" y="3188"/>
                    <a:pt x="2944" y="5035"/>
                  </a:cubicBezTo>
                  <a:cubicBezTo>
                    <a:pt x="2944" y="5089"/>
                    <a:pt x="2971" y="5142"/>
                    <a:pt x="3025" y="5169"/>
                  </a:cubicBezTo>
                  <a:cubicBezTo>
                    <a:pt x="4952" y="6133"/>
                    <a:pt x="6183" y="8086"/>
                    <a:pt x="6183" y="10255"/>
                  </a:cubicBezTo>
                  <a:cubicBezTo>
                    <a:pt x="6183" y="12449"/>
                    <a:pt x="4952" y="14403"/>
                    <a:pt x="3025" y="15367"/>
                  </a:cubicBezTo>
                  <a:cubicBezTo>
                    <a:pt x="2971" y="15394"/>
                    <a:pt x="2944" y="15447"/>
                    <a:pt x="2944" y="15501"/>
                  </a:cubicBezTo>
                  <a:cubicBezTo>
                    <a:pt x="2998" y="17321"/>
                    <a:pt x="1847" y="19248"/>
                    <a:pt x="107" y="20292"/>
                  </a:cubicBezTo>
                  <a:cubicBezTo>
                    <a:pt x="80" y="20292"/>
                    <a:pt x="54" y="20318"/>
                    <a:pt x="27" y="20372"/>
                  </a:cubicBezTo>
                  <a:cubicBezTo>
                    <a:pt x="27" y="20425"/>
                    <a:pt x="27" y="20479"/>
                    <a:pt x="80" y="20506"/>
                  </a:cubicBezTo>
                  <a:cubicBezTo>
                    <a:pt x="1820" y="21496"/>
                    <a:pt x="2891" y="23316"/>
                    <a:pt x="2944" y="25324"/>
                  </a:cubicBezTo>
                  <a:cubicBezTo>
                    <a:pt x="2944" y="25350"/>
                    <a:pt x="2971" y="25404"/>
                    <a:pt x="3025" y="25431"/>
                  </a:cubicBezTo>
                  <a:cubicBezTo>
                    <a:pt x="4952" y="26394"/>
                    <a:pt x="6183" y="28348"/>
                    <a:pt x="6183" y="30543"/>
                  </a:cubicBezTo>
                  <a:cubicBezTo>
                    <a:pt x="6183" y="32711"/>
                    <a:pt x="4952" y="34665"/>
                    <a:pt x="3025" y="35628"/>
                  </a:cubicBezTo>
                  <a:cubicBezTo>
                    <a:pt x="2971" y="35655"/>
                    <a:pt x="2944" y="35709"/>
                    <a:pt x="2944" y="35762"/>
                  </a:cubicBezTo>
                  <a:cubicBezTo>
                    <a:pt x="3105" y="37823"/>
                    <a:pt x="1633" y="39643"/>
                    <a:pt x="107" y="40553"/>
                  </a:cubicBezTo>
                  <a:cubicBezTo>
                    <a:pt x="80" y="40553"/>
                    <a:pt x="54" y="40580"/>
                    <a:pt x="27" y="40633"/>
                  </a:cubicBezTo>
                  <a:cubicBezTo>
                    <a:pt x="27" y="40687"/>
                    <a:pt x="27" y="40741"/>
                    <a:pt x="80" y="40767"/>
                  </a:cubicBezTo>
                  <a:cubicBezTo>
                    <a:pt x="1820" y="41784"/>
                    <a:pt x="2944" y="43658"/>
                    <a:pt x="2944" y="45532"/>
                  </a:cubicBezTo>
                  <a:cubicBezTo>
                    <a:pt x="2944" y="45558"/>
                    <a:pt x="2944" y="45558"/>
                    <a:pt x="2944" y="45585"/>
                  </a:cubicBezTo>
                  <a:cubicBezTo>
                    <a:pt x="2944" y="45612"/>
                    <a:pt x="2971" y="45665"/>
                    <a:pt x="3025" y="45692"/>
                  </a:cubicBezTo>
                  <a:cubicBezTo>
                    <a:pt x="4952" y="46656"/>
                    <a:pt x="6183" y="48636"/>
                    <a:pt x="6183" y="50804"/>
                  </a:cubicBezTo>
                  <a:cubicBezTo>
                    <a:pt x="6183" y="52972"/>
                    <a:pt x="4952" y="54926"/>
                    <a:pt x="3025" y="55917"/>
                  </a:cubicBezTo>
                  <a:cubicBezTo>
                    <a:pt x="2971" y="55917"/>
                    <a:pt x="2944" y="55970"/>
                    <a:pt x="2944" y="56024"/>
                  </a:cubicBezTo>
                  <a:cubicBezTo>
                    <a:pt x="2891" y="58004"/>
                    <a:pt x="1847" y="59798"/>
                    <a:pt x="107" y="60815"/>
                  </a:cubicBezTo>
                  <a:cubicBezTo>
                    <a:pt x="80" y="60815"/>
                    <a:pt x="54" y="60868"/>
                    <a:pt x="27" y="60895"/>
                  </a:cubicBezTo>
                  <a:cubicBezTo>
                    <a:pt x="27" y="60949"/>
                    <a:pt x="27" y="61002"/>
                    <a:pt x="80" y="61029"/>
                  </a:cubicBezTo>
                  <a:cubicBezTo>
                    <a:pt x="1820" y="62046"/>
                    <a:pt x="2891" y="63839"/>
                    <a:pt x="2944" y="65847"/>
                  </a:cubicBezTo>
                  <a:cubicBezTo>
                    <a:pt x="2944" y="65900"/>
                    <a:pt x="2971" y="65927"/>
                    <a:pt x="3025" y="65954"/>
                  </a:cubicBezTo>
                  <a:cubicBezTo>
                    <a:pt x="4952" y="66944"/>
                    <a:pt x="6183" y="68898"/>
                    <a:pt x="6183" y="71066"/>
                  </a:cubicBezTo>
                  <a:cubicBezTo>
                    <a:pt x="6183" y="73234"/>
                    <a:pt x="4952" y="75188"/>
                    <a:pt x="3025" y="76178"/>
                  </a:cubicBezTo>
                  <a:cubicBezTo>
                    <a:pt x="2971" y="76178"/>
                    <a:pt x="2944" y="76232"/>
                    <a:pt x="2944" y="76285"/>
                  </a:cubicBezTo>
                  <a:cubicBezTo>
                    <a:pt x="2891" y="78266"/>
                    <a:pt x="1820" y="80086"/>
                    <a:pt x="80" y="81076"/>
                  </a:cubicBezTo>
                  <a:cubicBezTo>
                    <a:pt x="27" y="81130"/>
                    <a:pt x="0" y="81183"/>
                    <a:pt x="54" y="81264"/>
                  </a:cubicBezTo>
                  <a:cubicBezTo>
                    <a:pt x="70" y="81297"/>
                    <a:pt x="107" y="81320"/>
                    <a:pt x="146" y="81320"/>
                  </a:cubicBezTo>
                  <a:cubicBezTo>
                    <a:pt x="169" y="81320"/>
                    <a:pt x="194" y="81311"/>
                    <a:pt x="214" y="81290"/>
                  </a:cubicBezTo>
                  <a:cubicBezTo>
                    <a:pt x="2007" y="80273"/>
                    <a:pt x="3105" y="78427"/>
                    <a:pt x="3185" y="76366"/>
                  </a:cubicBezTo>
                  <a:cubicBezTo>
                    <a:pt x="5193" y="75322"/>
                    <a:pt x="6424" y="73314"/>
                    <a:pt x="6424" y="71066"/>
                  </a:cubicBezTo>
                  <a:cubicBezTo>
                    <a:pt x="6424" y="68818"/>
                    <a:pt x="5193" y="66784"/>
                    <a:pt x="3185" y="65766"/>
                  </a:cubicBezTo>
                  <a:cubicBezTo>
                    <a:pt x="3132" y="63786"/>
                    <a:pt x="2088" y="61992"/>
                    <a:pt x="402" y="60922"/>
                  </a:cubicBezTo>
                  <a:cubicBezTo>
                    <a:pt x="2088" y="59878"/>
                    <a:pt x="3132" y="58085"/>
                    <a:pt x="3185" y="56104"/>
                  </a:cubicBezTo>
                  <a:cubicBezTo>
                    <a:pt x="5193" y="55060"/>
                    <a:pt x="6424" y="53053"/>
                    <a:pt x="6424" y="50804"/>
                  </a:cubicBezTo>
                  <a:cubicBezTo>
                    <a:pt x="6424" y="48556"/>
                    <a:pt x="5193" y="46522"/>
                    <a:pt x="3185" y="45505"/>
                  </a:cubicBezTo>
                  <a:cubicBezTo>
                    <a:pt x="3185" y="43604"/>
                    <a:pt x="2088" y="41731"/>
                    <a:pt x="402" y="40660"/>
                  </a:cubicBezTo>
                  <a:cubicBezTo>
                    <a:pt x="1927" y="39723"/>
                    <a:pt x="3319" y="37903"/>
                    <a:pt x="3212" y="35816"/>
                  </a:cubicBezTo>
                  <a:cubicBezTo>
                    <a:pt x="5193" y="34799"/>
                    <a:pt x="6424" y="32764"/>
                    <a:pt x="6424" y="30543"/>
                  </a:cubicBezTo>
                  <a:cubicBezTo>
                    <a:pt x="6424" y="28295"/>
                    <a:pt x="5193" y="26260"/>
                    <a:pt x="3185" y="25243"/>
                  </a:cubicBezTo>
                  <a:cubicBezTo>
                    <a:pt x="3105" y="23236"/>
                    <a:pt x="2061" y="21443"/>
                    <a:pt x="402" y="20399"/>
                  </a:cubicBezTo>
                  <a:cubicBezTo>
                    <a:pt x="2088" y="19328"/>
                    <a:pt x="3185" y="17454"/>
                    <a:pt x="3185" y="15608"/>
                  </a:cubicBezTo>
                  <a:cubicBezTo>
                    <a:pt x="3185" y="15608"/>
                    <a:pt x="3185" y="15581"/>
                    <a:pt x="3185" y="15554"/>
                  </a:cubicBezTo>
                  <a:cubicBezTo>
                    <a:pt x="5193" y="14537"/>
                    <a:pt x="6424" y="12503"/>
                    <a:pt x="6424" y="10255"/>
                  </a:cubicBezTo>
                  <a:cubicBezTo>
                    <a:pt x="6424" y="8033"/>
                    <a:pt x="5193" y="5999"/>
                    <a:pt x="3185" y="4982"/>
                  </a:cubicBezTo>
                  <a:lnTo>
                    <a:pt x="3185" y="4955"/>
                  </a:lnTo>
                  <a:cubicBezTo>
                    <a:pt x="3185" y="3028"/>
                    <a:pt x="2007" y="1074"/>
                    <a:pt x="214" y="30"/>
                  </a:cubicBezTo>
                  <a:cubicBezTo>
                    <a:pt x="194" y="10"/>
                    <a:pt x="169"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 name="Google Shape;1611;p191"/>
            <p:cNvSpPr/>
            <p:nvPr/>
          </p:nvSpPr>
          <p:spPr>
            <a:xfrm>
              <a:off x="1146800" y="818875"/>
              <a:ext cx="159950" cy="2032875"/>
            </a:xfrm>
            <a:custGeom>
              <a:rect b="b" l="l" r="r" t="t"/>
              <a:pathLst>
                <a:path extrusionOk="0" h="81315" w="6398">
                  <a:moveTo>
                    <a:pt x="123" y="1"/>
                  </a:moveTo>
                  <a:cubicBezTo>
                    <a:pt x="83" y="1"/>
                    <a:pt x="44" y="20"/>
                    <a:pt x="28" y="70"/>
                  </a:cubicBezTo>
                  <a:cubicBezTo>
                    <a:pt x="28" y="70"/>
                    <a:pt x="1" y="97"/>
                    <a:pt x="1" y="124"/>
                  </a:cubicBezTo>
                  <a:cubicBezTo>
                    <a:pt x="1" y="178"/>
                    <a:pt x="28" y="204"/>
                    <a:pt x="81" y="231"/>
                  </a:cubicBezTo>
                  <a:cubicBezTo>
                    <a:pt x="1821" y="1248"/>
                    <a:pt x="2972" y="3175"/>
                    <a:pt x="2918" y="5022"/>
                  </a:cubicBezTo>
                  <a:cubicBezTo>
                    <a:pt x="2918" y="5076"/>
                    <a:pt x="2945" y="5129"/>
                    <a:pt x="2998" y="5156"/>
                  </a:cubicBezTo>
                  <a:cubicBezTo>
                    <a:pt x="4952" y="6119"/>
                    <a:pt x="6157" y="8073"/>
                    <a:pt x="6157" y="10268"/>
                  </a:cubicBezTo>
                  <a:cubicBezTo>
                    <a:pt x="6157" y="12436"/>
                    <a:pt x="4952" y="14390"/>
                    <a:pt x="2998" y="15354"/>
                  </a:cubicBezTo>
                  <a:cubicBezTo>
                    <a:pt x="2945" y="15380"/>
                    <a:pt x="2918" y="15434"/>
                    <a:pt x="2918" y="15487"/>
                  </a:cubicBezTo>
                  <a:cubicBezTo>
                    <a:pt x="2998" y="17334"/>
                    <a:pt x="1848" y="19235"/>
                    <a:pt x="81" y="20278"/>
                  </a:cubicBezTo>
                  <a:cubicBezTo>
                    <a:pt x="54" y="20278"/>
                    <a:pt x="28" y="20305"/>
                    <a:pt x="1" y="20359"/>
                  </a:cubicBezTo>
                  <a:cubicBezTo>
                    <a:pt x="1" y="20412"/>
                    <a:pt x="28" y="20466"/>
                    <a:pt x="81" y="20493"/>
                  </a:cubicBezTo>
                  <a:cubicBezTo>
                    <a:pt x="1794" y="21510"/>
                    <a:pt x="2865" y="23303"/>
                    <a:pt x="2918" y="25310"/>
                  </a:cubicBezTo>
                  <a:cubicBezTo>
                    <a:pt x="2918" y="25364"/>
                    <a:pt x="2945"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079" y="37837"/>
                    <a:pt x="1633" y="39630"/>
                    <a:pt x="81" y="40540"/>
                  </a:cubicBezTo>
                  <a:cubicBezTo>
                    <a:pt x="54" y="40540"/>
                    <a:pt x="28" y="40594"/>
                    <a:pt x="1" y="40620"/>
                  </a:cubicBezTo>
                  <a:cubicBezTo>
                    <a:pt x="1" y="40674"/>
                    <a:pt x="28"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81" y="60802"/>
                  </a:cubicBezTo>
                  <a:cubicBezTo>
                    <a:pt x="54" y="60828"/>
                    <a:pt x="28" y="60855"/>
                    <a:pt x="1" y="60882"/>
                  </a:cubicBezTo>
                  <a:cubicBezTo>
                    <a:pt x="1" y="60935"/>
                    <a:pt x="28"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8" y="81117"/>
                    <a:pt x="1" y="81197"/>
                    <a:pt x="28" y="81251"/>
                  </a:cubicBezTo>
                  <a:cubicBezTo>
                    <a:pt x="47" y="81290"/>
                    <a:pt x="95" y="81315"/>
                    <a:pt x="151" y="81315"/>
                  </a:cubicBezTo>
                  <a:cubicBezTo>
                    <a:pt x="172" y="81315"/>
                    <a:pt x="193" y="81311"/>
                    <a:pt x="215" y="81304"/>
                  </a:cubicBezTo>
                  <a:cubicBezTo>
                    <a:pt x="1981" y="80260"/>
                    <a:pt x="3106" y="78413"/>
                    <a:pt x="3186" y="76352"/>
                  </a:cubicBezTo>
                  <a:cubicBezTo>
                    <a:pt x="5167" y="75309"/>
                    <a:pt x="6398" y="73301"/>
                    <a:pt x="6398" y="71053"/>
                  </a:cubicBezTo>
                  <a:cubicBezTo>
                    <a:pt x="6398" y="68805"/>
                    <a:pt x="5167" y="66797"/>
                    <a:pt x="3186" y="65753"/>
                  </a:cubicBezTo>
                  <a:cubicBezTo>
                    <a:pt x="3106" y="63773"/>
                    <a:pt x="2062" y="61979"/>
                    <a:pt x="375" y="60909"/>
                  </a:cubicBezTo>
                  <a:cubicBezTo>
                    <a:pt x="2062" y="59865"/>
                    <a:pt x="3106" y="58072"/>
                    <a:pt x="3186" y="56091"/>
                  </a:cubicBezTo>
                  <a:cubicBezTo>
                    <a:pt x="5167" y="55047"/>
                    <a:pt x="6398" y="53040"/>
                    <a:pt x="6398" y="50791"/>
                  </a:cubicBezTo>
                  <a:cubicBezTo>
                    <a:pt x="6398" y="48543"/>
                    <a:pt x="5167" y="46536"/>
                    <a:pt x="3186" y="45492"/>
                  </a:cubicBezTo>
                  <a:cubicBezTo>
                    <a:pt x="3159" y="43591"/>
                    <a:pt x="2088" y="41718"/>
                    <a:pt x="375" y="40647"/>
                  </a:cubicBezTo>
                  <a:cubicBezTo>
                    <a:pt x="1901" y="39710"/>
                    <a:pt x="3293" y="37890"/>
                    <a:pt x="3186" y="35829"/>
                  </a:cubicBezTo>
                  <a:cubicBezTo>
                    <a:pt x="5167" y="34785"/>
                    <a:pt x="6398" y="32751"/>
                    <a:pt x="6398" y="30530"/>
                  </a:cubicBezTo>
                  <a:cubicBezTo>
                    <a:pt x="6398" y="28281"/>
                    <a:pt x="5167" y="26247"/>
                    <a:pt x="3186" y="25230"/>
                  </a:cubicBezTo>
                  <a:cubicBezTo>
                    <a:pt x="3079" y="23223"/>
                    <a:pt x="2062" y="21429"/>
                    <a:pt x="375" y="20386"/>
                  </a:cubicBezTo>
                  <a:cubicBezTo>
                    <a:pt x="2088" y="19315"/>
                    <a:pt x="3186" y="17415"/>
                    <a:pt x="3186" y="15541"/>
                  </a:cubicBezTo>
                  <a:cubicBezTo>
                    <a:pt x="5167" y="14524"/>
                    <a:pt x="6398" y="12490"/>
                    <a:pt x="6398" y="10268"/>
                  </a:cubicBezTo>
                  <a:cubicBezTo>
                    <a:pt x="6398" y="8020"/>
                    <a:pt x="5167" y="5986"/>
                    <a:pt x="3186" y="4969"/>
                  </a:cubicBezTo>
                  <a:lnTo>
                    <a:pt x="3186" y="4942"/>
                  </a:lnTo>
                  <a:cubicBezTo>
                    <a:pt x="3186" y="3041"/>
                    <a:pt x="1981" y="1061"/>
                    <a:pt x="188" y="17"/>
                  </a:cubicBezTo>
                  <a:cubicBezTo>
                    <a:pt x="169" y="7"/>
                    <a:pt x="145"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 name="Google Shape;1612;p191"/>
            <p:cNvSpPr/>
            <p:nvPr/>
          </p:nvSpPr>
          <p:spPr>
            <a:xfrm>
              <a:off x="992900" y="566950"/>
              <a:ext cx="160625" cy="2033000"/>
            </a:xfrm>
            <a:custGeom>
              <a:rect b="b" l="l" r="r" t="t"/>
              <a:pathLst>
                <a:path extrusionOk="0" h="81320" w="6425">
                  <a:moveTo>
                    <a:pt x="145" y="1"/>
                  </a:moveTo>
                  <a:cubicBezTo>
                    <a:pt x="104" y="1"/>
                    <a:pt x="60" y="24"/>
                    <a:pt x="27" y="57"/>
                  </a:cubicBezTo>
                  <a:cubicBezTo>
                    <a:pt x="27" y="84"/>
                    <a:pt x="27" y="110"/>
                    <a:pt x="27" y="137"/>
                  </a:cubicBezTo>
                  <a:cubicBezTo>
                    <a:pt x="27" y="164"/>
                    <a:pt x="54"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72" y="15394"/>
                    <a:pt x="2945" y="15447"/>
                    <a:pt x="2945" y="15501"/>
                  </a:cubicBezTo>
                  <a:cubicBezTo>
                    <a:pt x="2998" y="17347"/>
                    <a:pt x="1847" y="19248"/>
                    <a:pt x="108" y="20292"/>
                  </a:cubicBezTo>
                  <a:cubicBezTo>
                    <a:pt x="54" y="20292"/>
                    <a:pt x="27" y="20318"/>
                    <a:pt x="27" y="20372"/>
                  </a:cubicBezTo>
                  <a:cubicBezTo>
                    <a:pt x="1" y="20425"/>
                    <a:pt x="27" y="20479"/>
                    <a:pt x="81" y="20506"/>
                  </a:cubicBezTo>
                  <a:cubicBezTo>
                    <a:pt x="1794" y="21496"/>
                    <a:pt x="2865" y="23289"/>
                    <a:pt x="2945" y="25324"/>
                  </a:cubicBezTo>
                  <a:cubicBezTo>
                    <a:pt x="2945" y="25350"/>
                    <a:pt x="2972" y="25404"/>
                    <a:pt x="2998" y="25431"/>
                  </a:cubicBezTo>
                  <a:cubicBezTo>
                    <a:pt x="4952" y="26394"/>
                    <a:pt x="6157" y="28348"/>
                    <a:pt x="6157" y="30543"/>
                  </a:cubicBezTo>
                  <a:cubicBezTo>
                    <a:pt x="6157" y="32711"/>
                    <a:pt x="4952" y="34665"/>
                    <a:pt x="2998" y="35628"/>
                  </a:cubicBezTo>
                  <a:cubicBezTo>
                    <a:pt x="2972" y="35655"/>
                    <a:pt x="2945" y="35709"/>
                    <a:pt x="2945" y="35762"/>
                  </a:cubicBezTo>
                  <a:cubicBezTo>
                    <a:pt x="3105"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0" y="81297"/>
                    <a:pt x="104" y="81320"/>
                    <a:pt x="145" y="81320"/>
                  </a:cubicBezTo>
                  <a:cubicBezTo>
                    <a:pt x="170" y="81320"/>
                    <a:pt x="194" y="81311"/>
                    <a:pt x="215" y="81290"/>
                  </a:cubicBezTo>
                  <a:cubicBezTo>
                    <a:pt x="2008" y="80273"/>
                    <a:pt x="3105" y="78427"/>
                    <a:pt x="3186" y="76366"/>
                  </a:cubicBezTo>
                  <a:cubicBezTo>
                    <a:pt x="5193" y="75322"/>
                    <a:pt x="6424" y="73314"/>
                    <a:pt x="6424" y="71066"/>
                  </a:cubicBezTo>
                  <a:cubicBezTo>
                    <a:pt x="6424" y="68818"/>
                    <a:pt x="5193" y="66784"/>
                    <a:pt x="3186" y="65766"/>
                  </a:cubicBezTo>
                  <a:cubicBezTo>
                    <a:pt x="3105" y="63786"/>
                    <a:pt x="2088" y="61992"/>
                    <a:pt x="402" y="60922"/>
                  </a:cubicBezTo>
                  <a:cubicBezTo>
                    <a:pt x="2088" y="59878"/>
                    <a:pt x="3105" y="58085"/>
                    <a:pt x="3186" y="56104"/>
                  </a:cubicBezTo>
                  <a:cubicBezTo>
                    <a:pt x="5193" y="55060"/>
                    <a:pt x="6424" y="53053"/>
                    <a:pt x="6424" y="50804"/>
                  </a:cubicBezTo>
                  <a:cubicBezTo>
                    <a:pt x="6424" y="48556"/>
                    <a:pt x="5193" y="46522"/>
                    <a:pt x="3186" y="45505"/>
                  </a:cubicBezTo>
                  <a:cubicBezTo>
                    <a:pt x="3159" y="43604"/>
                    <a:pt x="2088" y="41731"/>
                    <a:pt x="402" y="40660"/>
                  </a:cubicBezTo>
                  <a:cubicBezTo>
                    <a:pt x="1901" y="39723"/>
                    <a:pt x="3320" y="37877"/>
                    <a:pt x="3186" y="35816"/>
                  </a:cubicBezTo>
                  <a:cubicBezTo>
                    <a:pt x="5193" y="34799"/>
                    <a:pt x="6424" y="32764"/>
                    <a:pt x="6424" y="30543"/>
                  </a:cubicBezTo>
                  <a:cubicBezTo>
                    <a:pt x="6424" y="28295"/>
                    <a:pt x="5193" y="26260"/>
                    <a:pt x="3186" y="25243"/>
                  </a:cubicBezTo>
                  <a:cubicBezTo>
                    <a:pt x="3105" y="23236"/>
                    <a:pt x="2062" y="21443"/>
                    <a:pt x="402" y="20399"/>
                  </a:cubicBezTo>
                  <a:cubicBezTo>
                    <a:pt x="2088" y="19328"/>
                    <a:pt x="3186" y="17454"/>
                    <a:pt x="3186" y="15608"/>
                  </a:cubicBezTo>
                  <a:cubicBezTo>
                    <a:pt x="3186" y="15608"/>
                    <a:pt x="3186" y="15581"/>
                    <a:pt x="3186" y="15554"/>
                  </a:cubicBezTo>
                  <a:cubicBezTo>
                    <a:pt x="5193" y="14537"/>
                    <a:pt x="6424" y="12503"/>
                    <a:pt x="6424" y="10255"/>
                  </a:cubicBezTo>
                  <a:cubicBezTo>
                    <a:pt x="6424" y="8033"/>
                    <a:pt x="5193" y="5999"/>
                    <a:pt x="3186" y="4982"/>
                  </a:cubicBezTo>
                  <a:lnTo>
                    <a:pt x="3186" y="4955"/>
                  </a:lnTo>
                  <a:cubicBezTo>
                    <a:pt x="3186" y="3028"/>
                    <a:pt x="2008" y="1074"/>
                    <a:pt x="215" y="30"/>
                  </a:cubicBezTo>
                  <a:cubicBezTo>
                    <a:pt x="194" y="10"/>
                    <a:pt x="170" y="1"/>
                    <a:pt x="1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 name="Google Shape;1613;p191"/>
            <p:cNvSpPr/>
            <p:nvPr/>
          </p:nvSpPr>
          <p:spPr>
            <a:xfrm>
              <a:off x="839675" y="818875"/>
              <a:ext cx="159950" cy="2032875"/>
            </a:xfrm>
            <a:custGeom>
              <a:rect b="b" l="l" r="r" t="t"/>
              <a:pathLst>
                <a:path extrusionOk="0" h="81315" w="6398">
                  <a:moveTo>
                    <a:pt x="122" y="1"/>
                  </a:moveTo>
                  <a:cubicBezTo>
                    <a:pt x="83" y="1"/>
                    <a:pt x="44" y="20"/>
                    <a:pt x="27" y="70"/>
                  </a:cubicBezTo>
                  <a:cubicBezTo>
                    <a:pt x="0" y="70"/>
                    <a:pt x="0" y="97"/>
                    <a:pt x="0" y="124"/>
                  </a:cubicBezTo>
                  <a:cubicBezTo>
                    <a:pt x="0" y="178"/>
                    <a:pt x="27" y="204"/>
                    <a:pt x="54" y="231"/>
                  </a:cubicBezTo>
                  <a:cubicBezTo>
                    <a:pt x="1794" y="1248"/>
                    <a:pt x="2971" y="3175"/>
                    <a:pt x="2918" y="5022"/>
                  </a:cubicBezTo>
                  <a:cubicBezTo>
                    <a:pt x="2918" y="5076"/>
                    <a:pt x="2945" y="5129"/>
                    <a:pt x="2998" y="5156"/>
                  </a:cubicBezTo>
                  <a:cubicBezTo>
                    <a:pt x="4925" y="6119"/>
                    <a:pt x="6156" y="8073"/>
                    <a:pt x="6156" y="10268"/>
                  </a:cubicBezTo>
                  <a:cubicBezTo>
                    <a:pt x="6156" y="12436"/>
                    <a:pt x="4925" y="14390"/>
                    <a:pt x="2998" y="15354"/>
                  </a:cubicBezTo>
                  <a:cubicBezTo>
                    <a:pt x="2945" y="15380"/>
                    <a:pt x="2918" y="15434"/>
                    <a:pt x="2918" y="15487"/>
                  </a:cubicBezTo>
                  <a:cubicBezTo>
                    <a:pt x="2971" y="17334"/>
                    <a:pt x="1847" y="19235"/>
                    <a:pt x="81" y="20278"/>
                  </a:cubicBezTo>
                  <a:cubicBezTo>
                    <a:pt x="54" y="20278"/>
                    <a:pt x="27" y="20305"/>
                    <a:pt x="0" y="20359"/>
                  </a:cubicBezTo>
                  <a:cubicBezTo>
                    <a:pt x="0" y="20412"/>
                    <a:pt x="27" y="20466"/>
                    <a:pt x="54" y="20493"/>
                  </a:cubicBezTo>
                  <a:cubicBezTo>
                    <a:pt x="1794" y="21510"/>
                    <a:pt x="2864" y="23303"/>
                    <a:pt x="2918" y="25310"/>
                  </a:cubicBezTo>
                  <a:cubicBezTo>
                    <a:pt x="2918" y="25364"/>
                    <a:pt x="2945" y="25391"/>
                    <a:pt x="2998" y="25417"/>
                  </a:cubicBezTo>
                  <a:cubicBezTo>
                    <a:pt x="4925" y="26381"/>
                    <a:pt x="6156" y="28362"/>
                    <a:pt x="6156" y="30530"/>
                  </a:cubicBezTo>
                  <a:cubicBezTo>
                    <a:pt x="6156" y="32698"/>
                    <a:pt x="4925" y="34652"/>
                    <a:pt x="2998" y="35642"/>
                  </a:cubicBezTo>
                  <a:cubicBezTo>
                    <a:pt x="2945" y="35642"/>
                    <a:pt x="2918" y="35695"/>
                    <a:pt x="2918" y="35749"/>
                  </a:cubicBezTo>
                  <a:cubicBezTo>
                    <a:pt x="3078" y="37837"/>
                    <a:pt x="1606" y="39630"/>
                    <a:pt x="81" y="40540"/>
                  </a:cubicBezTo>
                  <a:cubicBezTo>
                    <a:pt x="54" y="40540"/>
                    <a:pt x="27" y="40594"/>
                    <a:pt x="0" y="40620"/>
                  </a:cubicBezTo>
                  <a:cubicBezTo>
                    <a:pt x="0" y="40674"/>
                    <a:pt x="27" y="40727"/>
                    <a:pt x="54" y="40754"/>
                  </a:cubicBezTo>
                  <a:cubicBezTo>
                    <a:pt x="1794" y="41771"/>
                    <a:pt x="2918" y="43645"/>
                    <a:pt x="2918" y="45545"/>
                  </a:cubicBezTo>
                  <a:cubicBezTo>
                    <a:pt x="2918" y="45545"/>
                    <a:pt x="2918" y="45545"/>
                    <a:pt x="2918" y="45572"/>
                  </a:cubicBezTo>
                  <a:cubicBezTo>
                    <a:pt x="2918" y="45626"/>
                    <a:pt x="2945" y="45652"/>
                    <a:pt x="2998" y="45679"/>
                  </a:cubicBezTo>
                  <a:cubicBezTo>
                    <a:pt x="4925" y="46669"/>
                    <a:pt x="6156" y="48623"/>
                    <a:pt x="6156" y="50791"/>
                  </a:cubicBezTo>
                  <a:cubicBezTo>
                    <a:pt x="6156" y="52959"/>
                    <a:pt x="4925" y="54913"/>
                    <a:pt x="2998" y="55904"/>
                  </a:cubicBezTo>
                  <a:cubicBezTo>
                    <a:pt x="2945" y="55930"/>
                    <a:pt x="2918" y="55957"/>
                    <a:pt x="2918" y="56011"/>
                  </a:cubicBezTo>
                  <a:cubicBezTo>
                    <a:pt x="2864" y="57991"/>
                    <a:pt x="1820" y="59785"/>
                    <a:pt x="81" y="60802"/>
                  </a:cubicBezTo>
                  <a:cubicBezTo>
                    <a:pt x="54" y="60828"/>
                    <a:pt x="27" y="60855"/>
                    <a:pt x="0" y="60882"/>
                  </a:cubicBezTo>
                  <a:cubicBezTo>
                    <a:pt x="0" y="60935"/>
                    <a:pt x="27" y="60989"/>
                    <a:pt x="54" y="61016"/>
                  </a:cubicBezTo>
                  <a:cubicBezTo>
                    <a:pt x="1794" y="62033"/>
                    <a:pt x="2864" y="63826"/>
                    <a:pt x="2918" y="65834"/>
                  </a:cubicBezTo>
                  <a:cubicBezTo>
                    <a:pt x="2918" y="65887"/>
                    <a:pt x="2945" y="65914"/>
                    <a:pt x="2998" y="65941"/>
                  </a:cubicBezTo>
                  <a:cubicBezTo>
                    <a:pt x="4925" y="66931"/>
                    <a:pt x="6156" y="68885"/>
                    <a:pt x="6156" y="71053"/>
                  </a:cubicBezTo>
                  <a:cubicBezTo>
                    <a:pt x="6156" y="73221"/>
                    <a:pt x="4925" y="75175"/>
                    <a:pt x="2998" y="76165"/>
                  </a:cubicBezTo>
                  <a:cubicBezTo>
                    <a:pt x="2945" y="76192"/>
                    <a:pt x="2918" y="76219"/>
                    <a:pt x="2918" y="76272"/>
                  </a:cubicBezTo>
                  <a:cubicBezTo>
                    <a:pt x="2864" y="78280"/>
                    <a:pt x="1794" y="80073"/>
                    <a:pt x="81" y="81090"/>
                  </a:cubicBezTo>
                  <a:cubicBezTo>
                    <a:pt x="0" y="81117"/>
                    <a:pt x="0" y="81197"/>
                    <a:pt x="27" y="81251"/>
                  </a:cubicBezTo>
                  <a:cubicBezTo>
                    <a:pt x="47" y="81290"/>
                    <a:pt x="95" y="81315"/>
                    <a:pt x="140" y="81315"/>
                  </a:cubicBezTo>
                  <a:cubicBezTo>
                    <a:pt x="157" y="81315"/>
                    <a:pt x="173" y="81311"/>
                    <a:pt x="188" y="81304"/>
                  </a:cubicBezTo>
                  <a:cubicBezTo>
                    <a:pt x="1981" y="80260"/>
                    <a:pt x="3105" y="78413"/>
                    <a:pt x="3159" y="76352"/>
                  </a:cubicBezTo>
                  <a:cubicBezTo>
                    <a:pt x="5166" y="75309"/>
                    <a:pt x="6397" y="73301"/>
                    <a:pt x="6397" y="71053"/>
                  </a:cubicBezTo>
                  <a:cubicBezTo>
                    <a:pt x="6397" y="68805"/>
                    <a:pt x="5166" y="66797"/>
                    <a:pt x="3159" y="65753"/>
                  </a:cubicBezTo>
                  <a:cubicBezTo>
                    <a:pt x="3105" y="63773"/>
                    <a:pt x="2061" y="61979"/>
                    <a:pt x="375" y="60909"/>
                  </a:cubicBezTo>
                  <a:cubicBezTo>
                    <a:pt x="2061" y="59865"/>
                    <a:pt x="3105" y="58072"/>
                    <a:pt x="3159" y="56091"/>
                  </a:cubicBezTo>
                  <a:cubicBezTo>
                    <a:pt x="5166" y="55047"/>
                    <a:pt x="6397" y="53040"/>
                    <a:pt x="6397" y="50791"/>
                  </a:cubicBezTo>
                  <a:cubicBezTo>
                    <a:pt x="6397" y="48543"/>
                    <a:pt x="5166" y="46536"/>
                    <a:pt x="3159" y="45492"/>
                  </a:cubicBezTo>
                  <a:cubicBezTo>
                    <a:pt x="3159" y="43591"/>
                    <a:pt x="2061" y="41718"/>
                    <a:pt x="375" y="40647"/>
                  </a:cubicBezTo>
                  <a:cubicBezTo>
                    <a:pt x="1901" y="39710"/>
                    <a:pt x="3292" y="37890"/>
                    <a:pt x="3185" y="35829"/>
                  </a:cubicBezTo>
                  <a:cubicBezTo>
                    <a:pt x="5166" y="34785"/>
                    <a:pt x="6397" y="32751"/>
                    <a:pt x="6397" y="30530"/>
                  </a:cubicBezTo>
                  <a:cubicBezTo>
                    <a:pt x="6397" y="28281"/>
                    <a:pt x="5166" y="26247"/>
                    <a:pt x="3159" y="25230"/>
                  </a:cubicBezTo>
                  <a:cubicBezTo>
                    <a:pt x="3078" y="23223"/>
                    <a:pt x="2035" y="21429"/>
                    <a:pt x="375" y="20386"/>
                  </a:cubicBezTo>
                  <a:cubicBezTo>
                    <a:pt x="2061" y="19315"/>
                    <a:pt x="3159" y="17441"/>
                    <a:pt x="3159" y="15595"/>
                  </a:cubicBezTo>
                  <a:cubicBezTo>
                    <a:pt x="3159" y="15595"/>
                    <a:pt x="3159" y="15568"/>
                    <a:pt x="3159" y="15541"/>
                  </a:cubicBezTo>
                  <a:cubicBezTo>
                    <a:pt x="5166" y="14524"/>
                    <a:pt x="6397" y="12490"/>
                    <a:pt x="6397" y="10268"/>
                  </a:cubicBezTo>
                  <a:cubicBezTo>
                    <a:pt x="6397" y="8020"/>
                    <a:pt x="5166" y="5986"/>
                    <a:pt x="3159" y="4969"/>
                  </a:cubicBezTo>
                  <a:lnTo>
                    <a:pt x="3159" y="4942"/>
                  </a:lnTo>
                  <a:cubicBezTo>
                    <a:pt x="3159" y="3041"/>
                    <a:pt x="1981" y="1061"/>
                    <a:pt x="188" y="17"/>
                  </a:cubicBezTo>
                  <a:cubicBezTo>
                    <a:pt x="168" y="7"/>
                    <a:pt x="145" y="1"/>
                    <a:pt x="1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 name="Google Shape;1614;p191"/>
            <p:cNvSpPr/>
            <p:nvPr/>
          </p:nvSpPr>
          <p:spPr>
            <a:xfrm>
              <a:off x="685775" y="566950"/>
              <a:ext cx="159950" cy="2033000"/>
            </a:xfrm>
            <a:custGeom>
              <a:rect b="b" l="l" r="r" t="t"/>
              <a:pathLst>
                <a:path extrusionOk="0" h="81320" w="6398">
                  <a:moveTo>
                    <a:pt x="119" y="1"/>
                  </a:moveTo>
                  <a:cubicBezTo>
                    <a:pt x="81" y="1"/>
                    <a:pt x="44" y="24"/>
                    <a:pt x="27" y="57"/>
                  </a:cubicBezTo>
                  <a:cubicBezTo>
                    <a:pt x="27"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98" y="17347"/>
                    <a:pt x="1847" y="19248"/>
                    <a:pt x="81" y="20292"/>
                  </a:cubicBezTo>
                  <a:cubicBezTo>
                    <a:pt x="54" y="20292"/>
                    <a:pt x="27" y="20318"/>
                    <a:pt x="27"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27"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91" y="58004"/>
                    <a:pt x="1820" y="59798"/>
                    <a:pt x="81" y="60815"/>
                  </a:cubicBezTo>
                  <a:cubicBezTo>
                    <a:pt x="54" y="60815"/>
                    <a:pt x="27" y="60868"/>
                    <a:pt x="27" y="60895"/>
                  </a:cubicBezTo>
                  <a:cubicBezTo>
                    <a:pt x="0" y="60949"/>
                    <a:pt x="27" y="61002"/>
                    <a:pt x="81" y="61029"/>
                  </a:cubicBezTo>
                  <a:cubicBezTo>
                    <a:pt x="1820" y="62046"/>
                    <a:pt x="2891"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91" y="78293"/>
                    <a:pt x="1820" y="80086"/>
                    <a:pt x="81" y="81076"/>
                  </a:cubicBezTo>
                  <a:cubicBezTo>
                    <a:pt x="27" y="81130"/>
                    <a:pt x="0" y="81183"/>
                    <a:pt x="27" y="81264"/>
                  </a:cubicBezTo>
                  <a:cubicBezTo>
                    <a:pt x="60" y="81297"/>
                    <a:pt x="93" y="81320"/>
                    <a:pt x="133" y="81320"/>
                  </a:cubicBezTo>
                  <a:cubicBezTo>
                    <a:pt x="157" y="81320"/>
                    <a:pt x="184" y="81311"/>
                    <a:pt x="214" y="81290"/>
                  </a:cubicBezTo>
                  <a:cubicBezTo>
                    <a:pt x="2008"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88" y="41731"/>
                    <a:pt x="375" y="40660"/>
                  </a:cubicBezTo>
                  <a:cubicBezTo>
                    <a:pt x="1901" y="39723"/>
                    <a:pt x="3292" y="37903"/>
                    <a:pt x="3185" y="35816"/>
                  </a:cubicBezTo>
                  <a:cubicBezTo>
                    <a:pt x="5166" y="34799"/>
                    <a:pt x="6397" y="32764"/>
                    <a:pt x="6397" y="30543"/>
                  </a:cubicBezTo>
                  <a:cubicBezTo>
                    <a:pt x="6397" y="28295"/>
                    <a:pt x="5166" y="26260"/>
                    <a:pt x="3185" y="25243"/>
                  </a:cubicBezTo>
                  <a:cubicBezTo>
                    <a:pt x="3078" y="23236"/>
                    <a:pt x="2061" y="21443"/>
                    <a:pt x="375" y="20399"/>
                  </a:cubicBezTo>
                  <a:cubicBezTo>
                    <a:pt x="2088" y="19328"/>
                    <a:pt x="3185" y="1740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 name="Google Shape;1615;p191"/>
            <p:cNvSpPr/>
            <p:nvPr/>
          </p:nvSpPr>
          <p:spPr>
            <a:xfrm>
              <a:off x="531875" y="818875"/>
              <a:ext cx="160600" cy="2032875"/>
            </a:xfrm>
            <a:custGeom>
              <a:rect b="b" l="l" r="r" t="t"/>
              <a:pathLst>
                <a:path extrusionOk="0" h="81315" w="6424">
                  <a:moveTo>
                    <a:pt x="147" y="1"/>
                  </a:moveTo>
                  <a:cubicBezTo>
                    <a:pt x="106" y="1"/>
                    <a:pt x="61" y="20"/>
                    <a:pt x="27" y="70"/>
                  </a:cubicBezTo>
                  <a:cubicBezTo>
                    <a:pt x="27" y="70"/>
                    <a:pt x="27" y="97"/>
                    <a:pt x="27" y="124"/>
                  </a:cubicBezTo>
                  <a:cubicBezTo>
                    <a:pt x="27" y="178"/>
                    <a:pt x="54"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61"/>
                    <a:pt x="2944" y="15487"/>
                  </a:cubicBezTo>
                  <a:cubicBezTo>
                    <a:pt x="2998" y="17334"/>
                    <a:pt x="1847" y="19235"/>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71" y="35642"/>
                    <a:pt x="2944"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45"/>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54" y="81251"/>
                  </a:cubicBezTo>
                  <a:cubicBezTo>
                    <a:pt x="73" y="81290"/>
                    <a:pt x="122" y="81315"/>
                    <a:pt x="167" y="81315"/>
                  </a:cubicBezTo>
                  <a:cubicBezTo>
                    <a:pt x="184" y="81315"/>
                    <a:pt x="200" y="81311"/>
                    <a:pt x="214" y="81304"/>
                  </a:cubicBezTo>
                  <a:cubicBezTo>
                    <a:pt x="2008" y="80260"/>
                    <a:pt x="3105" y="78413"/>
                    <a:pt x="3185" y="76352"/>
                  </a:cubicBezTo>
                  <a:cubicBezTo>
                    <a:pt x="5193" y="75309"/>
                    <a:pt x="6424" y="73301"/>
                    <a:pt x="6424" y="71053"/>
                  </a:cubicBezTo>
                  <a:cubicBezTo>
                    <a:pt x="6424" y="68805"/>
                    <a:pt x="5193" y="66797"/>
                    <a:pt x="3185" y="65753"/>
                  </a:cubicBezTo>
                  <a:cubicBezTo>
                    <a:pt x="3105" y="63773"/>
                    <a:pt x="2088" y="61979"/>
                    <a:pt x="402" y="60909"/>
                  </a:cubicBezTo>
                  <a:cubicBezTo>
                    <a:pt x="2088" y="59865"/>
                    <a:pt x="3105" y="58072"/>
                    <a:pt x="3185" y="56091"/>
                  </a:cubicBezTo>
                  <a:cubicBezTo>
                    <a:pt x="5193" y="55047"/>
                    <a:pt x="6424" y="53040"/>
                    <a:pt x="6424" y="50791"/>
                  </a:cubicBezTo>
                  <a:cubicBezTo>
                    <a:pt x="6424" y="48543"/>
                    <a:pt x="5193" y="46536"/>
                    <a:pt x="3185" y="45492"/>
                  </a:cubicBezTo>
                  <a:cubicBezTo>
                    <a:pt x="3185" y="43591"/>
                    <a:pt x="2088" y="41718"/>
                    <a:pt x="402" y="40647"/>
                  </a:cubicBezTo>
                  <a:cubicBezTo>
                    <a:pt x="1900" y="39710"/>
                    <a:pt x="3319" y="37890"/>
                    <a:pt x="3185" y="35829"/>
                  </a:cubicBezTo>
                  <a:cubicBezTo>
                    <a:pt x="5193" y="34785"/>
                    <a:pt x="6424" y="32751"/>
                    <a:pt x="6424" y="30530"/>
                  </a:cubicBezTo>
                  <a:cubicBezTo>
                    <a:pt x="6424" y="28281"/>
                    <a:pt x="5193" y="26247"/>
                    <a:pt x="3185" y="25230"/>
                  </a:cubicBezTo>
                  <a:cubicBezTo>
                    <a:pt x="3105" y="23223"/>
                    <a:pt x="2061" y="21429"/>
                    <a:pt x="402"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lnTo>
                    <a:pt x="3185" y="4942"/>
                  </a:lnTo>
                  <a:cubicBezTo>
                    <a:pt x="3185" y="3041"/>
                    <a:pt x="2008" y="1061"/>
                    <a:pt x="214" y="17"/>
                  </a:cubicBezTo>
                  <a:cubicBezTo>
                    <a:pt x="195" y="7"/>
                    <a:pt x="171" y="1"/>
                    <a:pt x="1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 name="Google Shape;1616;p191"/>
            <p:cNvSpPr/>
            <p:nvPr/>
          </p:nvSpPr>
          <p:spPr>
            <a:xfrm>
              <a:off x="378625" y="566950"/>
              <a:ext cx="159950" cy="2033000"/>
            </a:xfrm>
            <a:custGeom>
              <a:rect b="b" l="l" r="r" t="t"/>
              <a:pathLst>
                <a:path extrusionOk="0" h="81320" w="6398">
                  <a:moveTo>
                    <a:pt x="120" y="1"/>
                  </a:moveTo>
                  <a:cubicBezTo>
                    <a:pt x="81" y="1"/>
                    <a:pt x="44" y="24"/>
                    <a:pt x="28" y="57"/>
                  </a:cubicBezTo>
                  <a:cubicBezTo>
                    <a:pt x="1" y="84"/>
                    <a:pt x="1" y="110"/>
                    <a:pt x="1" y="137"/>
                  </a:cubicBezTo>
                  <a:cubicBezTo>
                    <a:pt x="1" y="164"/>
                    <a:pt x="28" y="217"/>
                    <a:pt x="54" y="244"/>
                  </a:cubicBezTo>
                  <a:cubicBezTo>
                    <a:pt x="1821" y="1261"/>
                    <a:pt x="2972" y="3188"/>
                    <a:pt x="2918" y="5035"/>
                  </a:cubicBezTo>
                  <a:cubicBezTo>
                    <a:pt x="2918" y="5116"/>
                    <a:pt x="2945" y="5142"/>
                    <a:pt x="2999" y="5169"/>
                  </a:cubicBezTo>
                  <a:cubicBezTo>
                    <a:pt x="4952" y="6133"/>
                    <a:pt x="6157" y="8086"/>
                    <a:pt x="6157" y="10255"/>
                  </a:cubicBezTo>
                  <a:cubicBezTo>
                    <a:pt x="6157" y="12449"/>
                    <a:pt x="4952" y="14403"/>
                    <a:pt x="2999" y="15367"/>
                  </a:cubicBezTo>
                  <a:cubicBezTo>
                    <a:pt x="2945" y="15394"/>
                    <a:pt x="2918" y="15447"/>
                    <a:pt x="2918" y="15501"/>
                  </a:cubicBezTo>
                  <a:cubicBezTo>
                    <a:pt x="2972" y="17347"/>
                    <a:pt x="1848" y="19248"/>
                    <a:pt x="81" y="20292"/>
                  </a:cubicBezTo>
                  <a:cubicBezTo>
                    <a:pt x="54" y="20292"/>
                    <a:pt x="28" y="20318"/>
                    <a:pt x="1" y="20372"/>
                  </a:cubicBezTo>
                  <a:cubicBezTo>
                    <a:pt x="1" y="20425"/>
                    <a:pt x="28" y="20479"/>
                    <a:pt x="54" y="20506"/>
                  </a:cubicBezTo>
                  <a:cubicBezTo>
                    <a:pt x="1794" y="21496"/>
                    <a:pt x="2865" y="23316"/>
                    <a:pt x="2918" y="25324"/>
                  </a:cubicBezTo>
                  <a:cubicBezTo>
                    <a:pt x="2918" y="25350"/>
                    <a:pt x="2945" y="25404"/>
                    <a:pt x="2999" y="25431"/>
                  </a:cubicBezTo>
                  <a:cubicBezTo>
                    <a:pt x="4952" y="26394"/>
                    <a:pt x="6157" y="28348"/>
                    <a:pt x="6157" y="30543"/>
                  </a:cubicBezTo>
                  <a:cubicBezTo>
                    <a:pt x="6157" y="32711"/>
                    <a:pt x="4952" y="34665"/>
                    <a:pt x="2999" y="35628"/>
                  </a:cubicBezTo>
                  <a:cubicBezTo>
                    <a:pt x="2945" y="35655"/>
                    <a:pt x="2918" y="35709"/>
                    <a:pt x="2918" y="35762"/>
                  </a:cubicBezTo>
                  <a:cubicBezTo>
                    <a:pt x="3079" y="37823"/>
                    <a:pt x="1607" y="39643"/>
                    <a:pt x="81" y="40553"/>
                  </a:cubicBezTo>
                  <a:cubicBezTo>
                    <a:pt x="54" y="40553"/>
                    <a:pt x="28" y="40580"/>
                    <a:pt x="1" y="40633"/>
                  </a:cubicBezTo>
                  <a:cubicBezTo>
                    <a:pt x="1" y="40687"/>
                    <a:pt x="28" y="40741"/>
                    <a:pt x="54" y="40767"/>
                  </a:cubicBezTo>
                  <a:cubicBezTo>
                    <a:pt x="1794" y="41784"/>
                    <a:pt x="2918" y="43658"/>
                    <a:pt x="2918" y="45532"/>
                  </a:cubicBezTo>
                  <a:cubicBezTo>
                    <a:pt x="2918" y="45558"/>
                    <a:pt x="2918" y="45558"/>
                    <a:pt x="2918" y="45585"/>
                  </a:cubicBezTo>
                  <a:cubicBezTo>
                    <a:pt x="2918" y="45612"/>
                    <a:pt x="2945" y="45665"/>
                    <a:pt x="2999" y="45692"/>
                  </a:cubicBezTo>
                  <a:cubicBezTo>
                    <a:pt x="4952" y="46656"/>
                    <a:pt x="6157" y="48636"/>
                    <a:pt x="6157" y="50804"/>
                  </a:cubicBezTo>
                  <a:cubicBezTo>
                    <a:pt x="6157" y="52972"/>
                    <a:pt x="4952" y="54926"/>
                    <a:pt x="2999" y="55917"/>
                  </a:cubicBezTo>
                  <a:cubicBezTo>
                    <a:pt x="2945" y="55917"/>
                    <a:pt x="2918" y="55970"/>
                    <a:pt x="2918" y="56024"/>
                  </a:cubicBezTo>
                  <a:cubicBezTo>
                    <a:pt x="2865" y="58004"/>
                    <a:pt x="1821" y="59798"/>
                    <a:pt x="81" y="60815"/>
                  </a:cubicBezTo>
                  <a:cubicBezTo>
                    <a:pt x="54" y="60815"/>
                    <a:pt x="28" y="60868"/>
                    <a:pt x="1" y="60895"/>
                  </a:cubicBezTo>
                  <a:cubicBezTo>
                    <a:pt x="1" y="60949"/>
                    <a:pt x="28" y="61002"/>
                    <a:pt x="54" y="61029"/>
                  </a:cubicBezTo>
                  <a:cubicBezTo>
                    <a:pt x="1794" y="62046"/>
                    <a:pt x="2865" y="63839"/>
                    <a:pt x="2918" y="65847"/>
                  </a:cubicBezTo>
                  <a:cubicBezTo>
                    <a:pt x="2918" y="65900"/>
                    <a:pt x="2945" y="65927"/>
                    <a:pt x="2999" y="65954"/>
                  </a:cubicBezTo>
                  <a:cubicBezTo>
                    <a:pt x="4952" y="66944"/>
                    <a:pt x="6157" y="68898"/>
                    <a:pt x="6157" y="71066"/>
                  </a:cubicBezTo>
                  <a:cubicBezTo>
                    <a:pt x="6157" y="73234"/>
                    <a:pt x="4952" y="75188"/>
                    <a:pt x="2999" y="76178"/>
                  </a:cubicBezTo>
                  <a:cubicBezTo>
                    <a:pt x="2945" y="76178"/>
                    <a:pt x="2918" y="76232"/>
                    <a:pt x="2918" y="76285"/>
                  </a:cubicBezTo>
                  <a:cubicBezTo>
                    <a:pt x="2865" y="78293"/>
                    <a:pt x="1821" y="80086"/>
                    <a:pt x="81" y="81076"/>
                  </a:cubicBezTo>
                  <a:cubicBezTo>
                    <a:pt x="1" y="81130"/>
                    <a:pt x="1" y="81183"/>
                    <a:pt x="28" y="81264"/>
                  </a:cubicBezTo>
                  <a:cubicBezTo>
                    <a:pt x="44" y="81297"/>
                    <a:pt x="81" y="81320"/>
                    <a:pt x="120" y="81320"/>
                  </a:cubicBezTo>
                  <a:cubicBezTo>
                    <a:pt x="143" y="81320"/>
                    <a:pt x="168" y="81311"/>
                    <a:pt x="188" y="81290"/>
                  </a:cubicBezTo>
                  <a:cubicBezTo>
                    <a:pt x="1981" y="80273"/>
                    <a:pt x="3106" y="78427"/>
                    <a:pt x="3159" y="76366"/>
                  </a:cubicBezTo>
                  <a:cubicBezTo>
                    <a:pt x="5167" y="75322"/>
                    <a:pt x="6398" y="73314"/>
                    <a:pt x="6398" y="71066"/>
                  </a:cubicBezTo>
                  <a:cubicBezTo>
                    <a:pt x="6398" y="68818"/>
                    <a:pt x="5167" y="66784"/>
                    <a:pt x="3159" y="65766"/>
                  </a:cubicBezTo>
                  <a:cubicBezTo>
                    <a:pt x="3106" y="63786"/>
                    <a:pt x="2062" y="61992"/>
                    <a:pt x="376" y="60922"/>
                  </a:cubicBezTo>
                  <a:cubicBezTo>
                    <a:pt x="2062" y="59878"/>
                    <a:pt x="3106" y="58085"/>
                    <a:pt x="3159" y="56104"/>
                  </a:cubicBezTo>
                  <a:cubicBezTo>
                    <a:pt x="5167" y="55060"/>
                    <a:pt x="6398" y="53053"/>
                    <a:pt x="6398" y="50804"/>
                  </a:cubicBezTo>
                  <a:cubicBezTo>
                    <a:pt x="6398" y="48556"/>
                    <a:pt x="5167" y="46522"/>
                    <a:pt x="3159" y="45505"/>
                  </a:cubicBezTo>
                  <a:cubicBezTo>
                    <a:pt x="3159" y="43604"/>
                    <a:pt x="2062" y="41731"/>
                    <a:pt x="376" y="40660"/>
                  </a:cubicBezTo>
                  <a:cubicBezTo>
                    <a:pt x="1901" y="39723"/>
                    <a:pt x="3293" y="37903"/>
                    <a:pt x="3186" y="35816"/>
                  </a:cubicBezTo>
                  <a:cubicBezTo>
                    <a:pt x="5167" y="34799"/>
                    <a:pt x="6398" y="32764"/>
                    <a:pt x="6398" y="30543"/>
                  </a:cubicBezTo>
                  <a:cubicBezTo>
                    <a:pt x="6398" y="28295"/>
                    <a:pt x="5167" y="26260"/>
                    <a:pt x="3159" y="25243"/>
                  </a:cubicBezTo>
                  <a:cubicBezTo>
                    <a:pt x="3079" y="23236"/>
                    <a:pt x="2035" y="21443"/>
                    <a:pt x="376" y="20399"/>
                  </a:cubicBezTo>
                  <a:cubicBezTo>
                    <a:pt x="2089" y="19328"/>
                    <a:pt x="3186" y="17401"/>
                    <a:pt x="3186" y="15554"/>
                  </a:cubicBezTo>
                  <a:cubicBezTo>
                    <a:pt x="5167" y="14537"/>
                    <a:pt x="6398" y="12503"/>
                    <a:pt x="6398" y="10255"/>
                  </a:cubicBezTo>
                  <a:cubicBezTo>
                    <a:pt x="6398" y="8033"/>
                    <a:pt x="5167" y="5999"/>
                    <a:pt x="3186" y="4982"/>
                  </a:cubicBezTo>
                  <a:lnTo>
                    <a:pt x="3186" y="4955"/>
                  </a:lnTo>
                  <a:cubicBezTo>
                    <a:pt x="3186" y="3028"/>
                    <a:pt x="1981" y="1074"/>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 name="Google Shape;1617;p191"/>
            <p:cNvSpPr/>
            <p:nvPr/>
          </p:nvSpPr>
          <p:spPr>
            <a:xfrm>
              <a:off x="224725" y="818875"/>
              <a:ext cx="159950" cy="2032875"/>
            </a:xfrm>
            <a:custGeom>
              <a:rect b="b" l="l" r="r" t="t"/>
              <a:pathLst>
                <a:path extrusionOk="0" h="81315" w="6398">
                  <a:moveTo>
                    <a:pt x="129" y="1"/>
                  </a:moveTo>
                  <a:cubicBezTo>
                    <a:pt x="83" y="1"/>
                    <a:pt x="44" y="20"/>
                    <a:pt x="27" y="70"/>
                  </a:cubicBezTo>
                  <a:cubicBezTo>
                    <a:pt x="27" y="70"/>
                    <a:pt x="1" y="97"/>
                    <a:pt x="1" y="124"/>
                  </a:cubicBezTo>
                  <a:cubicBezTo>
                    <a:pt x="1" y="178"/>
                    <a:pt x="27" y="204"/>
                    <a:pt x="81" y="231"/>
                  </a:cubicBezTo>
                  <a:cubicBezTo>
                    <a:pt x="1821" y="1248"/>
                    <a:pt x="2972" y="3175"/>
                    <a:pt x="2918" y="5022"/>
                  </a:cubicBezTo>
                  <a:cubicBezTo>
                    <a:pt x="2945" y="5076"/>
                    <a:pt x="2945" y="5129"/>
                    <a:pt x="2998" y="5156"/>
                  </a:cubicBezTo>
                  <a:cubicBezTo>
                    <a:pt x="4952" y="6119"/>
                    <a:pt x="6157" y="8073"/>
                    <a:pt x="6157" y="10268"/>
                  </a:cubicBezTo>
                  <a:cubicBezTo>
                    <a:pt x="6157" y="12436"/>
                    <a:pt x="4952" y="14390"/>
                    <a:pt x="2998" y="15354"/>
                  </a:cubicBezTo>
                  <a:cubicBezTo>
                    <a:pt x="2945" y="15380"/>
                    <a:pt x="2918" y="15461"/>
                    <a:pt x="2918" y="15487"/>
                  </a:cubicBezTo>
                  <a:cubicBezTo>
                    <a:pt x="2998" y="17334"/>
                    <a:pt x="1848" y="19235"/>
                    <a:pt x="108" y="20278"/>
                  </a:cubicBezTo>
                  <a:cubicBezTo>
                    <a:pt x="54" y="20278"/>
                    <a:pt x="27" y="20305"/>
                    <a:pt x="27" y="20359"/>
                  </a:cubicBezTo>
                  <a:cubicBezTo>
                    <a:pt x="1" y="20412"/>
                    <a:pt x="27" y="20466"/>
                    <a:pt x="81" y="20493"/>
                  </a:cubicBezTo>
                  <a:cubicBezTo>
                    <a:pt x="1794" y="21510"/>
                    <a:pt x="2865" y="23303"/>
                    <a:pt x="2918" y="25310"/>
                  </a:cubicBezTo>
                  <a:cubicBezTo>
                    <a:pt x="2945" y="25364"/>
                    <a:pt x="2972"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106" y="37837"/>
                    <a:pt x="1633" y="39630"/>
                    <a:pt x="108" y="40540"/>
                  </a:cubicBezTo>
                  <a:cubicBezTo>
                    <a:pt x="54" y="40540"/>
                    <a:pt x="27" y="40594"/>
                    <a:pt x="27" y="40620"/>
                  </a:cubicBezTo>
                  <a:cubicBezTo>
                    <a:pt x="1" y="40674"/>
                    <a:pt x="27"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108" y="60802"/>
                  </a:cubicBezTo>
                  <a:cubicBezTo>
                    <a:pt x="54" y="60828"/>
                    <a:pt x="27" y="60855"/>
                    <a:pt x="27" y="60882"/>
                  </a:cubicBezTo>
                  <a:cubicBezTo>
                    <a:pt x="1" y="60935"/>
                    <a:pt x="27"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7" y="81117"/>
                    <a:pt x="1" y="81197"/>
                    <a:pt x="27" y="81251"/>
                  </a:cubicBezTo>
                  <a:cubicBezTo>
                    <a:pt x="67" y="81290"/>
                    <a:pt x="106" y="81315"/>
                    <a:pt x="156" y="81315"/>
                  </a:cubicBezTo>
                  <a:cubicBezTo>
                    <a:pt x="174" y="81315"/>
                    <a:pt x="193" y="81311"/>
                    <a:pt x="215" y="81304"/>
                  </a:cubicBezTo>
                  <a:cubicBezTo>
                    <a:pt x="2008" y="80260"/>
                    <a:pt x="3106" y="78413"/>
                    <a:pt x="3186" y="76352"/>
                  </a:cubicBezTo>
                  <a:cubicBezTo>
                    <a:pt x="5166" y="75309"/>
                    <a:pt x="6398" y="73301"/>
                    <a:pt x="6398" y="71053"/>
                  </a:cubicBezTo>
                  <a:cubicBezTo>
                    <a:pt x="6398" y="68805"/>
                    <a:pt x="5166" y="66797"/>
                    <a:pt x="3186" y="65753"/>
                  </a:cubicBezTo>
                  <a:cubicBezTo>
                    <a:pt x="3106" y="63773"/>
                    <a:pt x="2062" y="61979"/>
                    <a:pt x="375" y="60909"/>
                  </a:cubicBezTo>
                  <a:cubicBezTo>
                    <a:pt x="2062" y="59865"/>
                    <a:pt x="3106" y="58072"/>
                    <a:pt x="3186" y="56091"/>
                  </a:cubicBezTo>
                  <a:cubicBezTo>
                    <a:pt x="5166" y="55047"/>
                    <a:pt x="6398" y="53040"/>
                    <a:pt x="6398" y="50791"/>
                  </a:cubicBezTo>
                  <a:cubicBezTo>
                    <a:pt x="6398" y="48543"/>
                    <a:pt x="5166" y="46536"/>
                    <a:pt x="3186" y="45492"/>
                  </a:cubicBezTo>
                  <a:cubicBezTo>
                    <a:pt x="3159" y="43591"/>
                    <a:pt x="2088" y="41718"/>
                    <a:pt x="375" y="40647"/>
                  </a:cubicBezTo>
                  <a:cubicBezTo>
                    <a:pt x="1901" y="39710"/>
                    <a:pt x="3320" y="37890"/>
                    <a:pt x="3186" y="35829"/>
                  </a:cubicBezTo>
                  <a:cubicBezTo>
                    <a:pt x="5166" y="34785"/>
                    <a:pt x="6398" y="32751"/>
                    <a:pt x="6398" y="30530"/>
                  </a:cubicBezTo>
                  <a:cubicBezTo>
                    <a:pt x="6398" y="28281"/>
                    <a:pt x="5166" y="26247"/>
                    <a:pt x="3186" y="25230"/>
                  </a:cubicBezTo>
                  <a:cubicBezTo>
                    <a:pt x="3079" y="23223"/>
                    <a:pt x="2062" y="21429"/>
                    <a:pt x="375" y="20386"/>
                  </a:cubicBezTo>
                  <a:cubicBezTo>
                    <a:pt x="2088" y="19315"/>
                    <a:pt x="3186" y="17441"/>
                    <a:pt x="3186" y="15595"/>
                  </a:cubicBezTo>
                  <a:cubicBezTo>
                    <a:pt x="3186" y="15595"/>
                    <a:pt x="3186" y="15568"/>
                    <a:pt x="3186" y="15541"/>
                  </a:cubicBezTo>
                  <a:cubicBezTo>
                    <a:pt x="5166" y="14524"/>
                    <a:pt x="6398" y="12490"/>
                    <a:pt x="6398" y="10268"/>
                  </a:cubicBezTo>
                  <a:cubicBezTo>
                    <a:pt x="6398" y="8020"/>
                    <a:pt x="5166" y="5986"/>
                    <a:pt x="3186" y="4969"/>
                  </a:cubicBezTo>
                  <a:lnTo>
                    <a:pt x="3186" y="4942"/>
                  </a:lnTo>
                  <a:cubicBezTo>
                    <a:pt x="3186" y="3041"/>
                    <a:pt x="1981" y="1061"/>
                    <a:pt x="215" y="17"/>
                  </a:cubicBezTo>
                  <a:cubicBezTo>
                    <a:pt x="185" y="7"/>
                    <a:pt x="156" y="1"/>
                    <a:pt x="1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 name="Google Shape;1618;p191"/>
            <p:cNvSpPr/>
            <p:nvPr/>
          </p:nvSpPr>
          <p:spPr>
            <a:xfrm>
              <a:off x="1914975" y="2593575"/>
              <a:ext cx="160625" cy="2032875"/>
            </a:xfrm>
            <a:custGeom>
              <a:rect b="b" l="l" r="r" t="t"/>
              <a:pathLst>
                <a:path extrusionOk="0" h="81315" w="6425">
                  <a:moveTo>
                    <a:pt x="151" y="1"/>
                  </a:moveTo>
                  <a:cubicBezTo>
                    <a:pt x="95" y="1"/>
                    <a:pt x="47" y="26"/>
                    <a:pt x="27" y="65"/>
                  </a:cubicBezTo>
                  <a:cubicBezTo>
                    <a:pt x="27" y="92"/>
                    <a:pt x="27" y="118"/>
                    <a:pt x="27" y="118"/>
                  </a:cubicBezTo>
                  <a:cubicBezTo>
                    <a:pt x="27" y="172"/>
                    <a:pt x="27"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45" y="15402"/>
                    <a:pt x="2945" y="15428"/>
                    <a:pt x="2945" y="15482"/>
                  </a:cubicBezTo>
                  <a:cubicBezTo>
                    <a:pt x="2998" y="17355"/>
                    <a:pt x="1848"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45" y="35663"/>
                    <a:pt x="2918" y="35717"/>
                    <a:pt x="2945" y="35770"/>
                  </a:cubicBezTo>
                  <a:cubicBezTo>
                    <a:pt x="3106"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45"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6" y="78408"/>
                    <a:pt x="3186" y="76347"/>
                  </a:cubicBezTo>
                  <a:cubicBezTo>
                    <a:pt x="5166" y="75330"/>
                    <a:pt x="6424" y="73296"/>
                    <a:pt x="6424" y="71047"/>
                  </a:cubicBezTo>
                  <a:cubicBezTo>
                    <a:pt x="6424" y="68826"/>
                    <a:pt x="5166" y="66792"/>
                    <a:pt x="3186" y="65748"/>
                  </a:cubicBezTo>
                  <a:cubicBezTo>
                    <a:pt x="3106" y="63767"/>
                    <a:pt x="2062" y="61974"/>
                    <a:pt x="375" y="60930"/>
                  </a:cubicBezTo>
                  <a:cubicBezTo>
                    <a:pt x="2062" y="59859"/>
                    <a:pt x="3106" y="58093"/>
                    <a:pt x="3186" y="56085"/>
                  </a:cubicBezTo>
                  <a:cubicBezTo>
                    <a:pt x="5166" y="55068"/>
                    <a:pt x="6424" y="53034"/>
                    <a:pt x="6424" y="50786"/>
                  </a:cubicBezTo>
                  <a:cubicBezTo>
                    <a:pt x="6424" y="48537"/>
                    <a:pt x="5166" y="46530"/>
                    <a:pt x="3186" y="45486"/>
                  </a:cubicBezTo>
                  <a:cubicBezTo>
                    <a:pt x="3159" y="43586"/>
                    <a:pt x="2088" y="41739"/>
                    <a:pt x="375" y="40668"/>
                  </a:cubicBezTo>
                  <a:cubicBezTo>
                    <a:pt x="1901" y="39705"/>
                    <a:pt x="3320" y="37885"/>
                    <a:pt x="3186" y="35824"/>
                  </a:cubicBezTo>
                  <a:cubicBezTo>
                    <a:pt x="5193" y="34780"/>
                    <a:pt x="6424" y="32772"/>
                    <a:pt x="6424" y="30524"/>
                  </a:cubicBezTo>
                  <a:cubicBezTo>
                    <a:pt x="6424" y="28276"/>
                    <a:pt x="5166" y="26268"/>
                    <a:pt x="3186" y="25225"/>
                  </a:cubicBezTo>
                  <a:cubicBezTo>
                    <a:pt x="3106" y="23244"/>
                    <a:pt x="2062" y="21451"/>
                    <a:pt x="375" y="20407"/>
                  </a:cubicBezTo>
                  <a:cubicBezTo>
                    <a:pt x="2088" y="19336"/>
                    <a:pt x="3186" y="17436"/>
                    <a:pt x="3186" y="15616"/>
                  </a:cubicBezTo>
                  <a:cubicBezTo>
                    <a:pt x="3186" y="15589"/>
                    <a:pt x="3186" y="15562"/>
                    <a:pt x="3186" y="15562"/>
                  </a:cubicBezTo>
                  <a:cubicBezTo>
                    <a:pt x="5166" y="14518"/>
                    <a:pt x="6424" y="12511"/>
                    <a:pt x="6424" y="10263"/>
                  </a:cubicBezTo>
                  <a:cubicBezTo>
                    <a:pt x="6424" y="8014"/>
                    <a:pt x="5166" y="6007"/>
                    <a:pt x="3186" y="4963"/>
                  </a:cubicBezTo>
                  <a:cubicBezTo>
                    <a:pt x="3186" y="3036"/>
                    <a:pt x="2008" y="1055"/>
                    <a:pt x="215" y="11"/>
                  </a:cubicBezTo>
                  <a:cubicBezTo>
                    <a:pt x="193" y="4"/>
                    <a:pt x="172" y="1"/>
                    <a:pt x="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 name="Google Shape;1619;p191"/>
            <p:cNvSpPr/>
            <p:nvPr/>
          </p:nvSpPr>
          <p:spPr>
            <a:xfrm>
              <a:off x="1761075" y="2845375"/>
              <a:ext cx="160625" cy="2032675"/>
            </a:xfrm>
            <a:custGeom>
              <a:rect b="b" l="l" r="r" t="t"/>
              <a:pathLst>
                <a:path extrusionOk="0" h="81307" w="6425">
                  <a:moveTo>
                    <a:pt x="146" y="1"/>
                  </a:moveTo>
                  <a:cubicBezTo>
                    <a:pt x="108" y="1"/>
                    <a:pt x="71" y="24"/>
                    <a:pt x="54" y="57"/>
                  </a:cubicBezTo>
                  <a:cubicBezTo>
                    <a:pt x="27" y="84"/>
                    <a:pt x="27" y="110"/>
                    <a:pt x="27" y="137"/>
                  </a:cubicBezTo>
                  <a:cubicBezTo>
                    <a:pt x="27" y="164"/>
                    <a:pt x="54" y="217"/>
                    <a:pt x="81" y="244"/>
                  </a:cubicBezTo>
                  <a:cubicBezTo>
                    <a:pt x="1821" y="1234"/>
                    <a:pt x="2972" y="3162"/>
                    <a:pt x="2945" y="5035"/>
                  </a:cubicBezTo>
                  <a:cubicBezTo>
                    <a:pt x="2945" y="5089"/>
                    <a:pt x="2972" y="5142"/>
                    <a:pt x="2998" y="5142"/>
                  </a:cubicBezTo>
                  <a:cubicBezTo>
                    <a:pt x="4952" y="6133"/>
                    <a:pt x="6183" y="8086"/>
                    <a:pt x="6183" y="10254"/>
                  </a:cubicBezTo>
                  <a:cubicBezTo>
                    <a:pt x="6183" y="12422"/>
                    <a:pt x="4952" y="14376"/>
                    <a:pt x="2998" y="15367"/>
                  </a:cubicBezTo>
                  <a:cubicBezTo>
                    <a:pt x="2972" y="15393"/>
                    <a:pt x="2945" y="15447"/>
                    <a:pt x="2945" y="15474"/>
                  </a:cubicBezTo>
                  <a:cubicBezTo>
                    <a:pt x="2998" y="17321"/>
                    <a:pt x="1847" y="19248"/>
                    <a:pt x="108" y="20265"/>
                  </a:cubicBezTo>
                  <a:cubicBezTo>
                    <a:pt x="81" y="20292"/>
                    <a:pt x="27" y="20318"/>
                    <a:pt x="27" y="20345"/>
                  </a:cubicBezTo>
                  <a:cubicBezTo>
                    <a:pt x="27" y="20425"/>
                    <a:pt x="27" y="20479"/>
                    <a:pt x="81" y="20506"/>
                  </a:cubicBezTo>
                  <a:cubicBezTo>
                    <a:pt x="1821" y="21496"/>
                    <a:pt x="2891" y="23289"/>
                    <a:pt x="2945" y="25297"/>
                  </a:cubicBezTo>
                  <a:cubicBezTo>
                    <a:pt x="2945" y="25350"/>
                    <a:pt x="2972" y="25404"/>
                    <a:pt x="2998" y="25404"/>
                  </a:cubicBezTo>
                  <a:cubicBezTo>
                    <a:pt x="4952" y="26394"/>
                    <a:pt x="6183" y="28348"/>
                    <a:pt x="6183" y="30516"/>
                  </a:cubicBezTo>
                  <a:cubicBezTo>
                    <a:pt x="6183" y="32684"/>
                    <a:pt x="4952" y="34665"/>
                    <a:pt x="2998" y="35628"/>
                  </a:cubicBezTo>
                  <a:cubicBezTo>
                    <a:pt x="2972" y="35655"/>
                    <a:pt x="2945" y="35709"/>
                    <a:pt x="2945" y="35762"/>
                  </a:cubicBezTo>
                  <a:cubicBezTo>
                    <a:pt x="3105" y="37823"/>
                    <a:pt x="1633" y="39643"/>
                    <a:pt x="108" y="40526"/>
                  </a:cubicBezTo>
                  <a:cubicBezTo>
                    <a:pt x="81" y="40553"/>
                    <a:pt x="27" y="40580"/>
                    <a:pt x="27" y="40633"/>
                  </a:cubicBezTo>
                  <a:cubicBezTo>
                    <a:pt x="27" y="40687"/>
                    <a:pt x="27" y="40741"/>
                    <a:pt x="81" y="40767"/>
                  </a:cubicBezTo>
                  <a:cubicBezTo>
                    <a:pt x="1821" y="41784"/>
                    <a:pt x="2945" y="43631"/>
                    <a:pt x="2945" y="45532"/>
                  </a:cubicBezTo>
                  <a:lnTo>
                    <a:pt x="2945" y="45558"/>
                  </a:lnTo>
                  <a:cubicBezTo>
                    <a:pt x="2945" y="45612"/>
                    <a:pt x="2972" y="45665"/>
                    <a:pt x="2998" y="45692"/>
                  </a:cubicBezTo>
                  <a:cubicBezTo>
                    <a:pt x="4952" y="46656"/>
                    <a:pt x="6183" y="48610"/>
                    <a:pt x="6183" y="50778"/>
                  </a:cubicBezTo>
                  <a:cubicBezTo>
                    <a:pt x="6183" y="52972"/>
                    <a:pt x="4952" y="54926"/>
                    <a:pt x="2998" y="55890"/>
                  </a:cubicBezTo>
                  <a:cubicBezTo>
                    <a:pt x="2972" y="55917"/>
                    <a:pt x="2945" y="55970"/>
                    <a:pt x="2945" y="55997"/>
                  </a:cubicBezTo>
                  <a:cubicBezTo>
                    <a:pt x="2891" y="58004"/>
                    <a:pt x="1847" y="59798"/>
                    <a:pt x="108" y="60815"/>
                  </a:cubicBezTo>
                  <a:cubicBezTo>
                    <a:pt x="81" y="60815"/>
                    <a:pt x="27" y="60841"/>
                    <a:pt x="27" y="60895"/>
                  </a:cubicBezTo>
                  <a:cubicBezTo>
                    <a:pt x="27" y="60949"/>
                    <a:pt x="27" y="61002"/>
                    <a:pt x="81" y="61029"/>
                  </a:cubicBezTo>
                  <a:cubicBezTo>
                    <a:pt x="1821" y="62046"/>
                    <a:pt x="2891" y="63839"/>
                    <a:pt x="2945" y="65847"/>
                  </a:cubicBezTo>
                  <a:cubicBezTo>
                    <a:pt x="2945" y="65873"/>
                    <a:pt x="2972" y="65927"/>
                    <a:pt x="2998" y="65954"/>
                  </a:cubicBezTo>
                  <a:cubicBezTo>
                    <a:pt x="4952" y="66917"/>
                    <a:pt x="6183" y="68871"/>
                    <a:pt x="6183" y="71066"/>
                  </a:cubicBezTo>
                  <a:cubicBezTo>
                    <a:pt x="6183" y="73234"/>
                    <a:pt x="4952" y="75188"/>
                    <a:pt x="2998" y="76151"/>
                  </a:cubicBezTo>
                  <a:cubicBezTo>
                    <a:pt x="2972" y="76178"/>
                    <a:pt x="2945" y="76232"/>
                    <a:pt x="2945" y="76285"/>
                  </a:cubicBezTo>
                  <a:cubicBezTo>
                    <a:pt x="2891" y="78266"/>
                    <a:pt x="1821" y="80059"/>
                    <a:pt x="81" y="81076"/>
                  </a:cubicBezTo>
                  <a:cubicBezTo>
                    <a:pt x="27" y="81103"/>
                    <a:pt x="1" y="81183"/>
                    <a:pt x="54" y="81237"/>
                  </a:cubicBezTo>
                  <a:cubicBezTo>
                    <a:pt x="71" y="81288"/>
                    <a:pt x="110" y="81306"/>
                    <a:pt x="149" y="81306"/>
                  </a:cubicBezTo>
                  <a:cubicBezTo>
                    <a:pt x="172" y="81306"/>
                    <a:pt x="195" y="81300"/>
                    <a:pt x="215" y="81290"/>
                  </a:cubicBezTo>
                  <a:cubicBezTo>
                    <a:pt x="2008" y="80247"/>
                    <a:pt x="3105" y="78400"/>
                    <a:pt x="3186" y="76366"/>
                  </a:cubicBezTo>
                  <a:cubicBezTo>
                    <a:pt x="5193" y="75322"/>
                    <a:pt x="6424" y="73288"/>
                    <a:pt x="6424" y="71066"/>
                  </a:cubicBezTo>
                  <a:cubicBezTo>
                    <a:pt x="6424" y="68818"/>
                    <a:pt x="5193" y="66783"/>
                    <a:pt x="3186" y="65766"/>
                  </a:cubicBezTo>
                  <a:cubicBezTo>
                    <a:pt x="3132" y="63759"/>
                    <a:pt x="2088" y="61992"/>
                    <a:pt x="402" y="60922"/>
                  </a:cubicBezTo>
                  <a:cubicBezTo>
                    <a:pt x="2088" y="59878"/>
                    <a:pt x="3132" y="58085"/>
                    <a:pt x="3186" y="56077"/>
                  </a:cubicBezTo>
                  <a:cubicBezTo>
                    <a:pt x="5193" y="55060"/>
                    <a:pt x="6424" y="53026"/>
                    <a:pt x="6424" y="50778"/>
                  </a:cubicBezTo>
                  <a:cubicBezTo>
                    <a:pt x="6424" y="48556"/>
                    <a:pt x="5193" y="46522"/>
                    <a:pt x="3186" y="45505"/>
                  </a:cubicBezTo>
                  <a:cubicBezTo>
                    <a:pt x="3186" y="43604"/>
                    <a:pt x="2088" y="41731"/>
                    <a:pt x="402" y="40660"/>
                  </a:cubicBezTo>
                  <a:cubicBezTo>
                    <a:pt x="1901" y="39697"/>
                    <a:pt x="3320" y="37877"/>
                    <a:pt x="3186" y="35816"/>
                  </a:cubicBezTo>
                  <a:cubicBezTo>
                    <a:pt x="5193" y="34799"/>
                    <a:pt x="6424" y="32764"/>
                    <a:pt x="6424" y="30516"/>
                  </a:cubicBezTo>
                  <a:cubicBezTo>
                    <a:pt x="6424" y="28268"/>
                    <a:pt x="5193" y="26260"/>
                    <a:pt x="3186" y="25216"/>
                  </a:cubicBezTo>
                  <a:cubicBezTo>
                    <a:pt x="3105" y="23236"/>
                    <a:pt x="2062" y="21442"/>
                    <a:pt x="402" y="20399"/>
                  </a:cubicBezTo>
                  <a:cubicBezTo>
                    <a:pt x="2115" y="19328"/>
                    <a:pt x="3212" y="17401"/>
                    <a:pt x="3186" y="15554"/>
                  </a:cubicBezTo>
                  <a:cubicBezTo>
                    <a:pt x="5193" y="14510"/>
                    <a:pt x="6424" y="12503"/>
                    <a:pt x="6424" y="10254"/>
                  </a:cubicBezTo>
                  <a:cubicBezTo>
                    <a:pt x="6424" y="8006"/>
                    <a:pt x="5193" y="5999"/>
                    <a:pt x="3186" y="4955"/>
                  </a:cubicBezTo>
                  <a:cubicBezTo>
                    <a:pt x="3186" y="3028"/>
                    <a:pt x="2008" y="1047"/>
                    <a:pt x="215" y="30"/>
                  </a:cubicBezTo>
                  <a:cubicBezTo>
                    <a:pt x="194" y="10"/>
                    <a:pt x="170"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 name="Google Shape;1620;p191"/>
            <p:cNvSpPr/>
            <p:nvPr/>
          </p:nvSpPr>
          <p:spPr>
            <a:xfrm>
              <a:off x="1607850" y="2593575"/>
              <a:ext cx="159950" cy="2032875"/>
            </a:xfrm>
            <a:custGeom>
              <a:rect b="b" l="l" r="r" t="t"/>
              <a:pathLst>
                <a:path extrusionOk="0" h="81315" w="6398">
                  <a:moveTo>
                    <a:pt x="140" y="1"/>
                  </a:moveTo>
                  <a:cubicBezTo>
                    <a:pt x="95" y="1"/>
                    <a:pt x="47" y="26"/>
                    <a:pt x="27" y="65"/>
                  </a:cubicBezTo>
                  <a:cubicBezTo>
                    <a:pt x="0"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71" y="17329"/>
                    <a:pt x="1847" y="19256"/>
                    <a:pt x="81" y="20273"/>
                  </a:cubicBezTo>
                  <a:cubicBezTo>
                    <a:pt x="54" y="20300"/>
                    <a:pt x="27" y="20326"/>
                    <a:pt x="0"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0" y="40615"/>
                  </a:cubicBezTo>
                  <a:cubicBezTo>
                    <a:pt x="0" y="40668"/>
                    <a:pt x="27" y="40749"/>
                    <a:pt x="81" y="40775"/>
                  </a:cubicBezTo>
                  <a:cubicBezTo>
                    <a:pt x="1820" y="41766"/>
                    <a:pt x="2918" y="43639"/>
                    <a:pt x="2918" y="45540"/>
                  </a:cubicBezTo>
                  <a:cubicBezTo>
                    <a:pt x="2918" y="45540"/>
                    <a:pt x="2918" y="45566"/>
                    <a:pt x="2918" y="45566"/>
                  </a:cubicBez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64" y="58012"/>
                    <a:pt x="1820" y="59806"/>
                    <a:pt x="81" y="60796"/>
                  </a:cubicBezTo>
                  <a:cubicBezTo>
                    <a:pt x="54" y="60823"/>
                    <a:pt x="27" y="60850"/>
                    <a:pt x="0" y="60903"/>
                  </a:cubicBezTo>
                  <a:cubicBezTo>
                    <a:pt x="0" y="60957"/>
                    <a:pt x="27" y="61010"/>
                    <a:pt x="81" y="61037"/>
                  </a:cubicBezTo>
                  <a:cubicBezTo>
                    <a:pt x="1820" y="62054"/>
                    <a:pt x="2864"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64" y="78274"/>
                    <a:pt x="1820" y="80067"/>
                    <a:pt x="81" y="81084"/>
                  </a:cubicBezTo>
                  <a:cubicBezTo>
                    <a:pt x="27" y="81111"/>
                    <a:pt x="0" y="81191"/>
                    <a:pt x="27" y="81245"/>
                  </a:cubicBezTo>
                  <a:cubicBezTo>
                    <a:pt x="44" y="81296"/>
                    <a:pt x="82" y="81315"/>
                    <a:pt x="122" y="81315"/>
                  </a:cubicBezTo>
                  <a:cubicBezTo>
                    <a:pt x="145" y="81315"/>
                    <a:pt x="168" y="81308"/>
                    <a:pt x="188" y="81299"/>
                  </a:cubicBezTo>
                  <a:cubicBezTo>
                    <a:pt x="1981"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61"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61" y="19336"/>
                    <a:pt x="3185" y="17436"/>
                    <a:pt x="3185" y="15616"/>
                  </a:cubicBezTo>
                  <a:cubicBezTo>
                    <a:pt x="3185" y="15589"/>
                    <a:pt x="3185" y="15562"/>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 name="Google Shape;1621;p191"/>
            <p:cNvSpPr/>
            <p:nvPr/>
          </p:nvSpPr>
          <p:spPr>
            <a:xfrm>
              <a:off x="1453950" y="2845375"/>
              <a:ext cx="160600" cy="2032675"/>
            </a:xfrm>
            <a:custGeom>
              <a:rect b="b" l="l" r="r" t="t"/>
              <a:pathLst>
                <a:path extrusionOk="0" h="81307" w="6424">
                  <a:moveTo>
                    <a:pt x="133" y="1"/>
                  </a:moveTo>
                  <a:cubicBezTo>
                    <a:pt x="93" y="1"/>
                    <a:pt x="60" y="24"/>
                    <a:pt x="27" y="57"/>
                  </a:cubicBezTo>
                  <a:cubicBezTo>
                    <a:pt x="27" y="84"/>
                    <a:pt x="27" y="110"/>
                    <a:pt x="27" y="137"/>
                  </a:cubicBezTo>
                  <a:cubicBezTo>
                    <a:pt x="27" y="164"/>
                    <a:pt x="27" y="217"/>
                    <a:pt x="80" y="244"/>
                  </a:cubicBezTo>
                  <a:cubicBezTo>
                    <a:pt x="1820" y="1234"/>
                    <a:pt x="2971" y="3188"/>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20"/>
                    <a:pt x="2944" y="15474"/>
                  </a:cubicBezTo>
                  <a:cubicBezTo>
                    <a:pt x="2998" y="17347"/>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44" y="35655"/>
                    <a:pt x="2918"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cubicBezTo>
                    <a:pt x="2944" y="45558"/>
                    <a:pt x="2944" y="45558"/>
                    <a:pt x="2944" y="45558"/>
                  </a:cubicBez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27" y="81237"/>
                  </a:cubicBezTo>
                  <a:cubicBezTo>
                    <a:pt x="61" y="81288"/>
                    <a:pt x="106" y="81306"/>
                    <a:pt x="147" y="81306"/>
                  </a:cubicBezTo>
                  <a:cubicBezTo>
                    <a:pt x="172" y="81306"/>
                    <a:pt x="195" y="81300"/>
                    <a:pt x="214" y="81290"/>
                  </a:cubicBezTo>
                  <a:cubicBezTo>
                    <a:pt x="2008" y="80247"/>
                    <a:pt x="3105" y="78400"/>
                    <a:pt x="3185" y="76366"/>
                  </a:cubicBezTo>
                  <a:cubicBezTo>
                    <a:pt x="5166" y="75322"/>
                    <a:pt x="6424" y="73288"/>
                    <a:pt x="6424" y="71066"/>
                  </a:cubicBezTo>
                  <a:cubicBezTo>
                    <a:pt x="6424" y="68818"/>
                    <a:pt x="5166" y="66783"/>
                    <a:pt x="3185" y="65766"/>
                  </a:cubicBezTo>
                  <a:cubicBezTo>
                    <a:pt x="3105" y="63759"/>
                    <a:pt x="2061" y="61992"/>
                    <a:pt x="375" y="60922"/>
                  </a:cubicBezTo>
                  <a:cubicBezTo>
                    <a:pt x="2061" y="59878"/>
                    <a:pt x="3105" y="58085"/>
                    <a:pt x="3185" y="56077"/>
                  </a:cubicBezTo>
                  <a:cubicBezTo>
                    <a:pt x="5166" y="55060"/>
                    <a:pt x="6424" y="53026"/>
                    <a:pt x="6424" y="50778"/>
                  </a:cubicBezTo>
                  <a:cubicBezTo>
                    <a:pt x="6424" y="48556"/>
                    <a:pt x="5193" y="46522"/>
                    <a:pt x="3185" y="45505"/>
                  </a:cubicBezTo>
                  <a:cubicBezTo>
                    <a:pt x="3159" y="43604"/>
                    <a:pt x="2088" y="41731"/>
                    <a:pt x="375" y="40660"/>
                  </a:cubicBezTo>
                  <a:cubicBezTo>
                    <a:pt x="1901" y="39697"/>
                    <a:pt x="3319" y="37877"/>
                    <a:pt x="3185" y="35816"/>
                  </a:cubicBezTo>
                  <a:cubicBezTo>
                    <a:pt x="5193" y="34799"/>
                    <a:pt x="6424" y="32764"/>
                    <a:pt x="6424" y="30516"/>
                  </a:cubicBezTo>
                  <a:cubicBezTo>
                    <a:pt x="6424" y="28268"/>
                    <a:pt x="5166" y="26260"/>
                    <a:pt x="3185" y="25216"/>
                  </a:cubicBezTo>
                  <a:cubicBezTo>
                    <a:pt x="3105" y="23236"/>
                    <a:pt x="2061" y="21442"/>
                    <a:pt x="375"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84" y="10"/>
                    <a:pt x="157" y="1"/>
                    <a:pt x="1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 name="Google Shape;1622;p191"/>
            <p:cNvSpPr/>
            <p:nvPr/>
          </p:nvSpPr>
          <p:spPr>
            <a:xfrm>
              <a:off x="1300050" y="2593575"/>
              <a:ext cx="160600" cy="2032875"/>
            </a:xfrm>
            <a:custGeom>
              <a:rect b="b" l="l" r="r" t="t"/>
              <a:pathLst>
                <a:path extrusionOk="0" h="81315" w="6424">
                  <a:moveTo>
                    <a:pt x="167" y="1"/>
                  </a:moveTo>
                  <a:cubicBezTo>
                    <a:pt x="121" y="1"/>
                    <a:pt x="73" y="26"/>
                    <a:pt x="54" y="65"/>
                  </a:cubicBezTo>
                  <a:cubicBezTo>
                    <a:pt x="27" y="92"/>
                    <a:pt x="27" y="118"/>
                    <a:pt x="27" y="118"/>
                  </a:cubicBezTo>
                  <a:cubicBezTo>
                    <a:pt x="27" y="172"/>
                    <a:pt x="54" y="225"/>
                    <a:pt x="80" y="225"/>
                  </a:cubicBezTo>
                  <a:cubicBezTo>
                    <a:pt x="1820" y="1243"/>
                    <a:pt x="2971" y="3170"/>
                    <a:pt x="2944" y="5043"/>
                  </a:cubicBezTo>
                  <a:cubicBezTo>
                    <a:pt x="2944" y="5070"/>
                    <a:pt x="2971" y="5124"/>
                    <a:pt x="3025" y="5150"/>
                  </a:cubicBezTo>
                  <a:cubicBezTo>
                    <a:pt x="4952" y="6141"/>
                    <a:pt x="6183" y="8095"/>
                    <a:pt x="6183" y="10263"/>
                  </a:cubicBezTo>
                  <a:cubicBezTo>
                    <a:pt x="6183" y="12431"/>
                    <a:pt x="4952" y="14384"/>
                    <a:pt x="3025" y="15375"/>
                  </a:cubicBezTo>
                  <a:cubicBezTo>
                    <a:pt x="2971" y="15402"/>
                    <a:pt x="2944" y="15428"/>
                    <a:pt x="2944" y="15482"/>
                  </a:cubicBezTo>
                  <a:cubicBezTo>
                    <a:pt x="2998" y="17355"/>
                    <a:pt x="1847" y="19256"/>
                    <a:pt x="107" y="20273"/>
                  </a:cubicBezTo>
                  <a:cubicBezTo>
                    <a:pt x="80" y="20300"/>
                    <a:pt x="54" y="20326"/>
                    <a:pt x="27" y="20353"/>
                  </a:cubicBezTo>
                  <a:cubicBezTo>
                    <a:pt x="27" y="20407"/>
                    <a:pt x="27" y="20460"/>
                    <a:pt x="80" y="20514"/>
                  </a:cubicBezTo>
                  <a:cubicBezTo>
                    <a:pt x="1820" y="21504"/>
                    <a:pt x="2891" y="23297"/>
                    <a:pt x="2944" y="25305"/>
                  </a:cubicBezTo>
                  <a:cubicBezTo>
                    <a:pt x="2944" y="25358"/>
                    <a:pt x="2971" y="25385"/>
                    <a:pt x="3025" y="25412"/>
                  </a:cubicBezTo>
                  <a:cubicBezTo>
                    <a:pt x="4952" y="26402"/>
                    <a:pt x="6183" y="28356"/>
                    <a:pt x="6183" y="30524"/>
                  </a:cubicBezTo>
                  <a:cubicBezTo>
                    <a:pt x="6183" y="32692"/>
                    <a:pt x="4952" y="34646"/>
                    <a:pt x="3025" y="35636"/>
                  </a:cubicBezTo>
                  <a:cubicBezTo>
                    <a:pt x="2971" y="35663"/>
                    <a:pt x="2944" y="35717"/>
                    <a:pt x="2944" y="35770"/>
                  </a:cubicBezTo>
                  <a:cubicBezTo>
                    <a:pt x="3105" y="37831"/>
                    <a:pt x="1633" y="39651"/>
                    <a:pt x="107" y="40535"/>
                  </a:cubicBezTo>
                  <a:cubicBezTo>
                    <a:pt x="80" y="40561"/>
                    <a:pt x="54" y="40588"/>
                    <a:pt x="27" y="40615"/>
                  </a:cubicBezTo>
                  <a:cubicBezTo>
                    <a:pt x="27" y="40668"/>
                    <a:pt x="27" y="40749"/>
                    <a:pt x="80" y="40775"/>
                  </a:cubicBezTo>
                  <a:cubicBezTo>
                    <a:pt x="1820" y="41766"/>
                    <a:pt x="2944" y="43639"/>
                    <a:pt x="2944" y="45540"/>
                  </a:cubicBezTo>
                  <a:cubicBezTo>
                    <a:pt x="2944" y="45540"/>
                    <a:pt x="2944" y="45566"/>
                    <a:pt x="2944" y="45566"/>
                  </a:cubicBezTo>
                  <a:cubicBezTo>
                    <a:pt x="2944" y="45620"/>
                    <a:pt x="2971" y="45674"/>
                    <a:pt x="3025" y="45674"/>
                  </a:cubicBezTo>
                  <a:cubicBezTo>
                    <a:pt x="4952" y="46664"/>
                    <a:pt x="6183" y="48618"/>
                    <a:pt x="6183" y="50786"/>
                  </a:cubicBezTo>
                  <a:cubicBezTo>
                    <a:pt x="6183" y="52954"/>
                    <a:pt x="4952" y="54934"/>
                    <a:pt x="3025" y="55898"/>
                  </a:cubicBezTo>
                  <a:cubicBezTo>
                    <a:pt x="2971" y="55925"/>
                    <a:pt x="2944" y="55952"/>
                    <a:pt x="2944" y="56005"/>
                  </a:cubicBezTo>
                  <a:cubicBezTo>
                    <a:pt x="2891" y="58012"/>
                    <a:pt x="1847" y="59806"/>
                    <a:pt x="107" y="60796"/>
                  </a:cubicBezTo>
                  <a:cubicBezTo>
                    <a:pt x="80" y="60823"/>
                    <a:pt x="54" y="60850"/>
                    <a:pt x="27" y="60903"/>
                  </a:cubicBezTo>
                  <a:cubicBezTo>
                    <a:pt x="27" y="60957"/>
                    <a:pt x="27" y="61010"/>
                    <a:pt x="80" y="61037"/>
                  </a:cubicBezTo>
                  <a:cubicBezTo>
                    <a:pt x="1820" y="62054"/>
                    <a:pt x="2891" y="63847"/>
                    <a:pt x="2944" y="65828"/>
                  </a:cubicBezTo>
                  <a:cubicBezTo>
                    <a:pt x="2944" y="65882"/>
                    <a:pt x="2971" y="65935"/>
                    <a:pt x="3025" y="65962"/>
                  </a:cubicBezTo>
                  <a:cubicBezTo>
                    <a:pt x="4952" y="66925"/>
                    <a:pt x="6183" y="68879"/>
                    <a:pt x="6183" y="71047"/>
                  </a:cubicBezTo>
                  <a:cubicBezTo>
                    <a:pt x="6183" y="73242"/>
                    <a:pt x="4952" y="75196"/>
                    <a:pt x="3025" y="76160"/>
                  </a:cubicBezTo>
                  <a:cubicBezTo>
                    <a:pt x="2971" y="76186"/>
                    <a:pt x="2944" y="76240"/>
                    <a:pt x="2944" y="76267"/>
                  </a:cubicBezTo>
                  <a:cubicBezTo>
                    <a:pt x="2891" y="78274"/>
                    <a:pt x="1820" y="80067"/>
                    <a:pt x="80" y="81084"/>
                  </a:cubicBezTo>
                  <a:cubicBezTo>
                    <a:pt x="27" y="81111"/>
                    <a:pt x="0" y="81191"/>
                    <a:pt x="54" y="81245"/>
                  </a:cubicBezTo>
                  <a:cubicBezTo>
                    <a:pt x="71" y="81296"/>
                    <a:pt x="109" y="81315"/>
                    <a:pt x="149" y="81315"/>
                  </a:cubicBezTo>
                  <a:cubicBezTo>
                    <a:pt x="171" y="81315"/>
                    <a:pt x="195" y="81308"/>
                    <a:pt x="214" y="81299"/>
                  </a:cubicBezTo>
                  <a:cubicBezTo>
                    <a:pt x="2007" y="80255"/>
                    <a:pt x="3105" y="78408"/>
                    <a:pt x="3185" y="76347"/>
                  </a:cubicBezTo>
                  <a:cubicBezTo>
                    <a:pt x="5193" y="75330"/>
                    <a:pt x="6424" y="73296"/>
                    <a:pt x="6424" y="71047"/>
                  </a:cubicBezTo>
                  <a:cubicBezTo>
                    <a:pt x="6424" y="68826"/>
                    <a:pt x="5193" y="66792"/>
                    <a:pt x="3185" y="65748"/>
                  </a:cubicBezTo>
                  <a:cubicBezTo>
                    <a:pt x="3132" y="63767"/>
                    <a:pt x="2088" y="61974"/>
                    <a:pt x="402" y="60930"/>
                  </a:cubicBezTo>
                  <a:cubicBezTo>
                    <a:pt x="2088" y="59859"/>
                    <a:pt x="3132" y="58093"/>
                    <a:pt x="3185" y="56085"/>
                  </a:cubicBezTo>
                  <a:cubicBezTo>
                    <a:pt x="5193" y="55068"/>
                    <a:pt x="6424" y="53034"/>
                    <a:pt x="6424" y="50786"/>
                  </a:cubicBezTo>
                  <a:cubicBezTo>
                    <a:pt x="6424" y="48537"/>
                    <a:pt x="5193" y="46530"/>
                    <a:pt x="3185" y="45486"/>
                  </a:cubicBezTo>
                  <a:cubicBezTo>
                    <a:pt x="3185" y="43586"/>
                    <a:pt x="2088" y="41739"/>
                    <a:pt x="402" y="40668"/>
                  </a:cubicBezTo>
                  <a:cubicBezTo>
                    <a:pt x="1927" y="39705"/>
                    <a:pt x="3319" y="37885"/>
                    <a:pt x="3212" y="35824"/>
                  </a:cubicBezTo>
                  <a:cubicBezTo>
                    <a:pt x="5193" y="34780"/>
                    <a:pt x="6424" y="32772"/>
                    <a:pt x="6424" y="30524"/>
                  </a:cubicBezTo>
                  <a:cubicBezTo>
                    <a:pt x="6424" y="28276"/>
                    <a:pt x="5193" y="26268"/>
                    <a:pt x="3185" y="25225"/>
                  </a:cubicBezTo>
                  <a:cubicBezTo>
                    <a:pt x="3105" y="23244"/>
                    <a:pt x="2061" y="21451"/>
                    <a:pt x="402" y="20407"/>
                  </a:cubicBezTo>
                  <a:cubicBezTo>
                    <a:pt x="2088" y="19336"/>
                    <a:pt x="3185" y="17436"/>
                    <a:pt x="3185" y="15616"/>
                  </a:cubicBezTo>
                  <a:cubicBezTo>
                    <a:pt x="3185" y="15589"/>
                    <a:pt x="3185" y="15562"/>
                    <a:pt x="3185" y="15562"/>
                  </a:cubicBezTo>
                  <a:cubicBezTo>
                    <a:pt x="5193" y="14518"/>
                    <a:pt x="6424" y="12511"/>
                    <a:pt x="6424" y="10263"/>
                  </a:cubicBezTo>
                  <a:cubicBezTo>
                    <a:pt x="6424" y="8014"/>
                    <a:pt x="5193" y="6007"/>
                    <a:pt x="3185" y="4963"/>
                  </a:cubicBezTo>
                  <a:cubicBezTo>
                    <a:pt x="3185" y="3036"/>
                    <a:pt x="2007" y="1055"/>
                    <a:pt x="214"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 name="Google Shape;1623;p191"/>
            <p:cNvSpPr/>
            <p:nvPr/>
          </p:nvSpPr>
          <p:spPr>
            <a:xfrm>
              <a:off x="1146800" y="2845375"/>
              <a:ext cx="159950" cy="2032675"/>
            </a:xfrm>
            <a:custGeom>
              <a:rect b="b" l="l" r="r" t="t"/>
              <a:pathLst>
                <a:path extrusionOk="0" h="81307" w="6398">
                  <a:moveTo>
                    <a:pt x="120" y="1"/>
                  </a:moveTo>
                  <a:cubicBezTo>
                    <a:pt x="81" y="1"/>
                    <a:pt x="44" y="24"/>
                    <a:pt x="28" y="57"/>
                  </a:cubicBezTo>
                  <a:cubicBezTo>
                    <a:pt x="28" y="84"/>
                    <a:pt x="1" y="110"/>
                    <a:pt x="1" y="137"/>
                  </a:cubicBezTo>
                  <a:cubicBezTo>
                    <a:pt x="1" y="164"/>
                    <a:pt x="28" y="217"/>
                    <a:pt x="81" y="244"/>
                  </a:cubicBezTo>
                  <a:cubicBezTo>
                    <a:pt x="1821" y="1234"/>
                    <a:pt x="2972" y="3162"/>
                    <a:pt x="2918" y="5035"/>
                  </a:cubicBezTo>
                  <a:cubicBezTo>
                    <a:pt x="2918" y="5089"/>
                    <a:pt x="2945" y="5142"/>
                    <a:pt x="2998" y="5142"/>
                  </a:cubicBezTo>
                  <a:cubicBezTo>
                    <a:pt x="4952" y="6133"/>
                    <a:pt x="6157" y="8086"/>
                    <a:pt x="6157" y="10254"/>
                  </a:cubicBezTo>
                  <a:cubicBezTo>
                    <a:pt x="6157" y="12422"/>
                    <a:pt x="4952" y="14376"/>
                    <a:pt x="2998" y="15367"/>
                  </a:cubicBezTo>
                  <a:cubicBezTo>
                    <a:pt x="2945" y="15393"/>
                    <a:pt x="2918" y="15420"/>
                    <a:pt x="2918" y="15474"/>
                  </a:cubicBezTo>
                  <a:cubicBezTo>
                    <a:pt x="2972" y="17321"/>
                    <a:pt x="1848" y="19248"/>
                    <a:pt x="81" y="20265"/>
                  </a:cubicBezTo>
                  <a:cubicBezTo>
                    <a:pt x="54" y="20292"/>
                    <a:pt x="28" y="20318"/>
                    <a:pt x="1" y="20345"/>
                  </a:cubicBezTo>
                  <a:cubicBezTo>
                    <a:pt x="1" y="20425"/>
                    <a:pt x="28" y="20479"/>
                    <a:pt x="81" y="20506"/>
                  </a:cubicBezTo>
                  <a:cubicBezTo>
                    <a:pt x="1794" y="21496"/>
                    <a:pt x="2865" y="23289"/>
                    <a:pt x="2918" y="25297"/>
                  </a:cubicBezTo>
                  <a:cubicBezTo>
                    <a:pt x="2918" y="25350"/>
                    <a:pt x="2945"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079" y="37823"/>
                    <a:pt x="1633" y="39643"/>
                    <a:pt x="81" y="40526"/>
                  </a:cubicBezTo>
                  <a:cubicBezTo>
                    <a:pt x="54" y="40553"/>
                    <a:pt x="28" y="40580"/>
                    <a:pt x="1" y="40633"/>
                  </a:cubicBezTo>
                  <a:cubicBezTo>
                    <a:pt x="1" y="40687"/>
                    <a:pt x="28" y="40741"/>
                    <a:pt x="81" y="40767"/>
                  </a:cubicBezTo>
                  <a:cubicBezTo>
                    <a:pt x="1821" y="41784"/>
                    <a:pt x="2918" y="43631"/>
                    <a:pt x="2918" y="45532"/>
                  </a:cubicBezTo>
                  <a:cubicBezTo>
                    <a:pt x="2918" y="45532"/>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81" y="60815"/>
                  </a:cubicBezTo>
                  <a:cubicBezTo>
                    <a:pt x="54" y="60815"/>
                    <a:pt x="28" y="60841"/>
                    <a:pt x="1" y="60895"/>
                  </a:cubicBezTo>
                  <a:cubicBezTo>
                    <a:pt x="1" y="60949"/>
                    <a:pt x="28"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8" y="81103"/>
                    <a:pt x="1" y="81183"/>
                    <a:pt x="28" y="81237"/>
                  </a:cubicBezTo>
                  <a:cubicBezTo>
                    <a:pt x="44" y="81288"/>
                    <a:pt x="83" y="81306"/>
                    <a:pt x="129" y="81306"/>
                  </a:cubicBezTo>
                  <a:cubicBezTo>
                    <a:pt x="156" y="81306"/>
                    <a:pt x="185" y="81300"/>
                    <a:pt x="215" y="81290"/>
                  </a:cubicBezTo>
                  <a:cubicBezTo>
                    <a:pt x="1981" y="80247"/>
                    <a:pt x="3106" y="78400"/>
                    <a:pt x="3186" y="76366"/>
                  </a:cubicBezTo>
                  <a:cubicBezTo>
                    <a:pt x="5167" y="75322"/>
                    <a:pt x="6398" y="73288"/>
                    <a:pt x="6398" y="71066"/>
                  </a:cubicBezTo>
                  <a:cubicBezTo>
                    <a:pt x="6398" y="68818"/>
                    <a:pt x="5167" y="66783"/>
                    <a:pt x="3186" y="65766"/>
                  </a:cubicBezTo>
                  <a:cubicBezTo>
                    <a:pt x="3106" y="63759"/>
                    <a:pt x="2062" y="61992"/>
                    <a:pt x="375" y="60922"/>
                  </a:cubicBezTo>
                  <a:cubicBezTo>
                    <a:pt x="2062" y="59878"/>
                    <a:pt x="3106" y="58085"/>
                    <a:pt x="3186" y="56077"/>
                  </a:cubicBezTo>
                  <a:cubicBezTo>
                    <a:pt x="5167" y="55060"/>
                    <a:pt x="6398" y="53026"/>
                    <a:pt x="6398" y="50778"/>
                  </a:cubicBezTo>
                  <a:cubicBezTo>
                    <a:pt x="6398" y="48556"/>
                    <a:pt x="5167" y="46522"/>
                    <a:pt x="3186" y="45505"/>
                  </a:cubicBezTo>
                  <a:cubicBezTo>
                    <a:pt x="3159" y="43604"/>
                    <a:pt x="2088" y="41731"/>
                    <a:pt x="375" y="40660"/>
                  </a:cubicBezTo>
                  <a:cubicBezTo>
                    <a:pt x="1901" y="39697"/>
                    <a:pt x="3293" y="37877"/>
                    <a:pt x="3186" y="35816"/>
                  </a:cubicBezTo>
                  <a:cubicBezTo>
                    <a:pt x="5167" y="34799"/>
                    <a:pt x="6398" y="32764"/>
                    <a:pt x="6398" y="30516"/>
                  </a:cubicBezTo>
                  <a:cubicBezTo>
                    <a:pt x="6398" y="28268"/>
                    <a:pt x="5167" y="26260"/>
                    <a:pt x="3186" y="25216"/>
                  </a:cubicBezTo>
                  <a:cubicBezTo>
                    <a:pt x="3079" y="23236"/>
                    <a:pt x="2062" y="21442"/>
                    <a:pt x="375" y="20399"/>
                  </a:cubicBezTo>
                  <a:cubicBezTo>
                    <a:pt x="2088" y="19328"/>
                    <a:pt x="3186" y="17401"/>
                    <a:pt x="3186" y="15554"/>
                  </a:cubicBezTo>
                  <a:cubicBezTo>
                    <a:pt x="5167" y="14510"/>
                    <a:pt x="6398" y="12503"/>
                    <a:pt x="6398" y="10254"/>
                  </a:cubicBezTo>
                  <a:cubicBezTo>
                    <a:pt x="6398" y="8006"/>
                    <a:pt x="5167" y="5999"/>
                    <a:pt x="3186" y="4955"/>
                  </a:cubicBezTo>
                  <a:cubicBezTo>
                    <a:pt x="3186" y="3028"/>
                    <a:pt x="1981" y="1047"/>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 name="Google Shape;1624;p191"/>
            <p:cNvSpPr/>
            <p:nvPr/>
          </p:nvSpPr>
          <p:spPr>
            <a:xfrm>
              <a:off x="992900" y="2593575"/>
              <a:ext cx="160625" cy="2032875"/>
            </a:xfrm>
            <a:custGeom>
              <a:rect b="b" l="l" r="r" t="t"/>
              <a:pathLst>
                <a:path extrusionOk="0" h="81315" w="6425">
                  <a:moveTo>
                    <a:pt x="167" y="1"/>
                  </a:moveTo>
                  <a:cubicBezTo>
                    <a:pt x="120" y="1"/>
                    <a:pt x="67" y="26"/>
                    <a:pt x="27" y="65"/>
                  </a:cubicBezTo>
                  <a:cubicBezTo>
                    <a:pt x="27" y="92"/>
                    <a:pt x="27" y="118"/>
                    <a:pt x="27" y="118"/>
                  </a:cubicBezTo>
                  <a:cubicBezTo>
                    <a:pt x="27" y="172"/>
                    <a:pt x="54"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72" y="15402"/>
                    <a:pt x="2945" y="15428"/>
                    <a:pt x="2945" y="15482"/>
                  </a:cubicBezTo>
                  <a:cubicBezTo>
                    <a:pt x="2998" y="17329"/>
                    <a:pt x="1847"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72" y="35663"/>
                    <a:pt x="2945" y="35717"/>
                    <a:pt x="2945" y="35770"/>
                  </a:cubicBezTo>
                  <a:cubicBezTo>
                    <a:pt x="3105"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18"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5" y="78408"/>
                    <a:pt x="3186" y="76347"/>
                  </a:cubicBezTo>
                  <a:cubicBezTo>
                    <a:pt x="5193" y="75330"/>
                    <a:pt x="6424" y="73296"/>
                    <a:pt x="6424" y="71047"/>
                  </a:cubicBezTo>
                  <a:cubicBezTo>
                    <a:pt x="6424" y="68826"/>
                    <a:pt x="5193" y="66792"/>
                    <a:pt x="3186" y="65748"/>
                  </a:cubicBezTo>
                  <a:cubicBezTo>
                    <a:pt x="3105" y="63767"/>
                    <a:pt x="2088" y="61974"/>
                    <a:pt x="402" y="60930"/>
                  </a:cubicBezTo>
                  <a:cubicBezTo>
                    <a:pt x="2088" y="59859"/>
                    <a:pt x="3105" y="58093"/>
                    <a:pt x="3186" y="56085"/>
                  </a:cubicBezTo>
                  <a:cubicBezTo>
                    <a:pt x="5193" y="55068"/>
                    <a:pt x="6424" y="53034"/>
                    <a:pt x="6424" y="50786"/>
                  </a:cubicBezTo>
                  <a:cubicBezTo>
                    <a:pt x="6424" y="48537"/>
                    <a:pt x="5193" y="46530"/>
                    <a:pt x="3186" y="45486"/>
                  </a:cubicBezTo>
                  <a:cubicBezTo>
                    <a:pt x="3159" y="43586"/>
                    <a:pt x="2088" y="41739"/>
                    <a:pt x="402" y="40668"/>
                  </a:cubicBezTo>
                  <a:cubicBezTo>
                    <a:pt x="1901" y="39705"/>
                    <a:pt x="3320" y="37885"/>
                    <a:pt x="3186" y="35824"/>
                  </a:cubicBezTo>
                  <a:cubicBezTo>
                    <a:pt x="5193" y="34780"/>
                    <a:pt x="6424" y="32772"/>
                    <a:pt x="6424" y="30524"/>
                  </a:cubicBezTo>
                  <a:cubicBezTo>
                    <a:pt x="6424" y="28276"/>
                    <a:pt x="5193" y="26268"/>
                    <a:pt x="3186" y="25225"/>
                  </a:cubicBezTo>
                  <a:cubicBezTo>
                    <a:pt x="3105" y="23244"/>
                    <a:pt x="2062" y="21451"/>
                    <a:pt x="402" y="20407"/>
                  </a:cubicBezTo>
                  <a:cubicBezTo>
                    <a:pt x="2088" y="19336"/>
                    <a:pt x="3186" y="17436"/>
                    <a:pt x="3186" y="15616"/>
                  </a:cubicBezTo>
                  <a:cubicBezTo>
                    <a:pt x="3186" y="15589"/>
                    <a:pt x="3186" y="15562"/>
                    <a:pt x="3186" y="15562"/>
                  </a:cubicBezTo>
                  <a:cubicBezTo>
                    <a:pt x="5193" y="14518"/>
                    <a:pt x="6424" y="12511"/>
                    <a:pt x="6424" y="10263"/>
                  </a:cubicBezTo>
                  <a:cubicBezTo>
                    <a:pt x="6424" y="8014"/>
                    <a:pt x="5193" y="6007"/>
                    <a:pt x="3186" y="4963"/>
                  </a:cubicBezTo>
                  <a:cubicBezTo>
                    <a:pt x="3186" y="3036"/>
                    <a:pt x="2008" y="1055"/>
                    <a:pt x="215"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 name="Google Shape;1625;p191"/>
            <p:cNvSpPr/>
            <p:nvPr/>
          </p:nvSpPr>
          <p:spPr>
            <a:xfrm>
              <a:off x="839675" y="2845375"/>
              <a:ext cx="159950" cy="2032675"/>
            </a:xfrm>
            <a:custGeom>
              <a:rect b="b" l="l" r="r" t="t"/>
              <a:pathLst>
                <a:path extrusionOk="0" h="81307" w="6398">
                  <a:moveTo>
                    <a:pt x="119" y="1"/>
                  </a:moveTo>
                  <a:cubicBezTo>
                    <a:pt x="81" y="1"/>
                    <a:pt x="44" y="24"/>
                    <a:pt x="27" y="57"/>
                  </a:cubicBezTo>
                  <a:cubicBezTo>
                    <a:pt x="0" y="84"/>
                    <a:pt x="0" y="110"/>
                    <a:pt x="0" y="137"/>
                  </a:cubicBezTo>
                  <a:cubicBezTo>
                    <a:pt x="0" y="164"/>
                    <a:pt x="27" y="217"/>
                    <a:pt x="54" y="244"/>
                  </a:cubicBezTo>
                  <a:cubicBezTo>
                    <a:pt x="1794" y="1234"/>
                    <a:pt x="2971" y="3162"/>
                    <a:pt x="2918" y="5035"/>
                  </a:cubicBezTo>
                  <a:cubicBezTo>
                    <a:pt x="2918" y="5089"/>
                    <a:pt x="2945" y="5142"/>
                    <a:pt x="2998" y="5142"/>
                  </a:cubicBezTo>
                  <a:cubicBezTo>
                    <a:pt x="4925" y="6133"/>
                    <a:pt x="6156" y="8086"/>
                    <a:pt x="6156" y="10254"/>
                  </a:cubicBezTo>
                  <a:cubicBezTo>
                    <a:pt x="6156" y="12422"/>
                    <a:pt x="4925" y="14376"/>
                    <a:pt x="2998" y="15367"/>
                  </a:cubicBezTo>
                  <a:cubicBezTo>
                    <a:pt x="2945" y="15393"/>
                    <a:pt x="2918" y="15420"/>
                    <a:pt x="2918" y="15474"/>
                  </a:cubicBezTo>
                  <a:cubicBezTo>
                    <a:pt x="2971" y="17321"/>
                    <a:pt x="1847" y="19248"/>
                    <a:pt x="81" y="20265"/>
                  </a:cubicBezTo>
                  <a:cubicBezTo>
                    <a:pt x="54" y="20292"/>
                    <a:pt x="27" y="20318"/>
                    <a:pt x="0" y="20345"/>
                  </a:cubicBezTo>
                  <a:cubicBezTo>
                    <a:pt x="0" y="20425"/>
                    <a:pt x="27" y="20479"/>
                    <a:pt x="54" y="20506"/>
                  </a:cubicBezTo>
                  <a:cubicBezTo>
                    <a:pt x="1794" y="21496"/>
                    <a:pt x="2864" y="23289"/>
                    <a:pt x="2918" y="25297"/>
                  </a:cubicBezTo>
                  <a:cubicBezTo>
                    <a:pt x="2918" y="25350"/>
                    <a:pt x="2945" y="25404"/>
                    <a:pt x="2998" y="25404"/>
                  </a:cubicBezTo>
                  <a:cubicBezTo>
                    <a:pt x="4925" y="26394"/>
                    <a:pt x="6156" y="28348"/>
                    <a:pt x="6156" y="30516"/>
                  </a:cubicBezTo>
                  <a:cubicBezTo>
                    <a:pt x="6156" y="32684"/>
                    <a:pt x="4925" y="34665"/>
                    <a:pt x="2998" y="35628"/>
                  </a:cubicBezTo>
                  <a:cubicBezTo>
                    <a:pt x="2945" y="35655"/>
                    <a:pt x="2918" y="35709"/>
                    <a:pt x="2918" y="35762"/>
                  </a:cubicBezTo>
                  <a:cubicBezTo>
                    <a:pt x="3078" y="37823"/>
                    <a:pt x="1606" y="39643"/>
                    <a:pt x="81" y="40526"/>
                  </a:cubicBezTo>
                  <a:cubicBezTo>
                    <a:pt x="54" y="40553"/>
                    <a:pt x="27" y="40580"/>
                    <a:pt x="0" y="40633"/>
                  </a:cubicBezTo>
                  <a:cubicBezTo>
                    <a:pt x="0" y="40687"/>
                    <a:pt x="27" y="40741"/>
                    <a:pt x="54" y="40767"/>
                  </a:cubicBezTo>
                  <a:cubicBezTo>
                    <a:pt x="1794" y="41784"/>
                    <a:pt x="2918" y="43631"/>
                    <a:pt x="2918" y="45532"/>
                  </a:cubicBezTo>
                  <a:cubicBezTo>
                    <a:pt x="2918" y="45558"/>
                    <a:pt x="2918" y="45558"/>
                    <a:pt x="2918" y="45558"/>
                  </a:cubicBezTo>
                  <a:cubicBezTo>
                    <a:pt x="2918" y="45612"/>
                    <a:pt x="2945" y="45665"/>
                    <a:pt x="2998" y="45692"/>
                  </a:cubicBezTo>
                  <a:cubicBezTo>
                    <a:pt x="4925" y="46656"/>
                    <a:pt x="6156" y="48610"/>
                    <a:pt x="6156" y="50778"/>
                  </a:cubicBezTo>
                  <a:cubicBezTo>
                    <a:pt x="6156" y="52972"/>
                    <a:pt x="4925" y="54926"/>
                    <a:pt x="2998" y="55890"/>
                  </a:cubicBezTo>
                  <a:cubicBezTo>
                    <a:pt x="2945" y="55917"/>
                    <a:pt x="2918" y="55970"/>
                    <a:pt x="2918" y="55997"/>
                  </a:cubicBezTo>
                  <a:cubicBezTo>
                    <a:pt x="2864" y="58004"/>
                    <a:pt x="1820" y="59798"/>
                    <a:pt x="81" y="60815"/>
                  </a:cubicBezTo>
                  <a:cubicBezTo>
                    <a:pt x="54" y="60815"/>
                    <a:pt x="27" y="60841"/>
                    <a:pt x="0" y="60895"/>
                  </a:cubicBezTo>
                  <a:cubicBezTo>
                    <a:pt x="0" y="60949"/>
                    <a:pt x="27" y="61002"/>
                    <a:pt x="54" y="61029"/>
                  </a:cubicBezTo>
                  <a:cubicBezTo>
                    <a:pt x="1794" y="62046"/>
                    <a:pt x="2864" y="63839"/>
                    <a:pt x="2918" y="65847"/>
                  </a:cubicBezTo>
                  <a:cubicBezTo>
                    <a:pt x="2918" y="65873"/>
                    <a:pt x="2945" y="65927"/>
                    <a:pt x="2998" y="65954"/>
                  </a:cubicBezTo>
                  <a:cubicBezTo>
                    <a:pt x="4925" y="66917"/>
                    <a:pt x="6156" y="68871"/>
                    <a:pt x="6156" y="71066"/>
                  </a:cubicBezTo>
                  <a:cubicBezTo>
                    <a:pt x="6156" y="73234"/>
                    <a:pt x="4925" y="75188"/>
                    <a:pt x="2998" y="76151"/>
                  </a:cubicBezTo>
                  <a:cubicBezTo>
                    <a:pt x="2945" y="76178"/>
                    <a:pt x="2918" y="76232"/>
                    <a:pt x="2918" y="76285"/>
                  </a:cubicBezTo>
                  <a:cubicBezTo>
                    <a:pt x="2864" y="78266"/>
                    <a:pt x="1794" y="80059"/>
                    <a:pt x="81" y="81076"/>
                  </a:cubicBezTo>
                  <a:cubicBezTo>
                    <a:pt x="0" y="81103"/>
                    <a:pt x="0" y="81183"/>
                    <a:pt x="27" y="81237"/>
                  </a:cubicBezTo>
                  <a:cubicBezTo>
                    <a:pt x="44" y="81288"/>
                    <a:pt x="83" y="81306"/>
                    <a:pt x="122" y="81306"/>
                  </a:cubicBezTo>
                  <a:cubicBezTo>
                    <a:pt x="145" y="81306"/>
                    <a:pt x="168" y="81300"/>
                    <a:pt x="188" y="81290"/>
                  </a:cubicBezTo>
                  <a:cubicBezTo>
                    <a:pt x="1981" y="80247"/>
                    <a:pt x="3105" y="78400"/>
                    <a:pt x="3159" y="76366"/>
                  </a:cubicBezTo>
                  <a:cubicBezTo>
                    <a:pt x="5166" y="75322"/>
                    <a:pt x="6397" y="73288"/>
                    <a:pt x="6397" y="71066"/>
                  </a:cubicBezTo>
                  <a:cubicBezTo>
                    <a:pt x="6397" y="68818"/>
                    <a:pt x="5166" y="66783"/>
                    <a:pt x="3159" y="65766"/>
                  </a:cubicBezTo>
                  <a:cubicBezTo>
                    <a:pt x="3105" y="63759"/>
                    <a:pt x="2061" y="61992"/>
                    <a:pt x="375" y="60922"/>
                  </a:cubicBezTo>
                  <a:cubicBezTo>
                    <a:pt x="2061" y="59878"/>
                    <a:pt x="3105" y="58085"/>
                    <a:pt x="3159" y="56077"/>
                  </a:cubicBezTo>
                  <a:cubicBezTo>
                    <a:pt x="5166" y="55060"/>
                    <a:pt x="6397" y="53026"/>
                    <a:pt x="6397" y="50778"/>
                  </a:cubicBezTo>
                  <a:cubicBezTo>
                    <a:pt x="6397" y="48556"/>
                    <a:pt x="5166" y="46522"/>
                    <a:pt x="3159" y="45505"/>
                  </a:cubicBezTo>
                  <a:cubicBezTo>
                    <a:pt x="3159" y="43604"/>
                    <a:pt x="2061" y="41731"/>
                    <a:pt x="375" y="40660"/>
                  </a:cubicBezTo>
                  <a:cubicBezTo>
                    <a:pt x="1901" y="39697"/>
                    <a:pt x="3292" y="37877"/>
                    <a:pt x="3185" y="35816"/>
                  </a:cubicBezTo>
                  <a:cubicBezTo>
                    <a:pt x="5166" y="34799"/>
                    <a:pt x="6397" y="32764"/>
                    <a:pt x="6397" y="30516"/>
                  </a:cubicBezTo>
                  <a:cubicBezTo>
                    <a:pt x="6397" y="28268"/>
                    <a:pt x="5166" y="26260"/>
                    <a:pt x="3159" y="25216"/>
                  </a:cubicBezTo>
                  <a:cubicBezTo>
                    <a:pt x="3078" y="23236"/>
                    <a:pt x="2035" y="21442"/>
                    <a:pt x="375" y="20399"/>
                  </a:cubicBezTo>
                  <a:cubicBezTo>
                    <a:pt x="2061" y="19328"/>
                    <a:pt x="3159" y="17454"/>
                    <a:pt x="3159" y="15608"/>
                  </a:cubicBezTo>
                  <a:cubicBezTo>
                    <a:pt x="3159" y="15581"/>
                    <a:pt x="3159" y="15581"/>
                    <a:pt x="3159" y="15554"/>
                  </a:cubicBezTo>
                  <a:cubicBezTo>
                    <a:pt x="5166" y="14510"/>
                    <a:pt x="6397" y="12503"/>
                    <a:pt x="6397" y="10254"/>
                  </a:cubicBezTo>
                  <a:cubicBezTo>
                    <a:pt x="6397" y="8006"/>
                    <a:pt x="5166" y="5999"/>
                    <a:pt x="3159" y="4955"/>
                  </a:cubicBezTo>
                  <a:cubicBezTo>
                    <a:pt x="3159" y="3028"/>
                    <a:pt x="1981" y="1047"/>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 name="Google Shape;1626;p191"/>
            <p:cNvSpPr/>
            <p:nvPr/>
          </p:nvSpPr>
          <p:spPr>
            <a:xfrm>
              <a:off x="685775" y="2593575"/>
              <a:ext cx="159950" cy="2032875"/>
            </a:xfrm>
            <a:custGeom>
              <a:rect b="b" l="l" r="r" t="t"/>
              <a:pathLst>
                <a:path extrusionOk="0" h="81315" w="6398">
                  <a:moveTo>
                    <a:pt x="140" y="1"/>
                  </a:moveTo>
                  <a:cubicBezTo>
                    <a:pt x="95" y="1"/>
                    <a:pt x="47" y="26"/>
                    <a:pt x="27" y="65"/>
                  </a:cubicBezTo>
                  <a:cubicBezTo>
                    <a:pt x="27"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98" y="17329"/>
                    <a:pt x="1847" y="19256"/>
                    <a:pt x="81" y="20273"/>
                  </a:cubicBezTo>
                  <a:cubicBezTo>
                    <a:pt x="54" y="20300"/>
                    <a:pt x="27" y="20326"/>
                    <a:pt x="27"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27" y="40615"/>
                  </a:cubicBezTo>
                  <a:cubicBezTo>
                    <a:pt x="0" y="40668"/>
                    <a:pt x="27" y="40749"/>
                    <a:pt x="81" y="40775"/>
                  </a:cubicBezTo>
                  <a:cubicBezTo>
                    <a:pt x="1820" y="41766"/>
                    <a:pt x="2918" y="43639"/>
                    <a:pt x="2918" y="45540"/>
                  </a:cubicBezTo>
                  <a:lnTo>
                    <a:pt x="2918" y="45566"/>
                  </a:ln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91" y="58012"/>
                    <a:pt x="1820" y="59806"/>
                    <a:pt x="81" y="60796"/>
                  </a:cubicBezTo>
                  <a:cubicBezTo>
                    <a:pt x="54" y="60823"/>
                    <a:pt x="27" y="60850"/>
                    <a:pt x="27" y="60903"/>
                  </a:cubicBezTo>
                  <a:cubicBezTo>
                    <a:pt x="0" y="60957"/>
                    <a:pt x="27" y="61010"/>
                    <a:pt x="81" y="61037"/>
                  </a:cubicBezTo>
                  <a:cubicBezTo>
                    <a:pt x="1820" y="62054"/>
                    <a:pt x="2891"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91" y="78274"/>
                    <a:pt x="1820" y="80067"/>
                    <a:pt x="81" y="81084"/>
                  </a:cubicBezTo>
                  <a:cubicBezTo>
                    <a:pt x="27" y="81111"/>
                    <a:pt x="0" y="81191"/>
                    <a:pt x="27" y="81245"/>
                  </a:cubicBezTo>
                  <a:cubicBezTo>
                    <a:pt x="61" y="81296"/>
                    <a:pt x="95" y="81315"/>
                    <a:pt x="136" y="81315"/>
                  </a:cubicBezTo>
                  <a:cubicBezTo>
                    <a:pt x="159" y="81315"/>
                    <a:pt x="185" y="81308"/>
                    <a:pt x="214" y="81299"/>
                  </a:cubicBezTo>
                  <a:cubicBezTo>
                    <a:pt x="2008"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88"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88" y="19336"/>
                    <a:pt x="3185" y="17436"/>
                    <a:pt x="3185" y="15616"/>
                  </a:cubicBezTo>
                  <a:cubicBezTo>
                    <a:pt x="3185" y="15589"/>
                    <a:pt x="3185" y="15589"/>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 name="Google Shape;1627;p191"/>
            <p:cNvSpPr/>
            <p:nvPr/>
          </p:nvSpPr>
          <p:spPr>
            <a:xfrm>
              <a:off x="531875" y="2845375"/>
              <a:ext cx="160600" cy="2032675"/>
            </a:xfrm>
            <a:custGeom>
              <a:rect b="b" l="l" r="r" t="t"/>
              <a:pathLst>
                <a:path extrusionOk="0" h="81307" w="6424">
                  <a:moveTo>
                    <a:pt x="144" y="1"/>
                  </a:moveTo>
                  <a:cubicBezTo>
                    <a:pt x="103" y="1"/>
                    <a:pt x="60" y="24"/>
                    <a:pt x="27" y="57"/>
                  </a:cubicBezTo>
                  <a:cubicBezTo>
                    <a:pt x="27" y="84"/>
                    <a:pt x="27" y="110"/>
                    <a:pt x="27" y="137"/>
                  </a:cubicBezTo>
                  <a:cubicBezTo>
                    <a:pt x="27" y="164"/>
                    <a:pt x="54" y="217"/>
                    <a:pt x="80" y="244"/>
                  </a:cubicBezTo>
                  <a:cubicBezTo>
                    <a:pt x="1820" y="1234"/>
                    <a:pt x="2971" y="3162"/>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47"/>
                    <a:pt x="2944" y="15474"/>
                  </a:cubicBezTo>
                  <a:cubicBezTo>
                    <a:pt x="2998" y="17321"/>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71" y="35655"/>
                    <a:pt x="2944"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lnTo>
                    <a:pt x="2944" y="45558"/>
                  </a:ln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54" y="81237"/>
                  </a:cubicBezTo>
                  <a:cubicBezTo>
                    <a:pt x="71" y="81288"/>
                    <a:pt x="109" y="81306"/>
                    <a:pt x="149" y="81306"/>
                  </a:cubicBezTo>
                  <a:cubicBezTo>
                    <a:pt x="171" y="81306"/>
                    <a:pt x="195" y="81300"/>
                    <a:pt x="214" y="81290"/>
                  </a:cubicBezTo>
                  <a:cubicBezTo>
                    <a:pt x="2008" y="80247"/>
                    <a:pt x="3105" y="78400"/>
                    <a:pt x="3185" y="76366"/>
                  </a:cubicBezTo>
                  <a:cubicBezTo>
                    <a:pt x="5193" y="75322"/>
                    <a:pt x="6424" y="73288"/>
                    <a:pt x="6424" y="71066"/>
                  </a:cubicBezTo>
                  <a:cubicBezTo>
                    <a:pt x="6424" y="68818"/>
                    <a:pt x="5193" y="66783"/>
                    <a:pt x="3185" y="65766"/>
                  </a:cubicBezTo>
                  <a:cubicBezTo>
                    <a:pt x="3105" y="63759"/>
                    <a:pt x="2088" y="61992"/>
                    <a:pt x="402" y="60922"/>
                  </a:cubicBezTo>
                  <a:cubicBezTo>
                    <a:pt x="2088" y="59878"/>
                    <a:pt x="3105" y="58085"/>
                    <a:pt x="3185" y="56077"/>
                  </a:cubicBezTo>
                  <a:cubicBezTo>
                    <a:pt x="5193" y="55060"/>
                    <a:pt x="6424" y="53026"/>
                    <a:pt x="6424" y="50778"/>
                  </a:cubicBezTo>
                  <a:cubicBezTo>
                    <a:pt x="6424" y="48556"/>
                    <a:pt x="5193" y="46522"/>
                    <a:pt x="3185" y="45505"/>
                  </a:cubicBezTo>
                  <a:cubicBezTo>
                    <a:pt x="3185" y="43604"/>
                    <a:pt x="2088" y="41731"/>
                    <a:pt x="402" y="40660"/>
                  </a:cubicBezTo>
                  <a:cubicBezTo>
                    <a:pt x="1900" y="39697"/>
                    <a:pt x="3319" y="37877"/>
                    <a:pt x="3185" y="35816"/>
                  </a:cubicBezTo>
                  <a:cubicBezTo>
                    <a:pt x="5193" y="34799"/>
                    <a:pt x="6424" y="32764"/>
                    <a:pt x="6424" y="30516"/>
                  </a:cubicBezTo>
                  <a:cubicBezTo>
                    <a:pt x="6424" y="28268"/>
                    <a:pt x="5193" y="26260"/>
                    <a:pt x="3185" y="25216"/>
                  </a:cubicBezTo>
                  <a:cubicBezTo>
                    <a:pt x="3105" y="23236"/>
                    <a:pt x="2061" y="21442"/>
                    <a:pt x="402"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94" y="10"/>
                    <a:pt x="169"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 name="Google Shape;1628;p191"/>
            <p:cNvSpPr/>
            <p:nvPr/>
          </p:nvSpPr>
          <p:spPr>
            <a:xfrm>
              <a:off x="378625" y="2593575"/>
              <a:ext cx="159950" cy="2032875"/>
            </a:xfrm>
            <a:custGeom>
              <a:rect b="b" l="l" r="r" t="t"/>
              <a:pathLst>
                <a:path extrusionOk="0" h="81315" w="6398">
                  <a:moveTo>
                    <a:pt x="141" y="1"/>
                  </a:moveTo>
                  <a:cubicBezTo>
                    <a:pt x="95" y="1"/>
                    <a:pt x="47" y="26"/>
                    <a:pt x="28" y="65"/>
                  </a:cubicBezTo>
                  <a:cubicBezTo>
                    <a:pt x="1" y="92"/>
                    <a:pt x="1" y="118"/>
                    <a:pt x="1" y="118"/>
                  </a:cubicBezTo>
                  <a:cubicBezTo>
                    <a:pt x="1" y="172"/>
                    <a:pt x="28" y="225"/>
                    <a:pt x="54" y="225"/>
                  </a:cubicBezTo>
                  <a:cubicBezTo>
                    <a:pt x="1794" y="1243"/>
                    <a:pt x="2918" y="3116"/>
                    <a:pt x="2918" y="4963"/>
                  </a:cubicBezTo>
                  <a:cubicBezTo>
                    <a:pt x="2918" y="4990"/>
                    <a:pt x="2918" y="5017"/>
                    <a:pt x="2918" y="5043"/>
                  </a:cubicBezTo>
                  <a:cubicBezTo>
                    <a:pt x="2918" y="5070"/>
                    <a:pt x="2945" y="5124"/>
                    <a:pt x="2999" y="5150"/>
                  </a:cubicBezTo>
                  <a:cubicBezTo>
                    <a:pt x="4952" y="6141"/>
                    <a:pt x="6157" y="8095"/>
                    <a:pt x="6157" y="10263"/>
                  </a:cubicBezTo>
                  <a:cubicBezTo>
                    <a:pt x="6157" y="12431"/>
                    <a:pt x="4952" y="14384"/>
                    <a:pt x="2999" y="15375"/>
                  </a:cubicBezTo>
                  <a:cubicBezTo>
                    <a:pt x="2945" y="15402"/>
                    <a:pt x="2918" y="15428"/>
                    <a:pt x="2918" y="15482"/>
                  </a:cubicBezTo>
                  <a:cubicBezTo>
                    <a:pt x="2972" y="17329"/>
                    <a:pt x="1848" y="19256"/>
                    <a:pt x="81" y="20273"/>
                  </a:cubicBezTo>
                  <a:cubicBezTo>
                    <a:pt x="54" y="20300"/>
                    <a:pt x="28" y="20326"/>
                    <a:pt x="1" y="20353"/>
                  </a:cubicBezTo>
                  <a:cubicBezTo>
                    <a:pt x="1" y="20407"/>
                    <a:pt x="28" y="20487"/>
                    <a:pt x="54" y="20514"/>
                  </a:cubicBezTo>
                  <a:cubicBezTo>
                    <a:pt x="1794" y="21504"/>
                    <a:pt x="2865" y="23297"/>
                    <a:pt x="2918" y="25305"/>
                  </a:cubicBezTo>
                  <a:cubicBezTo>
                    <a:pt x="2918" y="25358"/>
                    <a:pt x="2945" y="25412"/>
                    <a:pt x="2999" y="25412"/>
                  </a:cubicBezTo>
                  <a:cubicBezTo>
                    <a:pt x="4952" y="26402"/>
                    <a:pt x="6157" y="28356"/>
                    <a:pt x="6157" y="30524"/>
                  </a:cubicBezTo>
                  <a:cubicBezTo>
                    <a:pt x="6157" y="32692"/>
                    <a:pt x="4952" y="34646"/>
                    <a:pt x="2999" y="35636"/>
                  </a:cubicBezTo>
                  <a:cubicBezTo>
                    <a:pt x="2945" y="35663"/>
                    <a:pt x="2918" y="35717"/>
                    <a:pt x="2918" y="35770"/>
                  </a:cubicBezTo>
                  <a:cubicBezTo>
                    <a:pt x="3079" y="37831"/>
                    <a:pt x="1607" y="39651"/>
                    <a:pt x="81" y="40535"/>
                  </a:cubicBezTo>
                  <a:cubicBezTo>
                    <a:pt x="54" y="40561"/>
                    <a:pt x="28" y="40588"/>
                    <a:pt x="1" y="40615"/>
                  </a:cubicBezTo>
                  <a:cubicBezTo>
                    <a:pt x="1" y="40668"/>
                    <a:pt x="28" y="40749"/>
                    <a:pt x="54" y="40775"/>
                  </a:cubicBezTo>
                  <a:cubicBezTo>
                    <a:pt x="1794" y="41766"/>
                    <a:pt x="2918" y="43639"/>
                    <a:pt x="2918" y="45540"/>
                  </a:cubicBezTo>
                  <a:cubicBezTo>
                    <a:pt x="2918" y="45540"/>
                    <a:pt x="2918" y="45566"/>
                    <a:pt x="2918" y="45566"/>
                  </a:cubicBezTo>
                  <a:cubicBezTo>
                    <a:pt x="2918" y="45620"/>
                    <a:pt x="2945" y="45674"/>
                    <a:pt x="2999" y="45674"/>
                  </a:cubicBezTo>
                  <a:cubicBezTo>
                    <a:pt x="4952" y="46664"/>
                    <a:pt x="6157" y="48618"/>
                    <a:pt x="6157" y="50786"/>
                  </a:cubicBezTo>
                  <a:cubicBezTo>
                    <a:pt x="6157" y="52954"/>
                    <a:pt x="4952" y="54934"/>
                    <a:pt x="2999" y="55898"/>
                  </a:cubicBezTo>
                  <a:cubicBezTo>
                    <a:pt x="2945" y="55925"/>
                    <a:pt x="2918" y="55952"/>
                    <a:pt x="2918" y="56005"/>
                  </a:cubicBezTo>
                  <a:cubicBezTo>
                    <a:pt x="2865" y="58012"/>
                    <a:pt x="1821" y="59806"/>
                    <a:pt x="81" y="60796"/>
                  </a:cubicBezTo>
                  <a:cubicBezTo>
                    <a:pt x="54" y="60823"/>
                    <a:pt x="28" y="60850"/>
                    <a:pt x="1" y="60903"/>
                  </a:cubicBezTo>
                  <a:cubicBezTo>
                    <a:pt x="1" y="60957"/>
                    <a:pt x="28" y="61010"/>
                    <a:pt x="54" y="61037"/>
                  </a:cubicBezTo>
                  <a:cubicBezTo>
                    <a:pt x="1794" y="62054"/>
                    <a:pt x="2865" y="63847"/>
                    <a:pt x="2918" y="65828"/>
                  </a:cubicBezTo>
                  <a:cubicBezTo>
                    <a:pt x="2918" y="65882"/>
                    <a:pt x="2945" y="65935"/>
                    <a:pt x="2999" y="65962"/>
                  </a:cubicBezTo>
                  <a:cubicBezTo>
                    <a:pt x="4952" y="66925"/>
                    <a:pt x="6157" y="68879"/>
                    <a:pt x="6157" y="71047"/>
                  </a:cubicBezTo>
                  <a:cubicBezTo>
                    <a:pt x="6157" y="73242"/>
                    <a:pt x="4952" y="75196"/>
                    <a:pt x="2999" y="76160"/>
                  </a:cubicBezTo>
                  <a:cubicBezTo>
                    <a:pt x="2945" y="76186"/>
                    <a:pt x="2918" y="76240"/>
                    <a:pt x="2918" y="76267"/>
                  </a:cubicBezTo>
                  <a:cubicBezTo>
                    <a:pt x="2865" y="78274"/>
                    <a:pt x="1821" y="80067"/>
                    <a:pt x="81" y="81084"/>
                  </a:cubicBezTo>
                  <a:cubicBezTo>
                    <a:pt x="1" y="81111"/>
                    <a:pt x="1" y="81191"/>
                    <a:pt x="28" y="81245"/>
                  </a:cubicBezTo>
                  <a:cubicBezTo>
                    <a:pt x="45" y="81296"/>
                    <a:pt x="83" y="81315"/>
                    <a:pt x="123" y="81315"/>
                  </a:cubicBezTo>
                  <a:cubicBezTo>
                    <a:pt x="145" y="81315"/>
                    <a:pt x="169" y="81308"/>
                    <a:pt x="188" y="81299"/>
                  </a:cubicBezTo>
                  <a:cubicBezTo>
                    <a:pt x="1981" y="80255"/>
                    <a:pt x="3106" y="78408"/>
                    <a:pt x="3159" y="76347"/>
                  </a:cubicBezTo>
                  <a:cubicBezTo>
                    <a:pt x="5167" y="75330"/>
                    <a:pt x="6398" y="73296"/>
                    <a:pt x="6398" y="71047"/>
                  </a:cubicBezTo>
                  <a:cubicBezTo>
                    <a:pt x="6398" y="68826"/>
                    <a:pt x="5167" y="66792"/>
                    <a:pt x="3159" y="65748"/>
                  </a:cubicBezTo>
                  <a:cubicBezTo>
                    <a:pt x="3106" y="63767"/>
                    <a:pt x="2062" y="61974"/>
                    <a:pt x="376" y="60930"/>
                  </a:cubicBezTo>
                  <a:cubicBezTo>
                    <a:pt x="2062" y="59859"/>
                    <a:pt x="3106" y="58093"/>
                    <a:pt x="3159" y="56085"/>
                  </a:cubicBezTo>
                  <a:cubicBezTo>
                    <a:pt x="5167" y="55068"/>
                    <a:pt x="6398" y="53034"/>
                    <a:pt x="6398" y="50786"/>
                  </a:cubicBezTo>
                  <a:cubicBezTo>
                    <a:pt x="6398" y="48537"/>
                    <a:pt x="5167" y="46530"/>
                    <a:pt x="3159" y="45486"/>
                  </a:cubicBezTo>
                  <a:cubicBezTo>
                    <a:pt x="3159" y="43586"/>
                    <a:pt x="2062" y="41739"/>
                    <a:pt x="376" y="40668"/>
                  </a:cubicBezTo>
                  <a:cubicBezTo>
                    <a:pt x="1901" y="39705"/>
                    <a:pt x="3293" y="37885"/>
                    <a:pt x="3186" y="35824"/>
                  </a:cubicBezTo>
                  <a:cubicBezTo>
                    <a:pt x="5167" y="34780"/>
                    <a:pt x="6398" y="32772"/>
                    <a:pt x="6398" y="30524"/>
                  </a:cubicBezTo>
                  <a:cubicBezTo>
                    <a:pt x="6398" y="28276"/>
                    <a:pt x="5167" y="26268"/>
                    <a:pt x="3159" y="25225"/>
                  </a:cubicBezTo>
                  <a:cubicBezTo>
                    <a:pt x="3079" y="23244"/>
                    <a:pt x="2035" y="21451"/>
                    <a:pt x="376" y="20407"/>
                  </a:cubicBezTo>
                  <a:cubicBezTo>
                    <a:pt x="2062" y="19336"/>
                    <a:pt x="3186" y="17436"/>
                    <a:pt x="3186" y="15616"/>
                  </a:cubicBezTo>
                  <a:cubicBezTo>
                    <a:pt x="3186" y="15589"/>
                    <a:pt x="3186" y="15589"/>
                    <a:pt x="3186" y="15562"/>
                  </a:cubicBezTo>
                  <a:cubicBezTo>
                    <a:pt x="5167" y="14518"/>
                    <a:pt x="6398" y="12511"/>
                    <a:pt x="6398" y="10263"/>
                  </a:cubicBezTo>
                  <a:cubicBezTo>
                    <a:pt x="6398" y="8014"/>
                    <a:pt x="5167" y="6007"/>
                    <a:pt x="3186" y="4963"/>
                  </a:cubicBezTo>
                  <a:cubicBezTo>
                    <a:pt x="3186" y="3036"/>
                    <a:pt x="1981" y="1055"/>
                    <a:pt x="188" y="11"/>
                  </a:cubicBezTo>
                  <a:cubicBezTo>
                    <a:pt x="174" y="4"/>
                    <a:pt x="158" y="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 name="Google Shape;1629;p191"/>
            <p:cNvSpPr/>
            <p:nvPr/>
          </p:nvSpPr>
          <p:spPr>
            <a:xfrm>
              <a:off x="224725" y="2845375"/>
              <a:ext cx="159950" cy="2032675"/>
            </a:xfrm>
            <a:custGeom>
              <a:rect b="b" l="l" r="r" t="t"/>
              <a:pathLst>
                <a:path extrusionOk="0" h="81307" w="6398">
                  <a:moveTo>
                    <a:pt x="126" y="1"/>
                  </a:moveTo>
                  <a:cubicBezTo>
                    <a:pt x="81" y="1"/>
                    <a:pt x="44" y="24"/>
                    <a:pt x="27" y="57"/>
                  </a:cubicBezTo>
                  <a:cubicBezTo>
                    <a:pt x="27" y="84"/>
                    <a:pt x="1" y="110"/>
                    <a:pt x="1" y="137"/>
                  </a:cubicBezTo>
                  <a:cubicBezTo>
                    <a:pt x="1" y="164"/>
                    <a:pt x="27" y="217"/>
                    <a:pt x="81" y="244"/>
                  </a:cubicBezTo>
                  <a:cubicBezTo>
                    <a:pt x="1821" y="1234"/>
                    <a:pt x="2972" y="3162"/>
                    <a:pt x="2918" y="5035"/>
                  </a:cubicBezTo>
                  <a:cubicBezTo>
                    <a:pt x="2945" y="5089"/>
                    <a:pt x="2945" y="5142"/>
                    <a:pt x="2998" y="5142"/>
                  </a:cubicBezTo>
                  <a:cubicBezTo>
                    <a:pt x="4952" y="6133"/>
                    <a:pt x="6157" y="8086"/>
                    <a:pt x="6157" y="10254"/>
                  </a:cubicBezTo>
                  <a:cubicBezTo>
                    <a:pt x="6157" y="12422"/>
                    <a:pt x="4952" y="14376"/>
                    <a:pt x="2998" y="15367"/>
                  </a:cubicBezTo>
                  <a:cubicBezTo>
                    <a:pt x="2945" y="15393"/>
                    <a:pt x="2918" y="15447"/>
                    <a:pt x="2918" y="15474"/>
                  </a:cubicBezTo>
                  <a:cubicBezTo>
                    <a:pt x="2972" y="17321"/>
                    <a:pt x="1848" y="19248"/>
                    <a:pt x="108" y="20265"/>
                  </a:cubicBezTo>
                  <a:cubicBezTo>
                    <a:pt x="54" y="20292"/>
                    <a:pt x="27" y="20318"/>
                    <a:pt x="27" y="20345"/>
                  </a:cubicBezTo>
                  <a:cubicBezTo>
                    <a:pt x="1" y="20425"/>
                    <a:pt x="27" y="20479"/>
                    <a:pt x="81" y="20506"/>
                  </a:cubicBezTo>
                  <a:cubicBezTo>
                    <a:pt x="1794" y="21496"/>
                    <a:pt x="2865" y="23289"/>
                    <a:pt x="2918" y="25297"/>
                  </a:cubicBezTo>
                  <a:cubicBezTo>
                    <a:pt x="2945" y="25350"/>
                    <a:pt x="2972"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106" y="37823"/>
                    <a:pt x="1633" y="39643"/>
                    <a:pt x="108" y="40526"/>
                  </a:cubicBezTo>
                  <a:cubicBezTo>
                    <a:pt x="54" y="40553"/>
                    <a:pt x="27" y="40580"/>
                    <a:pt x="27" y="40633"/>
                  </a:cubicBezTo>
                  <a:cubicBezTo>
                    <a:pt x="1" y="40687"/>
                    <a:pt x="27" y="40741"/>
                    <a:pt x="81" y="40767"/>
                  </a:cubicBezTo>
                  <a:cubicBezTo>
                    <a:pt x="1821" y="41784"/>
                    <a:pt x="2918" y="43631"/>
                    <a:pt x="2918" y="45532"/>
                  </a:cubicBezTo>
                  <a:cubicBezTo>
                    <a:pt x="2918" y="45558"/>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108" y="60815"/>
                  </a:cubicBezTo>
                  <a:cubicBezTo>
                    <a:pt x="54" y="60815"/>
                    <a:pt x="27" y="60841"/>
                    <a:pt x="27" y="60895"/>
                  </a:cubicBezTo>
                  <a:cubicBezTo>
                    <a:pt x="1" y="60949"/>
                    <a:pt x="27"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7" y="81103"/>
                    <a:pt x="1" y="81183"/>
                    <a:pt x="27" y="81237"/>
                  </a:cubicBezTo>
                  <a:cubicBezTo>
                    <a:pt x="61" y="81288"/>
                    <a:pt x="95" y="81306"/>
                    <a:pt x="136" y="81306"/>
                  </a:cubicBezTo>
                  <a:cubicBezTo>
                    <a:pt x="160" y="81306"/>
                    <a:pt x="185" y="81300"/>
                    <a:pt x="215" y="81290"/>
                  </a:cubicBezTo>
                  <a:cubicBezTo>
                    <a:pt x="2008" y="80247"/>
                    <a:pt x="3106" y="78400"/>
                    <a:pt x="3186" y="76366"/>
                  </a:cubicBezTo>
                  <a:cubicBezTo>
                    <a:pt x="5166" y="75322"/>
                    <a:pt x="6398" y="73288"/>
                    <a:pt x="6398" y="71066"/>
                  </a:cubicBezTo>
                  <a:cubicBezTo>
                    <a:pt x="6398" y="68818"/>
                    <a:pt x="5166" y="66783"/>
                    <a:pt x="3186" y="65766"/>
                  </a:cubicBezTo>
                  <a:cubicBezTo>
                    <a:pt x="3106" y="63759"/>
                    <a:pt x="2062" y="61992"/>
                    <a:pt x="375" y="60922"/>
                  </a:cubicBezTo>
                  <a:cubicBezTo>
                    <a:pt x="2062" y="59878"/>
                    <a:pt x="3106" y="58085"/>
                    <a:pt x="3186" y="56077"/>
                  </a:cubicBezTo>
                  <a:cubicBezTo>
                    <a:pt x="5166" y="55060"/>
                    <a:pt x="6398" y="53026"/>
                    <a:pt x="6398" y="50778"/>
                  </a:cubicBezTo>
                  <a:cubicBezTo>
                    <a:pt x="6398" y="48556"/>
                    <a:pt x="5166" y="46522"/>
                    <a:pt x="3186" y="45505"/>
                  </a:cubicBezTo>
                  <a:cubicBezTo>
                    <a:pt x="3159" y="43604"/>
                    <a:pt x="2088" y="41731"/>
                    <a:pt x="375" y="40660"/>
                  </a:cubicBezTo>
                  <a:cubicBezTo>
                    <a:pt x="1901" y="39697"/>
                    <a:pt x="3293" y="37877"/>
                    <a:pt x="3186" y="35816"/>
                  </a:cubicBezTo>
                  <a:cubicBezTo>
                    <a:pt x="5166" y="34799"/>
                    <a:pt x="6398" y="32764"/>
                    <a:pt x="6398" y="30516"/>
                  </a:cubicBezTo>
                  <a:cubicBezTo>
                    <a:pt x="6398" y="28268"/>
                    <a:pt x="5166" y="26260"/>
                    <a:pt x="3186" y="25216"/>
                  </a:cubicBezTo>
                  <a:cubicBezTo>
                    <a:pt x="3079" y="23236"/>
                    <a:pt x="2062" y="21442"/>
                    <a:pt x="375" y="20399"/>
                  </a:cubicBezTo>
                  <a:cubicBezTo>
                    <a:pt x="2088" y="19328"/>
                    <a:pt x="3186" y="17454"/>
                    <a:pt x="3186" y="15608"/>
                  </a:cubicBezTo>
                  <a:cubicBezTo>
                    <a:pt x="3186" y="15581"/>
                    <a:pt x="3186" y="15581"/>
                    <a:pt x="3186" y="15554"/>
                  </a:cubicBezTo>
                  <a:cubicBezTo>
                    <a:pt x="5166" y="14510"/>
                    <a:pt x="6398" y="12503"/>
                    <a:pt x="6398" y="10254"/>
                  </a:cubicBezTo>
                  <a:cubicBezTo>
                    <a:pt x="6398" y="8006"/>
                    <a:pt x="5166" y="5999"/>
                    <a:pt x="3186" y="4955"/>
                  </a:cubicBezTo>
                  <a:cubicBezTo>
                    <a:pt x="3186" y="3028"/>
                    <a:pt x="1981" y="1047"/>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30" name="Google Shape;1630;p191"/>
          <p:cNvSpPr/>
          <p:nvPr/>
        </p:nvSpPr>
        <p:spPr>
          <a:xfrm flipH="1" rot="5400000">
            <a:off x="-2397294" y="-774472"/>
            <a:ext cx="5570538" cy="3629454"/>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 name="Google Shape;1631;p191"/>
          <p:cNvSpPr/>
          <p:nvPr/>
        </p:nvSpPr>
        <p:spPr>
          <a:xfrm rot="-7977677">
            <a:off x="6626195" y="2407944"/>
            <a:ext cx="1601627" cy="1536805"/>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 name="Google Shape;1632;p191"/>
          <p:cNvSpPr/>
          <p:nvPr/>
        </p:nvSpPr>
        <p:spPr>
          <a:xfrm rot="667591">
            <a:off x="5320685" y="2755692"/>
            <a:ext cx="1938907" cy="3305731"/>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 name="Google Shape;1633;p191"/>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634" name="Google Shape;1634;p191"/>
          <p:cNvSpPr txBox="1"/>
          <p:nvPr>
            <p:ph idx="1" type="subTitle"/>
          </p:nvPr>
        </p:nvSpPr>
        <p:spPr>
          <a:xfrm>
            <a:off x="897675" y="1477800"/>
            <a:ext cx="4809300" cy="27516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rgbClr val="6D9C8B"/>
              </a:buClr>
              <a:buSzPts val="1600"/>
              <a:buFont typeface="Cairo"/>
              <a:buChar char="●"/>
              <a:defRPr sz="1600"/>
            </a:lvl1pPr>
            <a:lvl2pPr lvl="1" algn="l">
              <a:lnSpc>
                <a:spcPct val="100000"/>
              </a:lnSpc>
              <a:spcBef>
                <a:spcPts val="0"/>
              </a:spcBef>
              <a:spcAft>
                <a:spcPts val="0"/>
              </a:spcAft>
              <a:buClr>
                <a:srgbClr val="0E2A47"/>
              </a:buClr>
              <a:buSzPts val="1600"/>
              <a:buFont typeface="Cairo"/>
              <a:buChar char="○"/>
              <a:defRPr/>
            </a:lvl2pPr>
            <a:lvl3pPr lvl="2" algn="l">
              <a:lnSpc>
                <a:spcPct val="100000"/>
              </a:lnSpc>
              <a:spcBef>
                <a:spcPts val="0"/>
              </a:spcBef>
              <a:spcAft>
                <a:spcPts val="0"/>
              </a:spcAft>
              <a:buClr>
                <a:srgbClr val="0E2A47"/>
              </a:buClr>
              <a:buSzPts val="1600"/>
              <a:buFont typeface="Cairo"/>
              <a:buChar char="■"/>
              <a:defRPr/>
            </a:lvl3pPr>
            <a:lvl4pPr lvl="3" algn="l">
              <a:lnSpc>
                <a:spcPct val="100000"/>
              </a:lnSpc>
              <a:spcBef>
                <a:spcPts val="0"/>
              </a:spcBef>
              <a:spcAft>
                <a:spcPts val="0"/>
              </a:spcAft>
              <a:buClr>
                <a:srgbClr val="0E2A47"/>
              </a:buClr>
              <a:buSzPts val="1600"/>
              <a:buFont typeface="Cairo"/>
              <a:buChar char="●"/>
              <a:defRPr/>
            </a:lvl4pPr>
            <a:lvl5pPr lvl="4" algn="l">
              <a:lnSpc>
                <a:spcPct val="100000"/>
              </a:lnSpc>
              <a:spcBef>
                <a:spcPts val="0"/>
              </a:spcBef>
              <a:spcAft>
                <a:spcPts val="0"/>
              </a:spcAft>
              <a:buClr>
                <a:srgbClr val="0E2A47"/>
              </a:buClr>
              <a:buSzPts val="1600"/>
              <a:buFont typeface="Cairo"/>
              <a:buChar char="○"/>
              <a:defRPr/>
            </a:lvl5pPr>
            <a:lvl6pPr lvl="5" algn="l">
              <a:lnSpc>
                <a:spcPct val="100000"/>
              </a:lnSpc>
              <a:spcBef>
                <a:spcPts val="0"/>
              </a:spcBef>
              <a:spcAft>
                <a:spcPts val="0"/>
              </a:spcAft>
              <a:buClr>
                <a:srgbClr val="0E2A47"/>
              </a:buClr>
              <a:buSzPts val="1600"/>
              <a:buFont typeface="Cairo"/>
              <a:buChar char="■"/>
              <a:defRPr/>
            </a:lvl6pPr>
            <a:lvl7pPr lvl="6" algn="l">
              <a:lnSpc>
                <a:spcPct val="100000"/>
              </a:lnSpc>
              <a:spcBef>
                <a:spcPts val="0"/>
              </a:spcBef>
              <a:spcAft>
                <a:spcPts val="0"/>
              </a:spcAft>
              <a:buClr>
                <a:srgbClr val="0E2A47"/>
              </a:buClr>
              <a:buSzPts val="1600"/>
              <a:buFont typeface="Cairo"/>
              <a:buChar char="●"/>
              <a:defRPr/>
            </a:lvl7pPr>
            <a:lvl8pPr lvl="7" algn="l">
              <a:lnSpc>
                <a:spcPct val="100000"/>
              </a:lnSpc>
              <a:spcBef>
                <a:spcPts val="0"/>
              </a:spcBef>
              <a:spcAft>
                <a:spcPts val="0"/>
              </a:spcAft>
              <a:buClr>
                <a:srgbClr val="0E2A47"/>
              </a:buClr>
              <a:buSzPts val="1600"/>
              <a:buFont typeface="Cairo"/>
              <a:buChar char="○"/>
              <a:defRPr/>
            </a:lvl8pPr>
            <a:lvl9pPr lvl="8" algn="l">
              <a:lnSpc>
                <a:spcPct val="100000"/>
              </a:lnSpc>
              <a:spcBef>
                <a:spcPts val="0"/>
              </a:spcBef>
              <a:spcAft>
                <a:spcPts val="0"/>
              </a:spcAft>
              <a:buClr>
                <a:srgbClr val="0E2A47"/>
              </a:buClr>
              <a:buSzPts val="1600"/>
              <a:buFont typeface="Cairo"/>
              <a:buChar char="■"/>
              <a:defRPr/>
            </a:lvl9pPr>
          </a:lstStyle>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30">
    <p:spTree>
      <p:nvGrpSpPr>
        <p:cNvPr id="1635" name="Shape 1635"/>
        <p:cNvGrpSpPr/>
        <p:nvPr/>
      </p:nvGrpSpPr>
      <p:grpSpPr>
        <a:xfrm>
          <a:off x="0" y="0"/>
          <a:ext cx="0" cy="0"/>
          <a:chOff x="0" y="0"/>
          <a:chExt cx="0" cy="0"/>
        </a:xfrm>
      </p:grpSpPr>
      <p:sp>
        <p:nvSpPr>
          <p:cNvPr id="1636" name="Google Shape;1636;p192"/>
          <p:cNvSpPr/>
          <p:nvPr/>
        </p:nvSpPr>
        <p:spPr>
          <a:xfrm rot="-7977680">
            <a:off x="2936026" y="3869950"/>
            <a:ext cx="2430109" cy="2331757"/>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37" name="Google Shape;1637;p192"/>
          <p:cNvGrpSpPr/>
          <p:nvPr/>
        </p:nvGrpSpPr>
        <p:grpSpPr>
          <a:xfrm flipH="1" rot="10800000">
            <a:off x="205659" y="2003797"/>
            <a:ext cx="1888282" cy="1879453"/>
            <a:chOff x="2414491" y="671177"/>
            <a:chExt cx="1830972" cy="1822411"/>
          </a:xfrm>
        </p:grpSpPr>
        <p:sp>
          <p:nvSpPr>
            <p:cNvPr id="1638" name="Google Shape;1638;p192"/>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 name="Google Shape;1639;p192"/>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 name="Google Shape;1640;p192"/>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 name="Google Shape;1641;p192"/>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 name="Google Shape;1642;p192"/>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 name="Google Shape;1643;p192"/>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 name="Google Shape;1644;p192"/>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 name="Google Shape;1645;p192"/>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 name="Google Shape;1646;p192"/>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 name="Google Shape;1647;p192"/>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 name="Google Shape;1648;p192"/>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 name="Google Shape;1649;p192"/>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 name="Google Shape;1650;p192"/>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 name="Google Shape;1651;p192"/>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 name="Google Shape;1652;p192"/>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 name="Google Shape;1653;p192"/>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 name="Google Shape;1654;p192"/>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 name="Google Shape;1655;p192"/>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 name="Google Shape;1656;p192"/>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 name="Google Shape;1657;p192"/>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 name="Google Shape;1658;p192"/>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192"/>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 name="Google Shape;1660;p192"/>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 name="Google Shape;1661;p192"/>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 name="Google Shape;1662;p192"/>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 name="Google Shape;1663;p192"/>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 name="Google Shape;1664;p192"/>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 name="Google Shape;1665;p192"/>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 name="Google Shape;1666;p192"/>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 name="Google Shape;1667;p192"/>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 name="Google Shape;1668;p192"/>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 name="Google Shape;1669;p192"/>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 name="Google Shape;1670;p192"/>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 name="Google Shape;1671;p192"/>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72" name="Google Shape;1672;p192"/>
          <p:cNvSpPr/>
          <p:nvPr/>
        </p:nvSpPr>
        <p:spPr>
          <a:xfrm flipH="1" rot="135969">
            <a:off x="-993079" y="-957313"/>
            <a:ext cx="3397316" cy="3383229"/>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 name="Google Shape;1673;p192"/>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674" name="Google Shape;1674;p192"/>
          <p:cNvSpPr txBox="1"/>
          <p:nvPr>
            <p:ph idx="1" type="subTitle"/>
          </p:nvPr>
        </p:nvSpPr>
        <p:spPr>
          <a:xfrm>
            <a:off x="2214975" y="1767075"/>
            <a:ext cx="2167800" cy="3615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b="1" sz="2200">
                <a:solidFill>
                  <a:schemeClr val="l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75" name="Google Shape;1675;p192"/>
          <p:cNvSpPr txBox="1"/>
          <p:nvPr>
            <p:ph idx="2" type="subTitle"/>
          </p:nvPr>
        </p:nvSpPr>
        <p:spPr>
          <a:xfrm>
            <a:off x="4761225" y="1767075"/>
            <a:ext cx="2167800" cy="3615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b="1" sz="2200">
                <a:solidFill>
                  <a:schemeClr val="l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76" name="Google Shape;1676;p192"/>
          <p:cNvSpPr txBox="1"/>
          <p:nvPr>
            <p:ph idx="3" type="subTitle"/>
          </p:nvPr>
        </p:nvSpPr>
        <p:spPr>
          <a:xfrm>
            <a:off x="2214975" y="2141863"/>
            <a:ext cx="21678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solidFill>
                  <a:schemeClr val="lt2"/>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77" name="Google Shape;1677;p192"/>
          <p:cNvSpPr txBox="1"/>
          <p:nvPr>
            <p:ph idx="4" type="subTitle"/>
          </p:nvPr>
        </p:nvSpPr>
        <p:spPr>
          <a:xfrm>
            <a:off x="4761225" y="2141863"/>
            <a:ext cx="21678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solidFill>
                  <a:schemeClr val="lt2"/>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78" name="Google Shape;1678;p192"/>
          <p:cNvSpPr txBox="1"/>
          <p:nvPr>
            <p:ph idx="5" type="subTitle"/>
          </p:nvPr>
        </p:nvSpPr>
        <p:spPr>
          <a:xfrm>
            <a:off x="2214975" y="3065375"/>
            <a:ext cx="2167800" cy="3615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b="1" sz="2200">
                <a:solidFill>
                  <a:schemeClr val="l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79" name="Google Shape;1679;p192"/>
          <p:cNvSpPr txBox="1"/>
          <p:nvPr>
            <p:ph idx="6" type="subTitle"/>
          </p:nvPr>
        </p:nvSpPr>
        <p:spPr>
          <a:xfrm>
            <a:off x="4761225" y="3065375"/>
            <a:ext cx="2167800" cy="3615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b="1" sz="2200">
                <a:solidFill>
                  <a:schemeClr val="l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80" name="Google Shape;1680;p192"/>
          <p:cNvSpPr txBox="1"/>
          <p:nvPr>
            <p:ph idx="7" type="subTitle"/>
          </p:nvPr>
        </p:nvSpPr>
        <p:spPr>
          <a:xfrm>
            <a:off x="2214975" y="3440113"/>
            <a:ext cx="21678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solidFill>
                  <a:schemeClr val="lt2"/>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81" name="Google Shape;1681;p192"/>
          <p:cNvSpPr txBox="1"/>
          <p:nvPr>
            <p:ph idx="8" type="subTitle"/>
          </p:nvPr>
        </p:nvSpPr>
        <p:spPr>
          <a:xfrm>
            <a:off x="4761225" y="3440113"/>
            <a:ext cx="21678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solidFill>
                  <a:schemeClr val="lt2"/>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82" name="Google Shape;1682;p192"/>
          <p:cNvSpPr/>
          <p:nvPr/>
        </p:nvSpPr>
        <p:spPr>
          <a:xfrm flipH="1" rot="-5035048">
            <a:off x="5373790" y="594172"/>
            <a:ext cx="6829100" cy="4201641"/>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33">
    <p:spTree>
      <p:nvGrpSpPr>
        <p:cNvPr id="1683" name="Shape 1683"/>
        <p:cNvGrpSpPr/>
        <p:nvPr/>
      </p:nvGrpSpPr>
      <p:grpSpPr>
        <a:xfrm>
          <a:off x="0" y="0"/>
          <a:ext cx="0" cy="0"/>
          <a:chOff x="0" y="0"/>
          <a:chExt cx="0" cy="0"/>
        </a:xfrm>
      </p:grpSpPr>
      <p:sp>
        <p:nvSpPr>
          <p:cNvPr id="1684" name="Google Shape;1684;p193"/>
          <p:cNvSpPr/>
          <p:nvPr/>
        </p:nvSpPr>
        <p:spPr>
          <a:xfrm rot="-5620610">
            <a:off x="7759237" y="345401"/>
            <a:ext cx="3242370" cy="3111144"/>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 name="Google Shape;1685;p193"/>
          <p:cNvSpPr/>
          <p:nvPr/>
        </p:nvSpPr>
        <p:spPr>
          <a:xfrm flipH="1" rot="-5400000">
            <a:off x="-700258" y="2716121"/>
            <a:ext cx="3397312" cy="3383225"/>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 name="Google Shape;1686;p193"/>
          <p:cNvSpPr/>
          <p:nvPr/>
        </p:nvSpPr>
        <p:spPr>
          <a:xfrm flipH="1" rot="1891771">
            <a:off x="3633391" y="3134640"/>
            <a:ext cx="2182046" cy="3720269"/>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 name="Google Shape;1687;p193"/>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688" name="Google Shape;1688;p193"/>
          <p:cNvSpPr txBox="1"/>
          <p:nvPr>
            <p:ph idx="1" type="subTitle"/>
          </p:nvPr>
        </p:nvSpPr>
        <p:spPr>
          <a:xfrm>
            <a:off x="5403875" y="1333525"/>
            <a:ext cx="2167800" cy="4545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89" name="Google Shape;1689;p193"/>
          <p:cNvSpPr txBox="1"/>
          <p:nvPr>
            <p:ph idx="2" type="subTitle"/>
          </p:nvPr>
        </p:nvSpPr>
        <p:spPr>
          <a:xfrm>
            <a:off x="5403875" y="2852975"/>
            <a:ext cx="2167800" cy="4545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90" name="Google Shape;1690;p193"/>
          <p:cNvSpPr txBox="1"/>
          <p:nvPr>
            <p:ph idx="3" type="subTitle"/>
          </p:nvPr>
        </p:nvSpPr>
        <p:spPr>
          <a:xfrm>
            <a:off x="5403875" y="1839280"/>
            <a:ext cx="2167800" cy="8148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91" name="Google Shape;1691;p193"/>
          <p:cNvSpPr txBox="1"/>
          <p:nvPr>
            <p:ph idx="4" type="subTitle"/>
          </p:nvPr>
        </p:nvSpPr>
        <p:spPr>
          <a:xfrm>
            <a:off x="5403875" y="3358730"/>
            <a:ext cx="2167800" cy="8148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43">
    <p:spTree>
      <p:nvGrpSpPr>
        <p:cNvPr id="1692" name="Shape 1692"/>
        <p:cNvGrpSpPr/>
        <p:nvPr/>
      </p:nvGrpSpPr>
      <p:grpSpPr>
        <a:xfrm>
          <a:off x="0" y="0"/>
          <a:ext cx="0" cy="0"/>
          <a:chOff x="0" y="0"/>
          <a:chExt cx="0" cy="0"/>
        </a:xfrm>
      </p:grpSpPr>
      <p:sp>
        <p:nvSpPr>
          <p:cNvPr id="1693" name="Google Shape;1693;p194"/>
          <p:cNvSpPr/>
          <p:nvPr/>
        </p:nvSpPr>
        <p:spPr>
          <a:xfrm flipH="1" rot="135969">
            <a:off x="-1012929" y="-803313"/>
            <a:ext cx="3397316" cy="3383229"/>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194"/>
          <p:cNvSpPr/>
          <p:nvPr/>
        </p:nvSpPr>
        <p:spPr>
          <a:xfrm rot="-581251">
            <a:off x="5870103" y="2579116"/>
            <a:ext cx="6829139" cy="4201669"/>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95" name="Google Shape;1695;p194"/>
          <p:cNvGrpSpPr/>
          <p:nvPr/>
        </p:nvGrpSpPr>
        <p:grpSpPr>
          <a:xfrm flipH="1" rot="10800000">
            <a:off x="1162134" y="-902228"/>
            <a:ext cx="1888282" cy="1879453"/>
            <a:chOff x="2414491" y="671177"/>
            <a:chExt cx="1830972" cy="1822411"/>
          </a:xfrm>
        </p:grpSpPr>
        <p:sp>
          <p:nvSpPr>
            <p:cNvPr id="1696" name="Google Shape;1696;p194"/>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 name="Google Shape;1697;p194"/>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 name="Google Shape;1698;p194"/>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 name="Google Shape;1699;p194"/>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 name="Google Shape;1700;p194"/>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 name="Google Shape;1701;p194"/>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 name="Google Shape;1702;p194"/>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 name="Google Shape;1703;p194"/>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 name="Google Shape;1704;p194"/>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 name="Google Shape;1705;p194"/>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 name="Google Shape;1706;p194"/>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 name="Google Shape;1707;p194"/>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 name="Google Shape;1708;p194"/>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 name="Google Shape;1709;p194"/>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 name="Google Shape;1710;p194"/>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 name="Google Shape;1711;p194"/>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194"/>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 name="Google Shape;1713;p194"/>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 name="Google Shape;1714;p194"/>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 name="Google Shape;1715;p194"/>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 name="Google Shape;1716;p194"/>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 name="Google Shape;1717;p194"/>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 name="Google Shape;1718;p194"/>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 name="Google Shape;1719;p194"/>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 name="Google Shape;1720;p194"/>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 name="Google Shape;1721;p194"/>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 name="Google Shape;1722;p194"/>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 name="Google Shape;1723;p194"/>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 name="Google Shape;1724;p194"/>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 name="Google Shape;1725;p194"/>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 name="Google Shape;1726;p194"/>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 name="Google Shape;1727;p194"/>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 name="Google Shape;1728;p194"/>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 name="Google Shape;1729;p194"/>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30" name="Google Shape;1730;p194"/>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731" name="Google Shape;1731;p194"/>
          <p:cNvSpPr txBox="1"/>
          <p:nvPr>
            <p:ph idx="1" type="subTitle"/>
          </p:nvPr>
        </p:nvSpPr>
        <p:spPr>
          <a:xfrm>
            <a:off x="957000" y="2926100"/>
            <a:ext cx="1693200" cy="37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732" name="Google Shape;1732;p194"/>
          <p:cNvSpPr txBox="1"/>
          <p:nvPr>
            <p:ph idx="2" type="subTitle"/>
          </p:nvPr>
        </p:nvSpPr>
        <p:spPr>
          <a:xfrm>
            <a:off x="2802600" y="2926100"/>
            <a:ext cx="1693200" cy="37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733" name="Google Shape;1733;p194"/>
          <p:cNvSpPr txBox="1"/>
          <p:nvPr>
            <p:ph idx="3" type="subTitle"/>
          </p:nvPr>
        </p:nvSpPr>
        <p:spPr>
          <a:xfrm>
            <a:off x="957000" y="3317498"/>
            <a:ext cx="1693200" cy="99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34" name="Google Shape;1734;p194"/>
          <p:cNvSpPr txBox="1"/>
          <p:nvPr>
            <p:ph idx="4" type="subTitle"/>
          </p:nvPr>
        </p:nvSpPr>
        <p:spPr>
          <a:xfrm>
            <a:off x="2802600" y="3317501"/>
            <a:ext cx="1693200" cy="99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35" name="Google Shape;1735;p194"/>
          <p:cNvSpPr txBox="1"/>
          <p:nvPr>
            <p:ph idx="5" type="subTitle"/>
          </p:nvPr>
        </p:nvSpPr>
        <p:spPr>
          <a:xfrm>
            <a:off x="4648198" y="2926100"/>
            <a:ext cx="1693200" cy="37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736" name="Google Shape;1736;p194"/>
          <p:cNvSpPr txBox="1"/>
          <p:nvPr>
            <p:ph idx="6" type="subTitle"/>
          </p:nvPr>
        </p:nvSpPr>
        <p:spPr>
          <a:xfrm>
            <a:off x="4648198" y="3317501"/>
            <a:ext cx="1693200" cy="99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37" name="Google Shape;1737;p194"/>
          <p:cNvSpPr txBox="1"/>
          <p:nvPr>
            <p:ph idx="7" type="subTitle"/>
          </p:nvPr>
        </p:nvSpPr>
        <p:spPr>
          <a:xfrm>
            <a:off x="6493800" y="2926100"/>
            <a:ext cx="1693200" cy="37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738" name="Google Shape;1738;p194"/>
          <p:cNvSpPr txBox="1"/>
          <p:nvPr>
            <p:ph idx="8" type="subTitle"/>
          </p:nvPr>
        </p:nvSpPr>
        <p:spPr>
          <a:xfrm>
            <a:off x="6493800" y="3317501"/>
            <a:ext cx="1693200" cy="995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9 ">
  <p:cSld name="CUSTOM_34_1">
    <p:spTree>
      <p:nvGrpSpPr>
        <p:cNvPr id="1739" name="Shape 1739"/>
        <p:cNvGrpSpPr/>
        <p:nvPr/>
      </p:nvGrpSpPr>
      <p:grpSpPr>
        <a:xfrm>
          <a:off x="0" y="0"/>
          <a:ext cx="0" cy="0"/>
          <a:chOff x="0" y="0"/>
          <a:chExt cx="0" cy="0"/>
        </a:xfrm>
      </p:grpSpPr>
      <p:sp>
        <p:nvSpPr>
          <p:cNvPr id="1740" name="Google Shape;1740;p195"/>
          <p:cNvSpPr/>
          <p:nvPr/>
        </p:nvSpPr>
        <p:spPr>
          <a:xfrm rot="-4971949">
            <a:off x="-1978224" y="-993266"/>
            <a:ext cx="4547689" cy="4131091"/>
          </a:xfrm>
          <a:custGeom>
            <a:rect b="b" l="l" r="r" t="t"/>
            <a:pathLst>
              <a:path extrusionOk="0" h="59210" w="65181">
                <a:moveTo>
                  <a:pt x="23617" y="9808"/>
                </a:moveTo>
                <a:cubicBezTo>
                  <a:pt x="25785" y="15712"/>
                  <a:pt x="27153" y="21883"/>
                  <a:pt x="35092" y="17079"/>
                </a:cubicBezTo>
                <a:cubicBezTo>
                  <a:pt x="42998" y="12309"/>
                  <a:pt x="55740" y="12376"/>
                  <a:pt x="59276" y="17546"/>
                </a:cubicBezTo>
                <a:cubicBezTo>
                  <a:pt x="62812" y="22717"/>
                  <a:pt x="56140" y="30055"/>
                  <a:pt x="55940" y="36393"/>
                </a:cubicBezTo>
                <a:cubicBezTo>
                  <a:pt x="55740" y="42731"/>
                  <a:pt x="65180" y="49603"/>
                  <a:pt x="57741" y="54406"/>
                </a:cubicBezTo>
                <a:cubicBezTo>
                  <a:pt x="50303" y="59210"/>
                  <a:pt x="31556" y="57108"/>
                  <a:pt x="33224" y="47535"/>
                </a:cubicBezTo>
                <a:cubicBezTo>
                  <a:pt x="34892" y="37928"/>
                  <a:pt x="25719" y="35026"/>
                  <a:pt x="17579" y="31256"/>
                </a:cubicBezTo>
                <a:cubicBezTo>
                  <a:pt x="9440" y="27520"/>
                  <a:pt x="0" y="13744"/>
                  <a:pt x="7706" y="6872"/>
                </a:cubicBezTo>
                <a:cubicBezTo>
                  <a:pt x="15411" y="1"/>
                  <a:pt x="21449" y="3870"/>
                  <a:pt x="23617" y="9808"/>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41" name="Google Shape;1741;p195"/>
          <p:cNvGrpSpPr/>
          <p:nvPr/>
        </p:nvGrpSpPr>
        <p:grpSpPr>
          <a:xfrm flipH="1">
            <a:off x="6866680" y="-80437"/>
            <a:ext cx="2277317" cy="5304377"/>
            <a:chOff x="224725" y="566950"/>
            <a:chExt cx="1850875" cy="4311100"/>
          </a:xfrm>
        </p:grpSpPr>
        <p:sp>
          <p:nvSpPr>
            <p:cNvPr id="1742" name="Google Shape;1742;p195"/>
            <p:cNvSpPr/>
            <p:nvPr/>
          </p:nvSpPr>
          <p:spPr>
            <a:xfrm>
              <a:off x="1914975" y="566950"/>
              <a:ext cx="160625" cy="2033000"/>
            </a:xfrm>
            <a:custGeom>
              <a:rect b="b" l="l" r="r" t="t"/>
              <a:pathLst>
                <a:path extrusionOk="0" h="81320" w="6425">
                  <a:moveTo>
                    <a:pt x="126" y="1"/>
                  </a:moveTo>
                  <a:cubicBezTo>
                    <a:pt x="81" y="1"/>
                    <a:pt x="44" y="24"/>
                    <a:pt x="27" y="57"/>
                  </a:cubicBezTo>
                  <a:cubicBezTo>
                    <a:pt x="27" y="84"/>
                    <a:pt x="27" y="110"/>
                    <a:pt x="27" y="137"/>
                  </a:cubicBezTo>
                  <a:cubicBezTo>
                    <a:pt x="27" y="164"/>
                    <a:pt x="27"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45" y="15394"/>
                    <a:pt x="2945" y="15447"/>
                    <a:pt x="2945" y="15501"/>
                  </a:cubicBezTo>
                  <a:cubicBezTo>
                    <a:pt x="2998" y="17321"/>
                    <a:pt x="1848" y="19248"/>
                    <a:pt x="108" y="20292"/>
                  </a:cubicBezTo>
                  <a:cubicBezTo>
                    <a:pt x="54" y="20292"/>
                    <a:pt x="27" y="20318"/>
                    <a:pt x="27" y="20372"/>
                  </a:cubicBezTo>
                  <a:cubicBezTo>
                    <a:pt x="1" y="20425"/>
                    <a:pt x="27" y="20479"/>
                    <a:pt x="81" y="20506"/>
                  </a:cubicBezTo>
                  <a:cubicBezTo>
                    <a:pt x="1794" y="21496"/>
                    <a:pt x="2865" y="23316"/>
                    <a:pt x="2945" y="25324"/>
                  </a:cubicBezTo>
                  <a:cubicBezTo>
                    <a:pt x="2945" y="25350"/>
                    <a:pt x="2972" y="25404"/>
                    <a:pt x="2998" y="25431"/>
                  </a:cubicBezTo>
                  <a:cubicBezTo>
                    <a:pt x="4952" y="26394"/>
                    <a:pt x="6157" y="28348"/>
                    <a:pt x="6157" y="30543"/>
                  </a:cubicBezTo>
                  <a:cubicBezTo>
                    <a:pt x="6157" y="32711"/>
                    <a:pt x="4952" y="34665"/>
                    <a:pt x="2998" y="35628"/>
                  </a:cubicBezTo>
                  <a:cubicBezTo>
                    <a:pt x="2945" y="35655"/>
                    <a:pt x="2918" y="35709"/>
                    <a:pt x="2945" y="35762"/>
                  </a:cubicBezTo>
                  <a:cubicBezTo>
                    <a:pt x="3106"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1" y="81297"/>
                    <a:pt x="104" y="81320"/>
                    <a:pt x="145" y="81320"/>
                  </a:cubicBezTo>
                  <a:cubicBezTo>
                    <a:pt x="170" y="81320"/>
                    <a:pt x="194" y="81311"/>
                    <a:pt x="215" y="81290"/>
                  </a:cubicBezTo>
                  <a:cubicBezTo>
                    <a:pt x="2008" y="80273"/>
                    <a:pt x="3106" y="78427"/>
                    <a:pt x="3186" y="76366"/>
                  </a:cubicBezTo>
                  <a:cubicBezTo>
                    <a:pt x="5166" y="75322"/>
                    <a:pt x="6424" y="73314"/>
                    <a:pt x="6424" y="71066"/>
                  </a:cubicBezTo>
                  <a:cubicBezTo>
                    <a:pt x="6424" y="68818"/>
                    <a:pt x="5166" y="66784"/>
                    <a:pt x="3186" y="65766"/>
                  </a:cubicBezTo>
                  <a:cubicBezTo>
                    <a:pt x="3106" y="63786"/>
                    <a:pt x="2062" y="61992"/>
                    <a:pt x="375" y="60922"/>
                  </a:cubicBezTo>
                  <a:cubicBezTo>
                    <a:pt x="2062" y="59878"/>
                    <a:pt x="3106" y="58085"/>
                    <a:pt x="3186" y="56104"/>
                  </a:cubicBezTo>
                  <a:cubicBezTo>
                    <a:pt x="5166" y="55060"/>
                    <a:pt x="6424" y="53053"/>
                    <a:pt x="6424" y="50804"/>
                  </a:cubicBezTo>
                  <a:cubicBezTo>
                    <a:pt x="6424" y="48556"/>
                    <a:pt x="5166" y="46522"/>
                    <a:pt x="3186" y="45505"/>
                  </a:cubicBezTo>
                  <a:cubicBezTo>
                    <a:pt x="3159" y="43604"/>
                    <a:pt x="2088" y="41731"/>
                    <a:pt x="375" y="40660"/>
                  </a:cubicBezTo>
                  <a:cubicBezTo>
                    <a:pt x="1901" y="39723"/>
                    <a:pt x="3320" y="37877"/>
                    <a:pt x="3186" y="35816"/>
                  </a:cubicBezTo>
                  <a:cubicBezTo>
                    <a:pt x="5193" y="34799"/>
                    <a:pt x="6424" y="32764"/>
                    <a:pt x="6424" y="30543"/>
                  </a:cubicBezTo>
                  <a:cubicBezTo>
                    <a:pt x="6424" y="28295"/>
                    <a:pt x="5166" y="26260"/>
                    <a:pt x="3186" y="25243"/>
                  </a:cubicBezTo>
                  <a:cubicBezTo>
                    <a:pt x="3106" y="23236"/>
                    <a:pt x="2062" y="21443"/>
                    <a:pt x="375" y="20399"/>
                  </a:cubicBezTo>
                  <a:cubicBezTo>
                    <a:pt x="2088" y="19328"/>
                    <a:pt x="3186" y="17454"/>
                    <a:pt x="3186" y="15608"/>
                  </a:cubicBezTo>
                  <a:cubicBezTo>
                    <a:pt x="3186" y="15608"/>
                    <a:pt x="3186" y="15581"/>
                    <a:pt x="3186" y="15554"/>
                  </a:cubicBezTo>
                  <a:cubicBezTo>
                    <a:pt x="5166" y="14537"/>
                    <a:pt x="6424" y="12503"/>
                    <a:pt x="6424" y="10255"/>
                  </a:cubicBezTo>
                  <a:cubicBezTo>
                    <a:pt x="6424" y="8033"/>
                    <a:pt x="5166" y="5999"/>
                    <a:pt x="3186" y="4982"/>
                  </a:cubicBezTo>
                  <a:lnTo>
                    <a:pt x="3186" y="4955"/>
                  </a:lnTo>
                  <a:cubicBezTo>
                    <a:pt x="3186" y="3028"/>
                    <a:pt x="2008" y="1074"/>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 name="Google Shape;1743;p195"/>
            <p:cNvSpPr/>
            <p:nvPr/>
          </p:nvSpPr>
          <p:spPr>
            <a:xfrm>
              <a:off x="1761075" y="818875"/>
              <a:ext cx="160625" cy="2032875"/>
            </a:xfrm>
            <a:custGeom>
              <a:rect b="b" l="l" r="r" t="t"/>
              <a:pathLst>
                <a:path extrusionOk="0" h="81315" w="6425">
                  <a:moveTo>
                    <a:pt x="149" y="1"/>
                  </a:moveTo>
                  <a:cubicBezTo>
                    <a:pt x="110" y="1"/>
                    <a:pt x="71" y="20"/>
                    <a:pt x="54" y="70"/>
                  </a:cubicBezTo>
                  <a:cubicBezTo>
                    <a:pt x="27" y="70"/>
                    <a:pt x="27" y="97"/>
                    <a:pt x="27" y="124"/>
                  </a:cubicBezTo>
                  <a:cubicBezTo>
                    <a:pt x="27" y="178"/>
                    <a:pt x="54" y="204"/>
                    <a:pt x="81" y="231"/>
                  </a:cubicBezTo>
                  <a:cubicBezTo>
                    <a:pt x="1821" y="1248"/>
                    <a:pt x="2972" y="3175"/>
                    <a:pt x="2945" y="5022"/>
                  </a:cubicBezTo>
                  <a:cubicBezTo>
                    <a:pt x="2945" y="5076"/>
                    <a:pt x="2972" y="5129"/>
                    <a:pt x="2998" y="5156"/>
                  </a:cubicBezTo>
                  <a:cubicBezTo>
                    <a:pt x="4952" y="6119"/>
                    <a:pt x="6183" y="8073"/>
                    <a:pt x="6183" y="10268"/>
                  </a:cubicBezTo>
                  <a:cubicBezTo>
                    <a:pt x="6183" y="12436"/>
                    <a:pt x="4952" y="14390"/>
                    <a:pt x="2998" y="15354"/>
                  </a:cubicBezTo>
                  <a:cubicBezTo>
                    <a:pt x="2972" y="15380"/>
                    <a:pt x="2945" y="15461"/>
                    <a:pt x="2945" y="15487"/>
                  </a:cubicBezTo>
                  <a:cubicBezTo>
                    <a:pt x="2998" y="17334"/>
                    <a:pt x="1847" y="19235"/>
                    <a:pt x="108" y="20278"/>
                  </a:cubicBezTo>
                  <a:cubicBezTo>
                    <a:pt x="81" y="20278"/>
                    <a:pt x="27" y="20305"/>
                    <a:pt x="27" y="20359"/>
                  </a:cubicBezTo>
                  <a:cubicBezTo>
                    <a:pt x="27" y="20412"/>
                    <a:pt x="27" y="20466"/>
                    <a:pt x="81" y="20493"/>
                  </a:cubicBezTo>
                  <a:cubicBezTo>
                    <a:pt x="1821" y="21510"/>
                    <a:pt x="2891" y="23303"/>
                    <a:pt x="2945" y="25310"/>
                  </a:cubicBezTo>
                  <a:cubicBezTo>
                    <a:pt x="2945" y="25364"/>
                    <a:pt x="2972" y="25391"/>
                    <a:pt x="2998" y="25417"/>
                  </a:cubicBezTo>
                  <a:cubicBezTo>
                    <a:pt x="4952" y="26381"/>
                    <a:pt x="6183" y="28362"/>
                    <a:pt x="6183" y="30530"/>
                  </a:cubicBezTo>
                  <a:cubicBezTo>
                    <a:pt x="6183" y="32698"/>
                    <a:pt x="4952" y="34652"/>
                    <a:pt x="2998" y="35642"/>
                  </a:cubicBezTo>
                  <a:cubicBezTo>
                    <a:pt x="2972" y="35642"/>
                    <a:pt x="2945" y="35695"/>
                    <a:pt x="2945" y="35749"/>
                  </a:cubicBezTo>
                  <a:cubicBezTo>
                    <a:pt x="3105" y="37837"/>
                    <a:pt x="1633" y="39630"/>
                    <a:pt x="108" y="40540"/>
                  </a:cubicBezTo>
                  <a:cubicBezTo>
                    <a:pt x="81" y="40540"/>
                    <a:pt x="27" y="40594"/>
                    <a:pt x="27" y="40620"/>
                  </a:cubicBezTo>
                  <a:cubicBezTo>
                    <a:pt x="27" y="40674"/>
                    <a:pt x="27" y="40727"/>
                    <a:pt x="81" y="40754"/>
                  </a:cubicBezTo>
                  <a:cubicBezTo>
                    <a:pt x="1821" y="41771"/>
                    <a:pt x="2945" y="43645"/>
                    <a:pt x="2945" y="45545"/>
                  </a:cubicBezTo>
                  <a:cubicBezTo>
                    <a:pt x="2945" y="45545"/>
                    <a:pt x="2945" y="45545"/>
                    <a:pt x="2945" y="45572"/>
                  </a:cubicBezTo>
                  <a:cubicBezTo>
                    <a:pt x="2945" y="45626"/>
                    <a:pt x="2972" y="45652"/>
                    <a:pt x="2998" y="45679"/>
                  </a:cubicBezTo>
                  <a:cubicBezTo>
                    <a:pt x="4952" y="46669"/>
                    <a:pt x="6183" y="48623"/>
                    <a:pt x="6183" y="50791"/>
                  </a:cubicBezTo>
                  <a:cubicBezTo>
                    <a:pt x="6183" y="52959"/>
                    <a:pt x="4952" y="54913"/>
                    <a:pt x="2998" y="55904"/>
                  </a:cubicBezTo>
                  <a:cubicBezTo>
                    <a:pt x="2972" y="55930"/>
                    <a:pt x="2945" y="55957"/>
                    <a:pt x="2945" y="56011"/>
                  </a:cubicBezTo>
                  <a:cubicBezTo>
                    <a:pt x="2891" y="57991"/>
                    <a:pt x="1847" y="59785"/>
                    <a:pt x="108" y="60802"/>
                  </a:cubicBezTo>
                  <a:cubicBezTo>
                    <a:pt x="81" y="60828"/>
                    <a:pt x="27" y="60855"/>
                    <a:pt x="27" y="60882"/>
                  </a:cubicBezTo>
                  <a:cubicBezTo>
                    <a:pt x="27" y="60935"/>
                    <a:pt x="27" y="60989"/>
                    <a:pt x="81" y="61016"/>
                  </a:cubicBezTo>
                  <a:cubicBezTo>
                    <a:pt x="1821" y="62033"/>
                    <a:pt x="2891" y="63826"/>
                    <a:pt x="2945" y="65834"/>
                  </a:cubicBezTo>
                  <a:cubicBezTo>
                    <a:pt x="2945" y="65887"/>
                    <a:pt x="2972" y="65914"/>
                    <a:pt x="2998" y="65941"/>
                  </a:cubicBezTo>
                  <a:cubicBezTo>
                    <a:pt x="4952" y="66931"/>
                    <a:pt x="6183" y="68885"/>
                    <a:pt x="6183" y="71053"/>
                  </a:cubicBezTo>
                  <a:cubicBezTo>
                    <a:pt x="6183" y="73221"/>
                    <a:pt x="4952" y="75175"/>
                    <a:pt x="2998" y="76165"/>
                  </a:cubicBezTo>
                  <a:cubicBezTo>
                    <a:pt x="2972" y="76192"/>
                    <a:pt x="2945" y="76219"/>
                    <a:pt x="2945" y="76272"/>
                  </a:cubicBezTo>
                  <a:cubicBezTo>
                    <a:pt x="2891" y="78280"/>
                    <a:pt x="1821" y="80073"/>
                    <a:pt x="81" y="81090"/>
                  </a:cubicBezTo>
                  <a:cubicBezTo>
                    <a:pt x="27" y="81117"/>
                    <a:pt x="1" y="81197"/>
                    <a:pt x="54" y="81251"/>
                  </a:cubicBezTo>
                  <a:cubicBezTo>
                    <a:pt x="74" y="81290"/>
                    <a:pt x="122" y="81315"/>
                    <a:pt x="167" y="81315"/>
                  </a:cubicBezTo>
                  <a:cubicBezTo>
                    <a:pt x="184" y="81315"/>
                    <a:pt x="200" y="81311"/>
                    <a:pt x="215" y="81304"/>
                  </a:cubicBezTo>
                  <a:cubicBezTo>
                    <a:pt x="2008" y="80260"/>
                    <a:pt x="3105" y="78413"/>
                    <a:pt x="3186" y="76352"/>
                  </a:cubicBezTo>
                  <a:cubicBezTo>
                    <a:pt x="5193" y="75309"/>
                    <a:pt x="6424" y="73301"/>
                    <a:pt x="6424" y="71053"/>
                  </a:cubicBezTo>
                  <a:cubicBezTo>
                    <a:pt x="6424" y="68805"/>
                    <a:pt x="5193" y="66797"/>
                    <a:pt x="3186" y="65753"/>
                  </a:cubicBezTo>
                  <a:cubicBezTo>
                    <a:pt x="3132" y="63773"/>
                    <a:pt x="2088" y="61979"/>
                    <a:pt x="402" y="60909"/>
                  </a:cubicBezTo>
                  <a:cubicBezTo>
                    <a:pt x="2088" y="59865"/>
                    <a:pt x="3132" y="58072"/>
                    <a:pt x="3186" y="56091"/>
                  </a:cubicBezTo>
                  <a:cubicBezTo>
                    <a:pt x="5193" y="55047"/>
                    <a:pt x="6424" y="53040"/>
                    <a:pt x="6424" y="50791"/>
                  </a:cubicBezTo>
                  <a:cubicBezTo>
                    <a:pt x="6424" y="48543"/>
                    <a:pt x="5193" y="46536"/>
                    <a:pt x="3186" y="45492"/>
                  </a:cubicBezTo>
                  <a:cubicBezTo>
                    <a:pt x="3186" y="43591"/>
                    <a:pt x="2088" y="41718"/>
                    <a:pt x="402" y="40647"/>
                  </a:cubicBezTo>
                  <a:cubicBezTo>
                    <a:pt x="1901" y="39710"/>
                    <a:pt x="3320" y="37890"/>
                    <a:pt x="3186" y="35829"/>
                  </a:cubicBezTo>
                  <a:cubicBezTo>
                    <a:pt x="5193" y="34785"/>
                    <a:pt x="6424" y="32751"/>
                    <a:pt x="6424" y="30530"/>
                  </a:cubicBezTo>
                  <a:cubicBezTo>
                    <a:pt x="6424" y="28281"/>
                    <a:pt x="5193" y="26247"/>
                    <a:pt x="3186" y="25230"/>
                  </a:cubicBezTo>
                  <a:cubicBezTo>
                    <a:pt x="3105" y="23223"/>
                    <a:pt x="2062" y="21429"/>
                    <a:pt x="402" y="20386"/>
                  </a:cubicBezTo>
                  <a:cubicBezTo>
                    <a:pt x="2115" y="19315"/>
                    <a:pt x="3212" y="17415"/>
                    <a:pt x="3186" y="15541"/>
                  </a:cubicBezTo>
                  <a:cubicBezTo>
                    <a:pt x="5193" y="14524"/>
                    <a:pt x="6424" y="12490"/>
                    <a:pt x="6424" y="10268"/>
                  </a:cubicBezTo>
                  <a:cubicBezTo>
                    <a:pt x="6424" y="8020"/>
                    <a:pt x="5193" y="5986"/>
                    <a:pt x="3186" y="4969"/>
                  </a:cubicBezTo>
                  <a:lnTo>
                    <a:pt x="3186" y="4942"/>
                  </a:lnTo>
                  <a:cubicBezTo>
                    <a:pt x="3186" y="3041"/>
                    <a:pt x="2008" y="1061"/>
                    <a:pt x="215" y="17"/>
                  </a:cubicBezTo>
                  <a:cubicBezTo>
                    <a:pt x="195" y="7"/>
                    <a:pt x="172" y="1"/>
                    <a:pt x="1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 name="Google Shape;1744;p195"/>
            <p:cNvSpPr/>
            <p:nvPr/>
          </p:nvSpPr>
          <p:spPr>
            <a:xfrm>
              <a:off x="1607850" y="566950"/>
              <a:ext cx="159950" cy="2033000"/>
            </a:xfrm>
            <a:custGeom>
              <a:rect b="b" l="l" r="r" t="t"/>
              <a:pathLst>
                <a:path extrusionOk="0" h="81320" w="6398">
                  <a:moveTo>
                    <a:pt x="119" y="1"/>
                  </a:moveTo>
                  <a:cubicBezTo>
                    <a:pt x="81" y="1"/>
                    <a:pt x="44" y="24"/>
                    <a:pt x="27" y="57"/>
                  </a:cubicBezTo>
                  <a:cubicBezTo>
                    <a:pt x="0"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71" y="17347"/>
                    <a:pt x="1847" y="19248"/>
                    <a:pt x="81" y="20292"/>
                  </a:cubicBezTo>
                  <a:cubicBezTo>
                    <a:pt x="54" y="20292"/>
                    <a:pt x="27" y="20318"/>
                    <a:pt x="0"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0"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64" y="58004"/>
                    <a:pt x="1820" y="59798"/>
                    <a:pt x="81" y="60815"/>
                  </a:cubicBezTo>
                  <a:cubicBezTo>
                    <a:pt x="54" y="60815"/>
                    <a:pt x="27" y="60868"/>
                    <a:pt x="0" y="60895"/>
                  </a:cubicBezTo>
                  <a:cubicBezTo>
                    <a:pt x="0" y="60949"/>
                    <a:pt x="27" y="61002"/>
                    <a:pt x="81" y="61029"/>
                  </a:cubicBezTo>
                  <a:cubicBezTo>
                    <a:pt x="1820" y="62046"/>
                    <a:pt x="2864"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64" y="78266"/>
                    <a:pt x="1820" y="80086"/>
                    <a:pt x="81" y="81076"/>
                  </a:cubicBezTo>
                  <a:cubicBezTo>
                    <a:pt x="27" y="81130"/>
                    <a:pt x="0" y="81183"/>
                    <a:pt x="27" y="81264"/>
                  </a:cubicBezTo>
                  <a:cubicBezTo>
                    <a:pt x="44" y="81297"/>
                    <a:pt x="81" y="81320"/>
                    <a:pt x="119" y="81320"/>
                  </a:cubicBezTo>
                  <a:cubicBezTo>
                    <a:pt x="143" y="81320"/>
                    <a:pt x="167" y="81311"/>
                    <a:pt x="188" y="81290"/>
                  </a:cubicBezTo>
                  <a:cubicBezTo>
                    <a:pt x="1981"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61" y="41731"/>
                    <a:pt x="375" y="40660"/>
                  </a:cubicBezTo>
                  <a:cubicBezTo>
                    <a:pt x="1901" y="39723"/>
                    <a:pt x="3292" y="37877"/>
                    <a:pt x="3185" y="35816"/>
                  </a:cubicBezTo>
                  <a:cubicBezTo>
                    <a:pt x="5166" y="34799"/>
                    <a:pt x="6397" y="32764"/>
                    <a:pt x="6397" y="30543"/>
                  </a:cubicBezTo>
                  <a:cubicBezTo>
                    <a:pt x="6397" y="28295"/>
                    <a:pt x="5166" y="26260"/>
                    <a:pt x="3185" y="25243"/>
                  </a:cubicBezTo>
                  <a:cubicBezTo>
                    <a:pt x="3078" y="23236"/>
                    <a:pt x="2061" y="21443"/>
                    <a:pt x="375" y="20399"/>
                  </a:cubicBezTo>
                  <a:cubicBezTo>
                    <a:pt x="2061" y="19328"/>
                    <a:pt x="3185" y="17454"/>
                    <a:pt x="3185" y="15608"/>
                  </a:cubicBezTo>
                  <a:cubicBezTo>
                    <a:pt x="3185" y="15608"/>
                    <a:pt x="3185" y="1558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 name="Google Shape;1745;p195"/>
            <p:cNvSpPr/>
            <p:nvPr/>
          </p:nvSpPr>
          <p:spPr>
            <a:xfrm>
              <a:off x="1453950" y="818875"/>
              <a:ext cx="160600" cy="2032875"/>
            </a:xfrm>
            <a:custGeom>
              <a:rect b="b" l="l" r="r" t="t"/>
              <a:pathLst>
                <a:path extrusionOk="0" h="81315" w="6424">
                  <a:moveTo>
                    <a:pt x="136" y="1"/>
                  </a:moveTo>
                  <a:cubicBezTo>
                    <a:pt x="95" y="1"/>
                    <a:pt x="61" y="20"/>
                    <a:pt x="27" y="70"/>
                  </a:cubicBezTo>
                  <a:cubicBezTo>
                    <a:pt x="27" y="70"/>
                    <a:pt x="27" y="97"/>
                    <a:pt x="27" y="124"/>
                  </a:cubicBezTo>
                  <a:cubicBezTo>
                    <a:pt x="27" y="178"/>
                    <a:pt x="27"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34"/>
                    <a:pt x="2944" y="15487"/>
                  </a:cubicBezTo>
                  <a:cubicBezTo>
                    <a:pt x="2944" y="15514"/>
                    <a:pt x="2944" y="15568"/>
                    <a:pt x="2944" y="15595"/>
                  </a:cubicBezTo>
                  <a:cubicBezTo>
                    <a:pt x="2944" y="17415"/>
                    <a:pt x="1820" y="19261"/>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44" y="35642"/>
                    <a:pt x="2918"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72"/>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27" y="81251"/>
                  </a:cubicBezTo>
                  <a:cubicBezTo>
                    <a:pt x="66" y="81290"/>
                    <a:pt x="120" y="81315"/>
                    <a:pt x="167" y="81315"/>
                  </a:cubicBezTo>
                  <a:cubicBezTo>
                    <a:pt x="184" y="81315"/>
                    <a:pt x="200" y="81311"/>
                    <a:pt x="214" y="81304"/>
                  </a:cubicBezTo>
                  <a:cubicBezTo>
                    <a:pt x="2008" y="80260"/>
                    <a:pt x="3105" y="78413"/>
                    <a:pt x="3185" y="76352"/>
                  </a:cubicBezTo>
                  <a:cubicBezTo>
                    <a:pt x="5166" y="75309"/>
                    <a:pt x="6424" y="73301"/>
                    <a:pt x="6424" y="71053"/>
                  </a:cubicBezTo>
                  <a:cubicBezTo>
                    <a:pt x="6424" y="68805"/>
                    <a:pt x="5166" y="66797"/>
                    <a:pt x="3185" y="65753"/>
                  </a:cubicBezTo>
                  <a:cubicBezTo>
                    <a:pt x="3105" y="63773"/>
                    <a:pt x="2061" y="61979"/>
                    <a:pt x="375" y="60909"/>
                  </a:cubicBezTo>
                  <a:cubicBezTo>
                    <a:pt x="2061" y="59865"/>
                    <a:pt x="3105" y="58072"/>
                    <a:pt x="3185" y="56091"/>
                  </a:cubicBezTo>
                  <a:cubicBezTo>
                    <a:pt x="5166" y="55047"/>
                    <a:pt x="6424" y="53040"/>
                    <a:pt x="6424" y="50791"/>
                  </a:cubicBezTo>
                  <a:cubicBezTo>
                    <a:pt x="6424" y="48543"/>
                    <a:pt x="5193" y="46536"/>
                    <a:pt x="3185" y="45492"/>
                  </a:cubicBezTo>
                  <a:cubicBezTo>
                    <a:pt x="3159" y="43591"/>
                    <a:pt x="2088" y="41718"/>
                    <a:pt x="375" y="40647"/>
                  </a:cubicBezTo>
                  <a:cubicBezTo>
                    <a:pt x="1901" y="39710"/>
                    <a:pt x="3319" y="37890"/>
                    <a:pt x="3185" y="35829"/>
                  </a:cubicBezTo>
                  <a:cubicBezTo>
                    <a:pt x="5193" y="34785"/>
                    <a:pt x="6424" y="32751"/>
                    <a:pt x="6424" y="30530"/>
                  </a:cubicBezTo>
                  <a:cubicBezTo>
                    <a:pt x="6424" y="28281"/>
                    <a:pt x="5166" y="26247"/>
                    <a:pt x="3185" y="25230"/>
                  </a:cubicBezTo>
                  <a:cubicBezTo>
                    <a:pt x="3105" y="23223"/>
                    <a:pt x="2061" y="21429"/>
                    <a:pt x="375"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cubicBezTo>
                    <a:pt x="3185" y="3041"/>
                    <a:pt x="2008" y="1061"/>
                    <a:pt x="214" y="17"/>
                  </a:cubicBezTo>
                  <a:cubicBezTo>
                    <a:pt x="185" y="7"/>
                    <a:pt x="159" y="1"/>
                    <a:pt x="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 name="Google Shape;1746;p195"/>
            <p:cNvSpPr/>
            <p:nvPr/>
          </p:nvSpPr>
          <p:spPr>
            <a:xfrm>
              <a:off x="1300050" y="566950"/>
              <a:ext cx="160600" cy="2033000"/>
            </a:xfrm>
            <a:custGeom>
              <a:rect b="b" l="l" r="r" t="t"/>
              <a:pathLst>
                <a:path extrusionOk="0" h="81320" w="6424">
                  <a:moveTo>
                    <a:pt x="146" y="1"/>
                  </a:moveTo>
                  <a:cubicBezTo>
                    <a:pt x="107" y="1"/>
                    <a:pt x="70" y="24"/>
                    <a:pt x="54" y="57"/>
                  </a:cubicBezTo>
                  <a:cubicBezTo>
                    <a:pt x="27" y="84"/>
                    <a:pt x="27" y="110"/>
                    <a:pt x="27" y="137"/>
                  </a:cubicBezTo>
                  <a:cubicBezTo>
                    <a:pt x="27" y="164"/>
                    <a:pt x="54" y="217"/>
                    <a:pt x="80" y="244"/>
                  </a:cubicBezTo>
                  <a:cubicBezTo>
                    <a:pt x="1820" y="1261"/>
                    <a:pt x="2971" y="3188"/>
                    <a:pt x="2944" y="5035"/>
                  </a:cubicBezTo>
                  <a:cubicBezTo>
                    <a:pt x="2944" y="5089"/>
                    <a:pt x="2971" y="5142"/>
                    <a:pt x="3025" y="5169"/>
                  </a:cubicBezTo>
                  <a:cubicBezTo>
                    <a:pt x="4952" y="6133"/>
                    <a:pt x="6183" y="8086"/>
                    <a:pt x="6183" y="10255"/>
                  </a:cubicBezTo>
                  <a:cubicBezTo>
                    <a:pt x="6183" y="12449"/>
                    <a:pt x="4952" y="14403"/>
                    <a:pt x="3025" y="15367"/>
                  </a:cubicBezTo>
                  <a:cubicBezTo>
                    <a:pt x="2971" y="15394"/>
                    <a:pt x="2944" y="15447"/>
                    <a:pt x="2944" y="15501"/>
                  </a:cubicBezTo>
                  <a:cubicBezTo>
                    <a:pt x="2998" y="17321"/>
                    <a:pt x="1847" y="19248"/>
                    <a:pt x="107" y="20292"/>
                  </a:cubicBezTo>
                  <a:cubicBezTo>
                    <a:pt x="80" y="20292"/>
                    <a:pt x="54" y="20318"/>
                    <a:pt x="27" y="20372"/>
                  </a:cubicBezTo>
                  <a:cubicBezTo>
                    <a:pt x="27" y="20425"/>
                    <a:pt x="27" y="20479"/>
                    <a:pt x="80" y="20506"/>
                  </a:cubicBezTo>
                  <a:cubicBezTo>
                    <a:pt x="1820" y="21496"/>
                    <a:pt x="2891" y="23316"/>
                    <a:pt x="2944" y="25324"/>
                  </a:cubicBezTo>
                  <a:cubicBezTo>
                    <a:pt x="2944" y="25350"/>
                    <a:pt x="2971" y="25404"/>
                    <a:pt x="3025" y="25431"/>
                  </a:cubicBezTo>
                  <a:cubicBezTo>
                    <a:pt x="4952" y="26394"/>
                    <a:pt x="6183" y="28348"/>
                    <a:pt x="6183" y="30543"/>
                  </a:cubicBezTo>
                  <a:cubicBezTo>
                    <a:pt x="6183" y="32711"/>
                    <a:pt x="4952" y="34665"/>
                    <a:pt x="3025" y="35628"/>
                  </a:cubicBezTo>
                  <a:cubicBezTo>
                    <a:pt x="2971" y="35655"/>
                    <a:pt x="2944" y="35709"/>
                    <a:pt x="2944" y="35762"/>
                  </a:cubicBezTo>
                  <a:cubicBezTo>
                    <a:pt x="3105" y="37823"/>
                    <a:pt x="1633" y="39643"/>
                    <a:pt x="107" y="40553"/>
                  </a:cubicBezTo>
                  <a:cubicBezTo>
                    <a:pt x="80" y="40553"/>
                    <a:pt x="54" y="40580"/>
                    <a:pt x="27" y="40633"/>
                  </a:cubicBezTo>
                  <a:cubicBezTo>
                    <a:pt x="27" y="40687"/>
                    <a:pt x="27" y="40741"/>
                    <a:pt x="80" y="40767"/>
                  </a:cubicBezTo>
                  <a:cubicBezTo>
                    <a:pt x="1820" y="41784"/>
                    <a:pt x="2944" y="43658"/>
                    <a:pt x="2944" y="45532"/>
                  </a:cubicBezTo>
                  <a:cubicBezTo>
                    <a:pt x="2944" y="45558"/>
                    <a:pt x="2944" y="45558"/>
                    <a:pt x="2944" y="45585"/>
                  </a:cubicBezTo>
                  <a:cubicBezTo>
                    <a:pt x="2944" y="45612"/>
                    <a:pt x="2971" y="45665"/>
                    <a:pt x="3025" y="45692"/>
                  </a:cubicBezTo>
                  <a:cubicBezTo>
                    <a:pt x="4952" y="46656"/>
                    <a:pt x="6183" y="48636"/>
                    <a:pt x="6183" y="50804"/>
                  </a:cubicBezTo>
                  <a:cubicBezTo>
                    <a:pt x="6183" y="52972"/>
                    <a:pt x="4952" y="54926"/>
                    <a:pt x="3025" y="55917"/>
                  </a:cubicBezTo>
                  <a:cubicBezTo>
                    <a:pt x="2971" y="55917"/>
                    <a:pt x="2944" y="55970"/>
                    <a:pt x="2944" y="56024"/>
                  </a:cubicBezTo>
                  <a:cubicBezTo>
                    <a:pt x="2891" y="58004"/>
                    <a:pt x="1847" y="59798"/>
                    <a:pt x="107" y="60815"/>
                  </a:cubicBezTo>
                  <a:cubicBezTo>
                    <a:pt x="80" y="60815"/>
                    <a:pt x="54" y="60868"/>
                    <a:pt x="27" y="60895"/>
                  </a:cubicBezTo>
                  <a:cubicBezTo>
                    <a:pt x="27" y="60949"/>
                    <a:pt x="27" y="61002"/>
                    <a:pt x="80" y="61029"/>
                  </a:cubicBezTo>
                  <a:cubicBezTo>
                    <a:pt x="1820" y="62046"/>
                    <a:pt x="2891" y="63839"/>
                    <a:pt x="2944" y="65847"/>
                  </a:cubicBezTo>
                  <a:cubicBezTo>
                    <a:pt x="2944" y="65900"/>
                    <a:pt x="2971" y="65927"/>
                    <a:pt x="3025" y="65954"/>
                  </a:cubicBezTo>
                  <a:cubicBezTo>
                    <a:pt x="4952" y="66944"/>
                    <a:pt x="6183" y="68898"/>
                    <a:pt x="6183" y="71066"/>
                  </a:cubicBezTo>
                  <a:cubicBezTo>
                    <a:pt x="6183" y="73234"/>
                    <a:pt x="4952" y="75188"/>
                    <a:pt x="3025" y="76178"/>
                  </a:cubicBezTo>
                  <a:cubicBezTo>
                    <a:pt x="2971" y="76178"/>
                    <a:pt x="2944" y="76232"/>
                    <a:pt x="2944" y="76285"/>
                  </a:cubicBezTo>
                  <a:cubicBezTo>
                    <a:pt x="2891" y="78266"/>
                    <a:pt x="1820" y="80086"/>
                    <a:pt x="80" y="81076"/>
                  </a:cubicBezTo>
                  <a:cubicBezTo>
                    <a:pt x="27" y="81130"/>
                    <a:pt x="0" y="81183"/>
                    <a:pt x="54" y="81264"/>
                  </a:cubicBezTo>
                  <a:cubicBezTo>
                    <a:pt x="70" y="81297"/>
                    <a:pt x="107" y="81320"/>
                    <a:pt x="146" y="81320"/>
                  </a:cubicBezTo>
                  <a:cubicBezTo>
                    <a:pt x="169" y="81320"/>
                    <a:pt x="194" y="81311"/>
                    <a:pt x="214" y="81290"/>
                  </a:cubicBezTo>
                  <a:cubicBezTo>
                    <a:pt x="2007" y="80273"/>
                    <a:pt x="3105" y="78427"/>
                    <a:pt x="3185" y="76366"/>
                  </a:cubicBezTo>
                  <a:cubicBezTo>
                    <a:pt x="5193" y="75322"/>
                    <a:pt x="6424" y="73314"/>
                    <a:pt x="6424" y="71066"/>
                  </a:cubicBezTo>
                  <a:cubicBezTo>
                    <a:pt x="6424" y="68818"/>
                    <a:pt x="5193" y="66784"/>
                    <a:pt x="3185" y="65766"/>
                  </a:cubicBezTo>
                  <a:cubicBezTo>
                    <a:pt x="3132" y="63786"/>
                    <a:pt x="2088" y="61992"/>
                    <a:pt x="402" y="60922"/>
                  </a:cubicBezTo>
                  <a:cubicBezTo>
                    <a:pt x="2088" y="59878"/>
                    <a:pt x="3132" y="58085"/>
                    <a:pt x="3185" y="56104"/>
                  </a:cubicBezTo>
                  <a:cubicBezTo>
                    <a:pt x="5193" y="55060"/>
                    <a:pt x="6424" y="53053"/>
                    <a:pt x="6424" y="50804"/>
                  </a:cubicBezTo>
                  <a:cubicBezTo>
                    <a:pt x="6424" y="48556"/>
                    <a:pt x="5193" y="46522"/>
                    <a:pt x="3185" y="45505"/>
                  </a:cubicBezTo>
                  <a:cubicBezTo>
                    <a:pt x="3185" y="43604"/>
                    <a:pt x="2088" y="41731"/>
                    <a:pt x="402" y="40660"/>
                  </a:cubicBezTo>
                  <a:cubicBezTo>
                    <a:pt x="1927" y="39723"/>
                    <a:pt x="3319" y="37903"/>
                    <a:pt x="3212" y="35816"/>
                  </a:cubicBezTo>
                  <a:cubicBezTo>
                    <a:pt x="5193" y="34799"/>
                    <a:pt x="6424" y="32764"/>
                    <a:pt x="6424" y="30543"/>
                  </a:cubicBezTo>
                  <a:cubicBezTo>
                    <a:pt x="6424" y="28295"/>
                    <a:pt x="5193" y="26260"/>
                    <a:pt x="3185" y="25243"/>
                  </a:cubicBezTo>
                  <a:cubicBezTo>
                    <a:pt x="3105" y="23236"/>
                    <a:pt x="2061" y="21443"/>
                    <a:pt x="402" y="20399"/>
                  </a:cubicBezTo>
                  <a:cubicBezTo>
                    <a:pt x="2088" y="19328"/>
                    <a:pt x="3185" y="17454"/>
                    <a:pt x="3185" y="15608"/>
                  </a:cubicBezTo>
                  <a:cubicBezTo>
                    <a:pt x="3185" y="15608"/>
                    <a:pt x="3185" y="15581"/>
                    <a:pt x="3185" y="15554"/>
                  </a:cubicBezTo>
                  <a:cubicBezTo>
                    <a:pt x="5193" y="14537"/>
                    <a:pt x="6424" y="12503"/>
                    <a:pt x="6424" y="10255"/>
                  </a:cubicBezTo>
                  <a:cubicBezTo>
                    <a:pt x="6424" y="8033"/>
                    <a:pt x="5193" y="5999"/>
                    <a:pt x="3185" y="4982"/>
                  </a:cubicBezTo>
                  <a:lnTo>
                    <a:pt x="3185" y="4955"/>
                  </a:lnTo>
                  <a:cubicBezTo>
                    <a:pt x="3185" y="3028"/>
                    <a:pt x="2007" y="1074"/>
                    <a:pt x="214" y="30"/>
                  </a:cubicBezTo>
                  <a:cubicBezTo>
                    <a:pt x="194" y="10"/>
                    <a:pt x="169"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 name="Google Shape;1747;p195"/>
            <p:cNvSpPr/>
            <p:nvPr/>
          </p:nvSpPr>
          <p:spPr>
            <a:xfrm>
              <a:off x="1146800" y="818875"/>
              <a:ext cx="159950" cy="2032875"/>
            </a:xfrm>
            <a:custGeom>
              <a:rect b="b" l="l" r="r" t="t"/>
              <a:pathLst>
                <a:path extrusionOk="0" h="81315" w="6398">
                  <a:moveTo>
                    <a:pt x="123" y="1"/>
                  </a:moveTo>
                  <a:cubicBezTo>
                    <a:pt x="83" y="1"/>
                    <a:pt x="44" y="20"/>
                    <a:pt x="28" y="70"/>
                  </a:cubicBezTo>
                  <a:cubicBezTo>
                    <a:pt x="28" y="70"/>
                    <a:pt x="1" y="97"/>
                    <a:pt x="1" y="124"/>
                  </a:cubicBezTo>
                  <a:cubicBezTo>
                    <a:pt x="1" y="178"/>
                    <a:pt x="28" y="204"/>
                    <a:pt x="81" y="231"/>
                  </a:cubicBezTo>
                  <a:cubicBezTo>
                    <a:pt x="1821" y="1248"/>
                    <a:pt x="2972" y="3175"/>
                    <a:pt x="2918" y="5022"/>
                  </a:cubicBezTo>
                  <a:cubicBezTo>
                    <a:pt x="2918" y="5076"/>
                    <a:pt x="2945" y="5129"/>
                    <a:pt x="2998" y="5156"/>
                  </a:cubicBezTo>
                  <a:cubicBezTo>
                    <a:pt x="4952" y="6119"/>
                    <a:pt x="6157" y="8073"/>
                    <a:pt x="6157" y="10268"/>
                  </a:cubicBezTo>
                  <a:cubicBezTo>
                    <a:pt x="6157" y="12436"/>
                    <a:pt x="4952" y="14390"/>
                    <a:pt x="2998" y="15354"/>
                  </a:cubicBezTo>
                  <a:cubicBezTo>
                    <a:pt x="2945" y="15380"/>
                    <a:pt x="2918" y="15434"/>
                    <a:pt x="2918" y="15487"/>
                  </a:cubicBezTo>
                  <a:cubicBezTo>
                    <a:pt x="2998" y="17334"/>
                    <a:pt x="1848" y="19235"/>
                    <a:pt x="81" y="20278"/>
                  </a:cubicBezTo>
                  <a:cubicBezTo>
                    <a:pt x="54" y="20278"/>
                    <a:pt x="28" y="20305"/>
                    <a:pt x="1" y="20359"/>
                  </a:cubicBezTo>
                  <a:cubicBezTo>
                    <a:pt x="1" y="20412"/>
                    <a:pt x="28" y="20466"/>
                    <a:pt x="81" y="20493"/>
                  </a:cubicBezTo>
                  <a:cubicBezTo>
                    <a:pt x="1794" y="21510"/>
                    <a:pt x="2865" y="23303"/>
                    <a:pt x="2918" y="25310"/>
                  </a:cubicBezTo>
                  <a:cubicBezTo>
                    <a:pt x="2918" y="25364"/>
                    <a:pt x="2945"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079" y="37837"/>
                    <a:pt x="1633" y="39630"/>
                    <a:pt x="81" y="40540"/>
                  </a:cubicBezTo>
                  <a:cubicBezTo>
                    <a:pt x="54" y="40540"/>
                    <a:pt x="28" y="40594"/>
                    <a:pt x="1" y="40620"/>
                  </a:cubicBezTo>
                  <a:cubicBezTo>
                    <a:pt x="1" y="40674"/>
                    <a:pt x="28"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81" y="60802"/>
                  </a:cubicBezTo>
                  <a:cubicBezTo>
                    <a:pt x="54" y="60828"/>
                    <a:pt x="28" y="60855"/>
                    <a:pt x="1" y="60882"/>
                  </a:cubicBezTo>
                  <a:cubicBezTo>
                    <a:pt x="1" y="60935"/>
                    <a:pt x="28"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8" y="81117"/>
                    <a:pt x="1" y="81197"/>
                    <a:pt x="28" y="81251"/>
                  </a:cubicBezTo>
                  <a:cubicBezTo>
                    <a:pt x="47" y="81290"/>
                    <a:pt x="95" y="81315"/>
                    <a:pt x="151" y="81315"/>
                  </a:cubicBezTo>
                  <a:cubicBezTo>
                    <a:pt x="172" y="81315"/>
                    <a:pt x="193" y="81311"/>
                    <a:pt x="215" y="81304"/>
                  </a:cubicBezTo>
                  <a:cubicBezTo>
                    <a:pt x="1981" y="80260"/>
                    <a:pt x="3106" y="78413"/>
                    <a:pt x="3186" y="76352"/>
                  </a:cubicBezTo>
                  <a:cubicBezTo>
                    <a:pt x="5167" y="75309"/>
                    <a:pt x="6398" y="73301"/>
                    <a:pt x="6398" y="71053"/>
                  </a:cubicBezTo>
                  <a:cubicBezTo>
                    <a:pt x="6398" y="68805"/>
                    <a:pt x="5167" y="66797"/>
                    <a:pt x="3186" y="65753"/>
                  </a:cubicBezTo>
                  <a:cubicBezTo>
                    <a:pt x="3106" y="63773"/>
                    <a:pt x="2062" y="61979"/>
                    <a:pt x="375" y="60909"/>
                  </a:cubicBezTo>
                  <a:cubicBezTo>
                    <a:pt x="2062" y="59865"/>
                    <a:pt x="3106" y="58072"/>
                    <a:pt x="3186" y="56091"/>
                  </a:cubicBezTo>
                  <a:cubicBezTo>
                    <a:pt x="5167" y="55047"/>
                    <a:pt x="6398" y="53040"/>
                    <a:pt x="6398" y="50791"/>
                  </a:cubicBezTo>
                  <a:cubicBezTo>
                    <a:pt x="6398" y="48543"/>
                    <a:pt x="5167" y="46536"/>
                    <a:pt x="3186" y="45492"/>
                  </a:cubicBezTo>
                  <a:cubicBezTo>
                    <a:pt x="3159" y="43591"/>
                    <a:pt x="2088" y="41718"/>
                    <a:pt x="375" y="40647"/>
                  </a:cubicBezTo>
                  <a:cubicBezTo>
                    <a:pt x="1901" y="39710"/>
                    <a:pt x="3293" y="37890"/>
                    <a:pt x="3186" y="35829"/>
                  </a:cubicBezTo>
                  <a:cubicBezTo>
                    <a:pt x="5167" y="34785"/>
                    <a:pt x="6398" y="32751"/>
                    <a:pt x="6398" y="30530"/>
                  </a:cubicBezTo>
                  <a:cubicBezTo>
                    <a:pt x="6398" y="28281"/>
                    <a:pt x="5167" y="26247"/>
                    <a:pt x="3186" y="25230"/>
                  </a:cubicBezTo>
                  <a:cubicBezTo>
                    <a:pt x="3079" y="23223"/>
                    <a:pt x="2062" y="21429"/>
                    <a:pt x="375" y="20386"/>
                  </a:cubicBezTo>
                  <a:cubicBezTo>
                    <a:pt x="2088" y="19315"/>
                    <a:pt x="3186" y="17415"/>
                    <a:pt x="3186" y="15541"/>
                  </a:cubicBezTo>
                  <a:cubicBezTo>
                    <a:pt x="5167" y="14524"/>
                    <a:pt x="6398" y="12490"/>
                    <a:pt x="6398" y="10268"/>
                  </a:cubicBezTo>
                  <a:cubicBezTo>
                    <a:pt x="6398" y="8020"/>
                    <a:pt x="5167" y="5986"/>
                    <a:pt x="3186" y="4969"/>
                  </a:cubicBezTo>
                  <a:lnTo>
                    <a:pt x="3186" y="4942"/>
                  </a:lnTo>
                  <a:cubicBezTo>
                    <a:pt x="3186" y="3041"/>
                    <a:pt x="1981" y="1061"/>
                    <a:pt x="188" y="17"/>
                  </a:cubicBezTo>
                  <a:cubicBezTo>
                    <a:pt x="169" y="7"/>
                    <a:pt x="145"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 name="Google Shape;1748;p195"/>
            <p:cNvSpPr/>
            <p:nvPr/>
          </p:nvSpPr>
          <p:spPr>
            <a:xfrm>
              <a:off x="992900" y="566950"/>
              <a:ext cx="160625" cy="2033000"/>
            </a:xfrm>
            <a:custGeom>
              <a:rect b="b" l="l" r="r" t="t"/>
              <a:pathLst>
                <a:path extrusionOk="0" h="81320" w="6425">
                  <a:moveTo>
                    <a:pt x="145" y="1"/>
                  </a:moveTo>
                  <a:cubicBezTo>
                    <a:pt x="104" y="1"/>
                    <a:pt x="60" y="24"/>
                    <a:pt x="27" y="57"/>
                  </a:cubicBezTo>
                  <a:cubicBezTo>
                    <a:pt x="27" y="84"/>
                    <a:pt x="27" y="110"/>
                    <a:pt x="27" y="137"/>
                  </a:cubicBezTo>
                  <a:cubicBezTo>
                    <a:pt x="27" y="164"/>
                    <a:pt x="54"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72" y="15394"/>
                    <a:pt x="2945" y="15447"/>
                    <a:pt x="2945" y="15501"/>
                  </a:cubicBezTo>
                  <a:cubicBezTo>
                    <a:pt x="2998" y="17347"/>
                    <a:pt x="1847" y="19248"/>
                    <a:pt x="108" y="20292"/>
                  </a:cubicBezTo>
                  <a:cubicBezTo>
                    <a:pt x="54" y="20292"/>
                    <a:pt x="27" y="20318"/>
                    <a:pt x="27" y="20372"/>
                  </a:cubicBezTo>
                  <a:cubicBezTo>
                    <a:pt x="1" y="20425"/>
                    <a:pt x="27" y="20479"/>
                    <a:pt x="81" y="20506"/>
                  </a:cubicBezTo>
                  <a:cubicBezTo>
                    <a:pt x="1794" y="21496"/>
                    <a:pt x="2865" y="23289"/>
                    <a:pt x="2945" y="25324"/>
                  </a:cubicBezTo>
                  <a:cubicBezTo>
                    <a:pt x="2945" y="25350"/>
                    <a:pt x="2972" y="25404"/>
                    <a:pt x="2998" y="25431"/>
                  </a:cubicBezTo>
                  <a:cubicBezTo>
                    <a:pt x="4952" y="26394"/>
                    <a:pt x="6157" y="28348"/>
                    <a:pt x="6157" y="30543"/>
                  </a:cubicBezTo>
                  <a:cubicBezTo>
                    <a:pt x="6157" y="32711"/>
                    <a:pt x="4952" y="34665"/>
                    <a:pt x="2998" y="35628"/>
                  </a:cubicBezTo>
                  <a:cubicBezTo>
                    <a:pt x="2972" y="35655"/>
                    <a:pt x="2945" y="35709"/>
                    <a:pt x="2945" y="35762"/>
                  </a:cubicBezTo>
                  <a:cubicBezTo>
                    <a:pt x="3105"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0" y="81297"/>
                    <a:pt x="104" y="81320"/>
                    <a:pt x="145" y="81320"/>
                  </a:cubicBezTo>
                  <a:cubicBezTo>
                    <a:pt x="170" y="81320"/>
                    <a:pt x="194" y="81311"/>
                    <a:pt x="215" y="81290"/>
                  </a:cubicBezTo>
                  <a:cubicBezTo>
                    <a:pt x="2008" y="80273"/>
                    <a:pt x="3105" y="78427"/>
                    <a:pt x="3186" y="76366"/>
                  </a:cubicBezTo>
                  <a:cubicBezTo>
                    <a:pt x="5193" y="75322"/>
                    <a:pt x="6424" y="73314"/>
                    <a:pt x="6424" y="71066"/>
                  </a:cubicBezTo>
                  <a:cubicBezTo>
                    <a:pt x="6424" y="68818"/>
                    <a:pt x="5193" y="66784"/>
                    <a:pt x="3186" y="65766"/>
                  </a:cubicBezTo>
                  <a:cubicBezTo>
                    <a:pt x="3105" y="63786"/>
                    <a:pt x="2088" y="61992"/>
                    <a:pt x="402" y="60922"/>
                  </a:cubicBezTo>
                  <a:cubicBezTo>
                    <a:pt x="2088" y="59878"/>
                    <a:pt x="3105" y="58085"/>
                    <a:pt x="3186" y="56104"/>
                  </a:cubicBezTo>
                  <a:cubicBezTo>
                    <a:pt x="5193" y="55060"/>
                    <a:pt x="6424" y="53053"/>
                    <a:pt x="6424" y="50804"/>
                  </a:cubicBezTo>
                  <a:cubicBezTo>
                    <a:pt x="6424" y="48556"/>
                    <a:pt x="5193" y="46522"/>
                    <a:pt x="3186" y="45505"/>
                  </a:cubicBezTo>
                  <a:cubicBezTo>
                    <a:pt x="3159" y="43604"/>
                    <a:pt x="2088" y="41731"/>
                    <a:pt x="402" y="40660"/>
                  </a:cubicBezTo>
                  <a:cubicBezTo>
                    <a:pt x="1901" y="39723"/>
                    <a:pt x="3320" y="37877"/>
                    <a:pt x="3186" y="35816"/>
                  </a:cubicBezTo>
                  <a:cubicBezTo>
                    <a:pt x="5193" y="34799"/>
                    <a:pt x="6424" y="32764"/>
                    <a:pt x="6424" y="30543"/>
                  </a:cubicBezTo>
                  <a:cubicBezTo>
                    <a:pt x="6424" y="28295"/>
                    <a:pt x="5193" y="26260"/>
                    <a:pt x="3186" y="25243"/>
                  </a:cubicBezTo>
                  <a:cubicBezTo>
                    <a:pt x="3105" y="23236"/>
                    <a:pt x="2062" y="21443"/>
                    <a:pt x="402" y="20399"/>
                  </a:cubicBezTo>
                  <a:cubicBezTo>
                    <a:pt x="2088" y="19328"/>
                    <a:pt x="3186" y="17454"/>
                    <a:pt x="3186" y="15608"/>
                  </a:cubicBezTo>
                  <a:cubicBezTo>
                    <a:pt x="3186" y="15608"/>
                    <a:pt x="3186" y="15581"/>
                    <a:pt x="3186" y="15554"/>
                  </a:cubicBezTo>
                  <a:cubicBezTo>
                    <a:pt x="5193" y="14537"/>
                    <a:pt x="6424" y="12503"/>
                    <a:pt x="6424" y="10255"/>
                  </a:cubicBezTo>
                  <a:cubicBezTo>
                    <a:pt x="6424" y="8033"/>
                    <a:pt x="5193" y="5999"/>
                    <a:pt x="3186" y="4982"/>
                  </a:cubicBezTo>
                  <a:lnTo>
                    <a:pt x="3186" y="4955"/>
                  </a:lnTo>
                  <a:cubicBezTo>
                    <a:pt x="3186" y="3028"/>
                    <a:pt x="2008" y="1074"/>
                    <a:pt x="215" y="30"/>
                  </a:cubicBezTo>
                  <a:cubicBezTo>
                    <a:pt x="194" y="10"/>
                    <a:pt x="170" y="1"/>
                    <a:pt x="1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 name="Google Shape;1749;p195"/>
            <p:cNvSpPr/>
            <p:nvPr/>
          </p:nvSpPr>
          <p:spPr>
            <a:xfrm>
              <a:off x="839675" y="818875"/>
              <a:ext cx="159950" cy="2032875"/>
            </a:xfrm>
            <a:custGeom>
              <a:rect b="b" l="l" r="r" t="t"/>
              <a:pathLst>
                <a:path extrusionOk="0" h="81315" w="6398">
                  <a:moveTo>
                    <a:pt x="122" y="1"/>
                  </a:moveTo>
                  <a:cubicBezTo>
                    <a:pt x="83" y="1"/>
                    <a:pt x="44" y="20"/>
                    <a:pt x="27" y="70"/>
                  </a:cubicBezTo>
                  <a:cubicBezTo>
                    <a:pt x="0" y="70"/>
                    <a:pt x="0" y="97"/>
                    <a:pt x="0" y="124"/>
                  </a:cubicBezTo>
                  <a:cubicBezTo>
                    <a:pt x="0" y="178"/>
                    <a:pt x="27" y="204"/>
                    <a:pt x="54" y="231"/>
                  </a:cubicBezTo>
                  <a:cubicBezTo>
                    <a:pt x="1794" y="1248"/>
                    <a:pt x="2971" y="3175"/>
                    <a:pt x="2918" y="5022"/>
                  </a:cubicBezTo>
                  <a:cubicBezTo>
                    <a:pt x="2918" y="5076"/>
                    <a:pt x="2945" y="5129"/>
                    <a:pt x="2998" y="5156"/>
                  </a:cubicBezTo>
                  <a:cubicBezTo>
                    <a:pt x="4925" y="6119"/>
                    <a:pt x="6156" y="8073"/>
                    <a:pt x="6156" y="10268"/>
                  </a:cubicBezTo>
                  <a:cubicBezTo>
                    <a:pt x="6156" y="12436"/>
                    <a:pt x="4925" y="14390"/>
                    <a:pt x="2998" y="15354"/>
                  </a:cubicBezTo>
                  <a:cubicBezTo>
                    <a:pt x="2945" y="15380"/>
                    <a:pt x="2918" y="15434"/>
                    <a:pt x="2918" y="15487"/>
                  </a:cubicBezTo>
                  <a:cubicBezTo>
                    <a:pt x="2971" y="17334"/>
                    <a:pt x="1847" y="19235"/>
                    <a:pt x="81" y="20278"/>
                  </a:cubicBezTo>
                  <a:cubicBezTo>
                    <a:pt x="54" y="20278"/>
                    <a:pt x="27" y="20305"/>
                    <a:pt x="0" y="20359"/>
                  </a:cubicBezTo>
                  <a:cubicBezTo>
                    <a:pt x="0" y="20412"/>
                    <a:pt x="27" y="20466"/>
                    <a:pt x="54" y="20493"/>
                  </a:cubicBezTo>
                  <a:cubicBezTo>
                    <a:pt x="1794" y="21510"/>
                    <a:pt x="2864" y="23303"/>
                    <a:pt x="2918" y="25310"/>
                  </a:cubicBezTo>
                  <a:cubicBezTo>
                    <a:pt x="2918" y="25364"/>
                    <a:pt x="2945" y="25391"/>
                    <a:pt x="2998" y="25417"/>
                  </a:cubicBezTo>
                  <a:cubicBezTo>
                    <a:pt x="4925" y="26381"/>
                    <a:pt x="6156" y="28362"/>
                    <a:pt x="6156" y="30530"/>
                  </a:cubicBezTo>
                  <a:cubicBezTo>
                    <a:pt x="6156" y="32698"/>
                    <a:pt x="4925" y="34652"/>
                    <a:pt x="2998" y="35642"/>
                  </a:cubicBezTo>
                  <a:cubicBezTo>
                    <a:pt x="2945" y="35642"/>
                    <a:pt x="2918" y="35695"/>
                    <a:pt x="2918" y="35749"/>
                  </a:cubicBezTo>
                  <a:cubicBezTo>
                    <a:pt x="3078" y="37837"/>
                    <a:pt x="1606" y="39630"/>
                    <a:pt x="81" y="40540"/>
                  </a:cubicBezTo>
                  <a:cubicBezTo>
                    <a:pt x="54" y="40540"/>
                    <a:pt x="27" y="40594"/>
                    <a:pt x="0" y="40620"/>
                  </a:cubicBezTo>
                  <a:cubicBezTo>
                    <a:pt x="0" y="40674"/>
                    <a:pt x="27" y="40727"/>
                    <a:pt x="54" y="40754"/>
                  </a:cubicBezTo>
                  <a:cubicBezTo>
                    <a:pt x="1794" y="41771"/>
                    <a:pt x="2918" y="43645"/>
                    <a:pt x="2918" y="45545"/>
                  </a:cubicBezTo>
                  <a:cubicBezTo>
                    <a:pt x="2918" y="45545"/>
                    <a:pt x="2918" y="45545"/>
                    <a:pt x="2918" y="45572"/>
                  </a:cubicBezTo>
                  <a:cubicBezTo>
                    <a:pt x="2918" y="45626"/>
                    <a:pt x="2945" y="45652"/>
                    <a:pt x="2998" y="45679"/>
                  </a:cubicBezTo>
                  <a:cubicBezTo>
                    <a:pt x="4925" y="46669"/>
                    <a:pt x="6156" y="48623"/>
                    <a:pt x="6156" y="50791"/>
                  </a:cubicBezTo>
                  <a:cubicBezTo>
                    <a:pt x="6156" y="52959"/>
                    <a:pt x="4925" y="54913"/>
                    <a:pt x="2998" y="55904"/>
                  </a:cubicBezTo>
                  <a:cubicBezTo>
                    <a:pt x="2945" y="55930"/>
                    <a:pt x="2918" y="55957"/>
                    <a:pt x="2918" y="56011"/>
                  </a:cubicBezTo>
                  <a:cubicBezTo>
                    <a:pt x="2864" y="57991"/>
                    <a:pt x="1820" y="59785"/>
                    <a:pt x="81" y="60802"/>
                  </a:cubicBezTo>
                  <a:cubicBezTo>
                    <a:pt x="54" y="60828"/>
                    <a:pt x="27" y="60855"/>
                    <a:pt x="0" y="60882"/>
                  </a:cubicBezTo>
                  <a:cubicBezTo>
                    <a:pt x="0" y="60935"/>
                    <a:pt x="27" y="60989"/>
                    <a:pt x="54" y="61016"/>
                  </a:cubicBezTo>
                  <a:cubicBezTo>
                    <a:pt x="1794" y="62033"/>
                    <a:pt x="2864" y="63826"/>
                    <a:pt x="2918" y="65834"/>
                  </a:cubicBezTo>
                  <a:cubicBezTo>
                    <a:pt x="2918" y="65887"/>
                    <a:pt x="2945" y="65914"/>
                    <a:pt x="2998" y="65941"/>
                  </a:cubicBezTo>
                  <a:cubicBezTo>
                    <a:pt x="4925" y="66931"/>
                    <a:pt x="6156" y="68885"/>
                    <a:pt x="6156" y="71053"/>
                  </a:cubicBezTo>
                  <a:cubicBezTo>
                    <a:pt x="6156" y="73221"/>
                    <a:pt x="4925" y="75175"/>
                    <a:pt x="2998" y="76165"/>
                  </a:cubicBezTo>
                  <a:cubicBezTo>
                    <a:pt x="2945" y="76192"/>
                    <a:pt x="2918" y="76219"/>
                    <a:pt x="2918" y="76272"/>
                  </a:cubicBezTo>
                  <a:cubicBezTo>
                    <a:pt x="2864" y="78280"/>
                    <a:pt x="1794" y="80073"/>
                    <a:pt x="81" y="81090"/>
                  </a:cubicBezTo>
                  <a:cubicBezTo>
                    <a:pt x="0" y="81117"/>
                    <a:pt x="0" y="81197"/>
                    <a:pt x="27" y="81251"/>
                  </a:cubicBezTo>
                  <a:cubicBezTo>
                    <a:pt x="47" y="81290"/>
                    <a:pt x="95" y="81315"/>
                    <a:pt x="140" y="81315"/>
                  </a:cubicBezTo>
                  <a:cubicBezTo>
                    <a:pt x="157" y="81315"/>
                    <a:pt x="173" y="81311"/>
                    <a:pt x="188" y="81304"/>
                  </a:cubicBezTo>
                  <a:cubicBezTo>
                    <a:pt x="1981" y="80260"/>
                    <a:pt x="3105" y="78413"/>
                    <a:pt x="3159" y="76352"/>
                  </a:cubicBezTo>
                  <a:cubicBezTo>
                    <a:pt x="5166" y="75309"/>
                    <a:pt x="6397" y="73301"/>
                    <a:pt x="6397" y="71053"/>
                  </a:cubicBezTo>
                  <a:cubicBezTo>
                    <a:pt x="6397" y="68805"/>
                    <a:pt x="5166" y="66797"/>
                    <a:pt x="3159" y="65753"/>
                  </a:cubicBezTo>
                  <a:cubicBezTo>
                    <a:pt x="3105" y="63773"/>
                    <a:pt x="2061" y="61979"/>
                    <a:pt x="375" y="60909"/>
                  </a:cubicBezTo>
                  <a:cubicBezTo>
                    <a:pt x="2061" y="59865"/>
                    <a:pt x="3105" y="58072"/>
                    <a:pt x="3159" y="56091"/>
                  </a:cubicBezTo>
                  <a:cubicBezTo>
                    <a:pt x="5166" y="55047"/>
                    <a:pt x="6397" y="53040"/>
                    <a:pt x="6397" y="50791"/>
                  </a:cubicBezTo>
                  <a:cubicBezTo>
                    <a:pt x="6397" y="48543"/>
                    <a:pt x="5166" y="46536"/>
                    <a:pt x="3159" y="45492"/>
                  </a:cubicBezTo>
                  <a:cubicBezTo>
                    <a:pt x="3159" y="43591"/>
                    <a:pt x="2061" y="41718"/>
                    <a:pt x="375" y="40647"/>
                  </a:cubicBezTo>
                  <a:cubicBezTo>
                    <a:pt x="1901" y="39710"/>
                    <a:pt x="3292" y="37890"/>
                    <a:pt x="3185" y="35829"/>
                  </a:cubicBezTo>
                  <a:cubicBezTo>
                    <a:pt x="5166" y="34785"/>
                    <a:pt x="6397" y="32751"/>
                    <a:pt x="6397" y="30530"/>
                  </a:cubicBezTo>
                  <a:cubicBezTo>
                    <a:pt x="6397" y="28281"/>
                    <a:pt x="5166" y="26247"/>
                    <a:pt x="3159" y="25230"/>
                  </a:cubicBezTo>
                  <a:cubicBezTo>
                    <a:pt x="3078" y="23223"/>
                    <a:pt x="2035" y="21429"/>
                    <a:pt x="375" y="20386"/>
                  </a:cubicBezTo>
                  <a:cubicBezTo>
                    <a:pt x="2061" y="19315"/>
                    <a:pt x="3159" y="17441"/>
                    <a:pt x="3159" y="15595"/>
                  </a:cubicBezTo>
                  <a:cubicBezTo>
                    <a:pt x="3159" y="15595"/>
                    <a:pt x="3159" y="15568"/>
                    <a:pt x="3159" y="15541"/>
                  </a:cubicBezTo>
                  <a:cubicBezTo>
                    <a:pt x="5166" y="14524"/>
                    <a:pt x="6397" y="12490"/>
                    <a:pt x="6397" y="10268"/>
                  </a:cubicBezTo>
                  <a:cubicBezTo>
                    <a:pt x="6397" y="8020"/>
                    <a:pt x="5166" y="5986"/>
                    <a:pt x="3159" y="4969"/>
                  </a:cubicBezTo>
                  <a:lnTo>
                    <a:pt x="3159" y="4942"/>
                  </a:lnTo>
                  <a:cubicBezTo>
                    <a:pt x="3159" y="3041"/>
                    <a:pt x="1981" y="1061"/>
                    <a:pt x="188" y="17"/>
                  </a:cubicBezTo>
                  <a:cubicBezTo>
                    <a:pt x="168" y="7"/>
                    <a:pt x="145" y="1"/>
                    <a:pt x="1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 name="Google Shape;1750;p195"/>
            <p:cNvSpPr/>
            <p:nvPr/>
          </p:nvSpPr>
          <p:spPr>
            <a:xfrm>
              <a:off x="685775" y="566950"/>
              <a:ext cx="159950" cy="2033000"/>
            </a:xfrm>
            <a:custGeom>
              <a:rect b="b" l="l" r="r" t="t"/>
              <a:pathLst>
                <a:path extrusionOk="0" h="81320" w="6398">
                  <a:moveTo>
                    <a:pt x="119" y="1"/>
                  </a:moveTo>
                  <a:cubicBezTo>
                    <a:pt x="81" y="1"/>
                    <a:pt x="44" y="24"/>
                    <a:pt x="27" y="57"/>
                  </a:cubicBezTo>
                  <a:cubicBezTo>
                    <a:pt x="27"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98" y="17347"/>
                    <a:pt x="1847" y="19248"/>
                    <a:pt x="81" y="20292"/>
                  </a:cubicBezTo>
                  <a:cubicBezTo>
                    <a:pt x="54" y="20292"/>
                    <a:pt x="27" y="20318"/>
                    <a:pt x="27"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27"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91" y="58004"/>
                    <a:pt x="1820" y="59798"/>
                    <a:pt x="81" y="60815"/>
                  </a:cubicBezTo>
                  <a:cubicBezTo>
                    <a:pt x="54" y="60815"/>
                    <a:pt x="27" y="60868"/>
                    <a:pt x="27" y="60895"/>
                  </a:cubicBezTo>
                  <a:cubicBezTo>
                    <a:pt x="0" y="60949"/>
                    <a:pt x="27" y="61002"/>
                    <a:pt x="81" y="61029"/>
                  </a:cubicBezTo>
                  <a:cubicBezTo>
                    <a:pt x="1820" y="62046"/>
                    <a:pt x="2891"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91" y="78293"/>
                    <a:pt x="1820" y="80086"/>
                    <a:pt x="81" y="81076"/>
                  </a:cubicBezTo>
                  <a:cubicBezTo>
                    <a:pt x="27" y="81130"/>
                    <a:pt x="0" y="81183"/>
                    <a:pt x="27" y="81264"/>
                  </a:cubicBezTo>
                  <a:cubicBezTo>
                    <a:pt x="60" y="81297"/>
                    <a:pt x="93" y="81320"/>
                    <a:pt x="133" y="81320"/>
                  </a:cubicBezTo>
                  <a:cubicBezTo>
                    <a:pt x="157" y="81320"/>
                    <a:pt x="184" y="81311"/>
                    <a:pt x="214" y="81290"/>
                  </a:cubicBezTo>
                  <a:cubicBezTo>
                    <a:pt x="2008"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88" y="41731"/>
                    <a:pt x="375" y="40660"/>
                  </a:cubicBezTo>
                  <a:cubicBezTo>
                    <a:pt x="1901" y="39723"/>
                    <a:pt x="3292" y="37903"/>
                    <a:pt x="3185" y="35816"/>
                  </a:cubicBezTo>
                  <a:cubicBezTo>
                    <a:pt x="5166" y="34799"/>
                    <a:pt x="6397" y="32764"/>
                    <a:pt x="6397" y="30543"/>
                  </a:cubicBezTo>
                  <a:cubicBezTo>
                    <a:pt x="6397" y="28295"/>
                    <a:pt x="5166" y="26260"/>
                    <a:pt x="3185" y="25243"/>
                  </a:cubicBezTo>
                  <a:cubicBezTo>
                    <a:pt x="3078" y="23236"/>
                    <a:pt x="2061" y="21443"/>
                    <a:pt x="375" y="20399"/>
                  </a:cubicBezTo>
                  <a:cubicBezTo>
                    <a:pt x="2088" y="19328"/>
                    <a:pt x="3185" y="1740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 name="Google Shape;1751;p195"/>
            <p:cNvSpPr/>
            <p:nvPr/>
          </p:nvSpPr>
          <p:spPr>
            <a:xfrm>
              <a:off x="531875" y="818875"/>
              <a:ext cx="160600" cy="2032875"/>
            </a:xfrm>
            <a:custGeom>
              <a:rect b="b" l="l" r="r" t="t"/>
              <a:pathLst>
                <a:path extrusionOk="0" h="81315" w="6424">
                  <a:moveTo>
                    <a:pt x="147" y="1"/>
                  </a:moveTo>
                  <a:cubicBezTo>
                    <a:pt x="106" y="1"/>
                    <a:pt x="61" y="20"/>
                    <a:pt x="27" y="70"/>
                  </a:cubicBezTo>
                  <a:cubicBezTo>
                    <a:pt x="27" y="70"/>
                    <a:pt x="27" y="97"/>
                    <a:pt x="27" y="124"/>
                  </a:cubicBezTo>
                  <a:cubicBezTo>
                    <a:pt x="27" y="178"/>
                    <a:pt x="54"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61"/>
                    <a:pt x="2944" y="15487"/>
                  </a:cubicBezTo>
                  <a:cubicBezTo>
                    <a:pt x="2998" y="17334"/>
                    <a:pt x="1847" y="19235"/>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71" y="35642"/>
                    <a:pt x="2944"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45"/>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54" y="81251"/>
                  </a:cubicBezTo>
                  <a:cubicBezTo>
                    <a:pt x="73" y="81290"/>
                    <a:pt x="122" y="81315"/>
                    <a:pt x="167" y="81315"/>
                  </a:cubicBezTo>
                  <a:cubicBezTo>
                    <a:pt x="184" y="81315"/>
                    <a:pt x="200" y="81311"/>
                    <a:pt x="214" y="81304"/>
                  </a:cubicBezTo>
                  <a:cubicBezTo>
                    <a:pt x="2008" y="80260"/>
                    <a:pt x="3105" y="78413"/>
                    <a:pt x="3185" y="76352"/>
                  </a:cubicBezTo>
                  <a:cubicBezTo>
                    <a:pt x="5193" y="75309"/>
                    <a:pt x="6424" y="73301"/>
                    <a:pt x="6424" y="71053"/>
                  </a:cubicBezTo>
                  <a:cubicBezTo>
                    <a:pt x="6424" y="68805"/>
                    <a:pt x="5193" y="66797"/>
                    <a:pt x="3185" y="65753"/>
                  </a:cubicBezTo>
                  <a:cubicBezTo>
                    <a:pt x="3105" y="63773"/>
                    <a:pt x="2088" y="61979"/>
                    <a:pt x="402" y="60909"/>
                  </a:cubicBezTo>
                  <a:cubicBezTo>
                    <a:pt x="2088" y="59865"/>
                    <a:pt x="3105" y="58072"/>
                    <a:pt x="3185" y="56091"/>
                  </a:cubicBezTo>
                  <a:cubicBezTo>
                    <a:pt x="5193" y="55047"/>
                    <a:pt x="6424" y="53040"/>
                    <a:pt x="6424" y="50791"/>
                  </a:cubicBezTo>
                  <a:cubicBezTo>
                    <a:pt x="6424" y="48543"/>
                    <a:pt x="5193" y="46536"/>
                    <a:pt x="3185" y="45492"/>
                  </a:cubicBezTo>
                  <a:cubicBezTo>
                    <a:pt x="3185" y="43591"/>
                    <a:pt x="2088" y="41718"/>
                    <a:pt x="402" y="40647"/>
                  </a:cubicBezTo>
                  <a:cubicBezTo>
                    <a:pt x="1900" y="39710"/>
                    <a:pt x="3319" y="37890"/>
                    <a:pt x="3185" y="35829"/>
                  </a:cubicBezTo>
                  <a:cubicBezTo>
                    <a:pt x="5193" y="34785"/>
                    <a:pt x="6424" y="32751"/>
                    <a:pt x="6424" y="30530"/>
                  </a:cubicBezTo>
                  <a:cubicBezTo>
                    <a:pt x="6424" y="28281"/>
                    <a:pt x="5193" y="26247"/>
                    <a:pt x="3185" y="25230"/>
                  </a:cubicBezTo>
                  <a:cubicBezTo>
                    <a:pt x="3105" y="23223"/>
                    <a:pt x="2061" y="21429"/>
                    <a:pt x="402"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lnTo>
                    <a:pt x="3185" y="4942"/>
                  </a:lnTo>
                  <a:cubicBezTo>
                    <a:pt x="3185" y="3041"/>
                    <a:pt x="2008" y="1061"/>
                    <a:pt x="214" y="17"/>
                  </a:cubicBezTo>
                  <a:cubicBezTo>
                    <a:pt x="195" y="7"/>
                    <a:pt x="171" y="1"/>
                    <a:pt x="1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195"/>
            <p:cNvSpPr/>
            <p:nvPr/>
          </p:nvSpPr>
          <p:spPr>
            <a:xfrm>
              <a:off x="378625" y="566950"/>
              <a:ext cx="159950" cy="2033000"/>
            </a:xfrm>
            <a:custGeom>
              <a:rect b="b" l="l" r="r" t="t"/>
              <a:pathLst>
                <a:path extrusionOk="0" h="81320" w="6398">
                  <a:moveTo>
                    <a:pt x="120" y="1"/>
                  </a:moveTo>
                  <a:cubicBezTo>
                    <a:pt x="81" y="1"/>
                    <a:pt x="44" y="24"/>
                    <a:pt x="28" y="57"/>
                  </a:cubicBezTo>
                  <a:cubicBezTo>
                    <a:pt x="1" y="84"/>
                    <a:pt x="1" y="110"/>
                    <a:pt x="1" y="137"/>
                  </a:cubicBezTo>
                  <a:cubicBezTo>
                    <a:pt x="1" y="164"/>
                    <a:pt x="28" y="217"/>
                    <a:pt x="54" y="244"/>
                  </a:cubicBezTo>
                  <a:cubicBezTo>
                    <a:pt x="1821" y="1261"/>
                    <a:pt x="2972" y="3188"/>
                    <a:pt x="2918" y="5035"/>
                  </a:cubicBezTo>
                  <a:cubicBezTo>
                    <a:pt x="2918" y="5116"/>
                    <a:pt x="2945" y="5142"/>
                    <a:pt x="2999" y="5169"/>
                  </a:cubicBezTo>
                  <a:cubicBezTo>
                    <a:pt x="4952" y="6133"/>
                    <a:pt x="6157" y="8086"/>
                    <a:pt x="6157" y="10255"/>
                  </a:cubicBezTo>
                  <a:cubicBezTo>
                    <a:pt x="6157" y="12449"/>
                    <a:pt x="4952" y="14403"/>
                    <a:pt x="2999" y="15367"/>
                  </a:cubicBezTo>
                  <a:cubicBezTo>
                    <a:pt x="2945" y="15394"/>
                    <a:pt x="2918" y="15447"/>
                    <a:pt x="2918" y="15501"/>
                  </a:cubicBezTo>
                  <a:cubicBezTo>
                    <a:pt x="2972" y="17347"/>
                    <a:pt x="1848" y="19248"/>
                    <a:pt x="81" y="20292"/>
                  </a:cubicBezTo>
                  <a:cubicBezTo>
                    <a:pt x="54" y="20292"/>
                    <a:pt x="28" y="20318"/>
                    <a:pt x="1" y="20372"/>
                  </a:cubicBezTo>
                  <a:cubicBezTo>
                    <a:pt x="1" y="20425"/>
                    <a:pt x="28" y="20479"/>
                    <a:pt x="54" y="20506"/>
                  </a:cubicBezTo>
                  <a:cubicBezTo>
                    <a:pt x="1794" y="21496"/>
                    <a:pt x="2865" y="23316"/>
                    <a:pt x="2918" y="25324"/>
                  </a:cubicBezTo>
                  <a:cubicBezTo>
                    <a:pt x="2918" y="25350"/>
                    <a:pt x="2945" y="25404"/>
                    <a:pt x="2999" y="25431"/>
                  </a:cubicBezTo>
                  <a:cubicBezTo>
                    <a:pt x="4952" y="26394"/>
                    <a:pt x="6157" y="28348"/>
                    <a:pt x="6157" y="30543"/>
                  </a:cubicBezTo>
                  <a:cubicBezTo>
                    <a:pt x="6157" y="32711"/>
                    <a:pt x="4952" y="34665"/>
                    <a:pt x="2999" y="35628"/>
                  </a:cubicBezTo>
                  <a:cubicBezTo>
                    <a:pt x="2945" y="35655"/>
                    <a:pt x="2918" y="35709"/>
                    <a:pt x="2918" y="35762"/>
                  </a:cubicBezTo>
                  <a:cubicBezTo>
                    <a:pt x="3079" y="37823"/>
                    <a:pt x="1607" y="39643"/>
                    <a:pt x="81" y="40553"/>
                  </a:cubicBezTo>
                  <a:cubicBezTo>
                    <a:pt x="54" y="40553"/>
                    <a:pt x="28" y="40580"/>
                    <a:pt x="1" y="40633"/>
                  </a:cubicBezTo>
                  <a:cubicBezTo>
                    <a:pt x="1" y="40687"/>
                    <a:pt x="28" y="40741"/>
                    <a:pt x="54" y="40767"/>
                  </a:cubicBezTo>
                  <a:cubicBezTo>
                    <a:pt x="1794" y="41784"/>
                    <a:pt x="2918" y="43658"/>
                    <a:pt x="2918" y="45532"/>
                  </a:cubicBezTo>
                  <a:cubicBezTo>
                    <a:pt x="2918" y="45558"/>
                    <a:pt x="2918" y="45558"/>
                    <a:pt x="2918" y="45585"/>
                  </a:cubicBezTo>
                  <a:cubicBezTo>
                    <a:pt x="2918" y="45612"/>
                    <a:pt x="2945" y="45665"/>
                    <a:pt x="2999" y="45692"/>
                  </a:cubicBezTo>
                  <a:cubicBezTo>
                    <a:pt x="4952" y="46656"/>
                    <a:pt x="6157" y="48636"/>
                    <a:pt x="6157" y="50804"/>
                  </a:cubicBezTo>
                  <a:cubicBezTo>
                    <a:pt x="6157" y="52972"/>
                    <a:pt x="4952" y="54926"/>
                    <a:pt x="2999" y="55917"/>
                  </a:cubicBezTo>
                  <a:cubicBezTo>
                    <a:pt x="2945" y="55917"/>
                    <a:pt x="2918" y="55970"/>
                    <a:pt x="2918" y="56024"/>
                  </a:cubicBezTo>
                  <a:cubicBezTo>
                    <a:pt x="2865" y="58004"/>
                    <a:pt x="1821" y="59798"/>
                    <a:pt x="81" y="60815"/>
                  </a:cubicBezTo>
                  <a:cubicBezTo>
                    <a:pt x="54" y="60815"/>
                    <a:pt x="28" y="60868"/>
                    <a:pt x="1" y="60895"/>
                  </a:cubicBezTo>
                  <a:cubicBezTo>
                    <a:pt x="1" y="60949"/>
                    <a:pt x="28" y="61002"/>
                    <a:pt x="54" y="61029"/>
                  </a:cubicBezTo>
                  <a:cubicBezTo>
                    <a:pt x="1794" y="62046"/>
                    <a:pt x="2865" y="63839"/>
                    <a:pt x="2918" y="65847"/>
                  </a:cubicBezTo>
                  <a:cubicBezTo>
                    <a:pt x="2918" y="65900"/>
                    <a:pt x="2945" y="65927"/>
                    <a:pt x="2999" y="65954"/>
                  </a:cubicBezTo>
                  <a:cubicBezTo>
                    <a:pt x="4952" y="66944"/>
                    <a:pt x="6157" y="68898"/>
                    <a:pt x="6157" y="71066"/>
                  </a:cubicBezTo>
                  <a:cubicBezTo>
                    <a:pt x="6157" y="73234"/>
                    <a:pt x="4952" y="75188"/>
                    <a:pt x="2999" y="76178"/>
                  </a:cubicBezTo>
                  <a:cubicBezTo>
                    <a:pt x="2945" y="76178"/>
                    <a:pt x="2918" y="76232"/>
                    <a:pt x="2918" y="76285"/>
                  </a:cubicBezTo>
                  <a:cubicBezTo>
                    <a:pt x="2865" y="78293"/>
                    <a:pt x="1821" y="80086"/>
                    <a:pt x="81" y="81076"/>
                  </a:cubicBezTo>
                  <a:cubicBezTo>
                    <a:pt x="1" y="81130"/>
                    <a:pt x="1" y="81183"/>
                    <a:pt x="28" y="81264"/>
                  </a:cubicBezTo>
                  <a:cubicBezTo>
                    <a:pt x="44" y="81297"/>
                    <a:pt x="81" y="81320"/>
                    <a:pt x="120" y="81320"/>
                  </a:cubicBezTo>
                  <a:cubicBezTo>
                    <a:pt x="143" y="81320"/>
                    <a:pt x="168" y="81311"/>
                    <a:pt x="188" y="81290"/>
                  </a:cubicBezTo>
                  <a:cubicBezTo>
                    <a:pt x="1981" y="80273"/>
                    <a:pt x="3106" y="78427"/>
                    <a:pt x="3159" y="76366"/>
                  </a:cubicBezTo>
                  <a:cubicBezTo>
                    <a:pt x="5167" y="75322"/>
                    <a:pt x="6398" y="73314"/>
                    <a:pt x="6398" y="71066"/>
                  </a:cubicBezTo>
                  <a:cubicBezTo>
                    <a:pt x="6398" y="68818"/>
                    <a:pt x="5167" y="66784"/>
                    <a:pt x="3159" y="65766"/>
                  </a:cubicBezTo>
                  <a:cubicBezTo>
                    <a:pt x="3106" y="63786"/>
                    <a:pt x="2062" y="61992"/>
                    <a:pt x="376" y="60922"/>
                  </a:cubicBezTo>
                  <a:cubicBezTo>
                    <a:pt x="2062" y="59878"/>
                    <a:pt x="3106" y="58085"/>
                    <a:pt x="3159" y="56104"/>
                  </a:cubicBezTo>
                  <a:cubicBezTo>
                    <a:pt x="5167" y="55060"/>
                    <a:pt x="6398" y="53053"/>
                    <a:pt x="6398" y="50804"/>
                  </a:cubicBezTo>
                  <a:cubicBezTo>
                    <a:pt x="6398" y="48556"/>
                    <a:pt x="5167" y="46522"/>
                    <a:pt x="3159" y="45505"/>
                  </a:cubicBezTo>
                  <a:cubicBezTo>
                    <a:pt x="3159" y="43604"/>
                    <a:pt x="2062" y="41731"/>
                    <a:pt x="376" y="40660"/>
                  </a:cubicBezTo>
                  <a:cubicBezTo>
                    <a:pt x="1901" y="39723"/>
                    <a:pt x="3293" y="37903"/>
                    <a:pt x="3186" y="35816"/>
                  </a:cubicBezTo>
                  <a:cubicBezTo>
                    <a:pt x="5167" y="34799"/>
                    <a:pt x="6398" y="32764"/>
                    <a:pt x="6398" y="30543"/>
                  </a:cubicBezTo>
                  <a:cubicBezTo>
                    <a:pt x="6398" y="28295"/>
                    <a:pt x="5167" y="26260"/>
                    <a:pt x="3159" y="25243"/>
                  </a:cubicBezTo>
                  <a:cubicBezTo>
                    <a:pt x="3079" y="23236"/>
                    <a:pt x="2035" y="21443"/>
                    <a:pt x="376" y="20399"/>
                  </a:cubicBezTo>
                  <a:cubicBezTo>
                    <a:pt x="2089" y="19328"/>
                    <a:pt x="3186" y="17401"/>
                    <a:pt x="3186" y="15554"/>
                  </a:cubicBezTo>
                  <a:cubicBezTo>
                    <a:pt x="5167" y="14537"/>
                    <a:pt x="6398" y="12503"/>
                    <a:pt x="6398" y="10255"/>
                  </a:cubicBezTo>
                  <a:cubicBezTo>
                    <a:pt x="6398" y="8033"/>
                    <a:pt x="5167" y="5999"/>
                    <a:pt x="3186" y="4982"/>
                  </a:cubicBezTo>
                  <a:lnTo>
                    <a:pt x="3186" y="4955"/>
                  </a:lnTo>
                  <a:cubicBezTo>
                    <a:pt x="3186" y="3028"/>
                    <a:pt x="1981" y="1074"/>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 name="Google Shape;1753;p195"/>
            <p:cNvSpPr/>
            <p:nvPr/>
          </p:nvSpPr>
          <p:spPr>
            <a:xfrm>
              <a:off x="224725" y="818875"/>
              <a:ext cx="159950" cy="2032875"/>
            </a:xfrm>
            <a:custGeom>
              <a:rect b="b" l="l" r="r" t="t"/>
              <a:pathLst>
                <a:path extrusionOk="0" h="81315" w="6398">
                  <a:moveTo>
                    <a:pt x="129" y="1"/>
                  </a:moveTo>
                  <a:cubicBezTo>
                    <a:pt x="83" y="1"/>
                    <a:pt x="44" y="20"/>
                    <a:pt x="27" y="70"/>
                  </a:cubicBezTo>
                  <a:cubicBezTo>
                    <a:pt x="27" y="70"/>
                    <a:pt x="1" y="97"/>
                    <a:pt x="1" y="124"/>
                  </a:cubicBezTo>
                  <a:cubicBezTo>
                    <a:pt x="1" y="178"/>
                    <a:pt x="27" y="204"/>
                    <a:pt x="81" y="231"/>
                  </a:cubicBezTo>
                  <a:cubicBezTo>
                    <a:pt x="1821" y="1248"/>
                    <a:pt x="2972" y="3175"/>
                    <a:pt x="2918" y="5022"/>
                  </a:cubicBezTo>
                  <a:cubicBezTo>
                    <a:pt x="2945" y="5076"/>
                    <a:pt x="2945" y="5129"/>
                    <a:pt x="2998" y="5156"/>
                  </a:cubicBezTo>
                  <a:cubicBezTo>
                    <a:pt x="4952" y="6119"/>
                    <a:pt x="6157" y="8073"/>
                    <a:pt x="6157" y="10268"/>
                  </a:cubicBezTo>
                  <a:cubicBezTo>
                    <a:pt x="6157" y="12436"/>
                    <a:pt x="4952" y="14390"/>
                    <a:pt x="2998" y="15354"/>
                  </a:cubicBezTo>
                  <a:cubicBezTo>
                    <a:pt x="2945" y="15380"/>
                    <a:pt x="2918" y="15461"/>
                    <a:pt x="2918" y="15487"/>
                  </a:cubicBezTo>
                  <a:cubicBezTo>
                    <a:pt x="2998" y="17334"/>
                    <a:pt x="1848" y="19235"/>
                    <a:pt x="108" y="20278"/>
                  </a:cubicBezTo>
                  <a:cubicBezTo>
                    <a:pt x="54" y="20278"/>
                    <a:pt x="27" y="20305"/>
                    <a:pt x="27" y="20359"/>
                  </a:cubicBezTo>
                  <a:cubicBezTo>
                    <a:pt x="1" y="20412"/>
                    <a:pt x="27" y="20466"/>
                    <a:pt x="81" y="20493"/>
                  </a:cubicBezTo>
                  <a:cubicBezTo>
                    <a:pt x="1794" y="21510"/>
                    <a:pt x="2865" y="23303"/>
                    <a:pt x="2918" y="25310"/>
                  </a:cubicBezTo>
                  <a:cubicBezTo>
                    <a:pt x="2945" y="25364"/>
                    <a:pt x="2972"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106" y="37837"/>
                    <a:pt x="1633" y="39630"/>
                    <a:pt x="108" y="40540"/>
                  </a:cubicBezTo>
                  <a:cubicBezTo>
                    <a:pt x="54" y="40540"/>
                    <a:pt x="27" y="40594"/>
                    <a:pt x="27" y="40620"/>
                  </a:cubicBezTo>
                  <a:cubicBezTo>
                    <a:pt x="1" y="40674"/>
                    <a:pt x="27"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108" y="60802"/>
                  </a:cubicBezTo>
                  <a:cubicBezTo>
                    <a:pt x="54" y="60828"/>
                    <a:pt x="27" y="60855"/>
                    <a:pt x="27" y="60882"/>
                  </a:cubicBezTo>
                  <a:cubicBezTo>
                    <a:pt x="1" y="60935"/>
                    <a:pt x="27"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7" y="81117"/>
                    <a:pt x="1" y="81197"/>
                    <a:pt x="27" y="81251"/>
                  </a:cubicBezTo>
                  <a:cubicBezTo>
                    <a:pt x="67" y="81290"/>
                    <a:pt x="106" y="81315"/>
                    <a:pt x="156" y="81315"/>
                  </a:cubicBezTo>
                  <a:cubicBezTo>
                    <a:pt x="174" y="81315"/>
                    <a:pt x="193" y="81311"/>
                    <a:pt x="215" y="81304"/>
                  </a:cubicBezTo>
                  <a:cubicBezTo>
                    <a:pt x="2008" y="80260"/>
                    <a:pt x="3106" y="78413"/>
                    <a:pt x="3186" y="76352"/>
                  </a:cubicBezTo>
                  <a:cubicBezTo>
                    <a:pt x="5166" y="75309"/>
                    <a:pt x="6398" y="73301"/>
                    <a:pt x="6398" y="71053"/>
                  </a:cubicBezTo>
                  <a:cubicBezTo>
                    <a:pt x="6398" y="68805"/>
                    <a:pt x="5166" y="66797"/>
                    <a:pt x="3186" y="65753"/>
                  </a:cubicBezTo>
                  <a:cubicBezTo>
                    <a:pt x="3106" y="63773"/>
                    <a:pt x="2062" y="61979"/>
                    <a:pt x="375" y="60909"/>
                  </a:cubicBezTo>
                  <a:cubicBezTo>
                    <a:pt x="2062" y="59865"/>
                    <a:pt x="3106" y="58072"/>
                    <a:pt x="3186" y="56091"/>
                  </a:cubicBezTo>
                  <a:cubicBezTo>
                    <a:pt x="5166" y="55047"/>
                    <a:pt x="6398" y="53040"/>
                    <a:pt x="6398" y="50791"/>
                  </a:cubicBezTo>
                  <a:cubicBezTo>
                    <a:pt x="6398" y="48543"/>
                    <a:pt x="5166" y="46536"/>
                    <a:pt x="3186" y="45492"/>
                  </a:cubicBezTo>
                  <a:cubicBezTo>
                    <a:pt x="3159" y="43591"/>
                    <a:pt x="2088" y="41718"/>
                    <a:pt x="375" y="40647"/>
                  </a:cubicBezTo>
                  <a:cubicBezTo>
                    <a:pt x="1901" y="39710"/>
                    <a:pt x="3320" y="37890"/>
                    <a:pt x="3186" y="35829"/>
                  </a:cubicBezTo>
                  <a:cubicBezTo>
                    <a:pt x="5166" y="34785"/>
                    <a:pt x="6398" y="32751"/>
                    <a:pt x="6398" y="30530"/>
                  </a:cubicBezTo>
                  <a:cubicBezTo>
                    <a:pt x="6398" y="28281"/>
                    <a:pt x="5166" y="26247"/>
                    <a:pt x="3186" y="25230"/>
                  </a:cubicBezTo>
                  <a:cubicBezTo>
                    <a:pt x="3079" y="23223"/>
                    <a:pt x="2062" y="21429"/>
                    <a:pt x="375" y="20386"/>
                  </a:cubicBezTo>
                  <a:cubicBezTo>
                    <a:pt x="2088" y="19315"/>
                    <a:pt x="3186" y="17441"/>
                    <a:pt x="3186" y="15595"/>
                  </a:cubicBezTo>
                  <a:cubicBezTo>
                    <a:pt x="3186" y="15595"/>
                    <a:pt x="3186" y="15568"/>
                    <a:pt x="3186" y="15541"/>
                  </a:cubicBezTo>
                  <a:cubicBezTo>
                    <a:pt x="5166" y="14524"/>
                    <a:pt x="6398" y="12490"/>
                    <a:pt x="6398" y="10268"/>
                  </a:cubicBezTo>
                  <a:cubicBezTo>
                    <a:pt x="6398" y="8020"/>
                    <a:pt x="5166" y="5986"/>
                    <a:pt x="3186" y="4969"/>
                  </a:cubicBezTo>
                  <a:lnTo>
                    <a:pt x="3186" y="4942"/>
                  </a:lnTo>
                  <a:cubicBezTo>
                    <a:pt x="3186" y="3041"/>
                    <a:pt x="1981" y="1061"/>
                    <a:pt x="215" y="17"/>
                  </a:cubicBezTo>
                  <a:cubicBezTo>
                    <a:pt x="185" y="7"/>
                    <a:pt x="156" y="1"/>
                    <a:pt x="1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 name="Google Shape;1754;p195"/>
            <p:cNvSpPr/>
            <p:nvPr/>
          </p:nvSpPr>
          <p:spPr>
            <a:xfrm>
              <a:off x="1914975" y="2593575"/>
              <a:ext cx="160625" cy="2032875"/>
            </a:xfrm>
            <a:custGeom>
              <a:rect b="b" l="l" r="r" t="t"/>
              <a:pathLst>
                <a:path extrusionOk="0" h="81315" w="6425">
                  <a:moveTo>
                    <a:pt x="151" y="1"/>
                  </a:moveTo>
                  <a:cubicBezTo>
                    <a:pt x="95" y="1"/>
                    <a:pt x="47" y="26"/>
                    <a:pt x="27" y="65"/>
                  </a:cubicBezTo>
                  <a:cubicBezTo>
                    <a:pt x="27" y="92"/>
                    <a:pt x="27" y="118"/>
                    <a:pt x="27" y="118"/>
                  </a:cubicBezTo>
                  <a:cubicBezTo>
                    <a:pt x="27" y="172"/>
                    <a:pt x="27"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45" y="15402"/>
                    <a:pt x="2945" y="15428"/>
                    <a:pt x="2945" y="15482"/>
                  </a:cubicBezTo>
                  <a:cubicBezTo>
                    <a:pt x="2998" y="17355"/>
                    <a:pt x="1848"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45" y="35663"/>
                    <a:pt x="2918" y="35717"/>
                    <a:pt x="2945" y="35770"/>
                  </a:cubicBezTo>
                  <a:cubicBezTo>
                    <a:pt x="3106"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45"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6" y="78408"/>
                    <a:pt x="3186" y="76347"/>
                  </a:cubicBezTo>
                  <a:cubicBezTo>
                    <a:pt x="5166" y="75330"/>
                    <a:pt x="6424" y="73296"/>
                    <a:pt x="6424" y="71047"/>
                  </a:cubicBezTo>
                  <a:cubicBezTo>
                    <a:pt x="6424" y="68826"/>
                    <a:pt x="5166" y="66792"/>
                    <a:pt x="3186" y="65748"/>
                  </a:cubicBezTo>
                  <a:cubicBezTo>
                    <a:pt x="3106" y="63767"/>
                    <a:pt x="2062" y="61974"/>
                    <a:pt x="375" y="60930"/>
                  </a:cubicBezTo>
                  <a:cubicBezTo>
                    <a:pt x="2062" y="59859"/>
                    <a:pt x="3106" y="58093"/>
                    <a:pt x="3186" y="56085"/>
                  </a:cubicBezTo>
                  <a:cubicBezTo>
                    <a:pt x="5166" y="55068"/>
                    <a:pt x="6424" y="53034"/>
                    <a:pt x="6424" y="50786"/>
                  </a:cubicBezTo>
                  <a:cubicBezTo>
                    <a:pt x="6424" y="48537"/>
                    <a:pt x="5166" y="46530"/>
                    <a:pt x="3186" y="45486"/>
                  </a:cubicBezTo>
                  <a:cubicBezTo>
                    <a:pt x="3159" y="43586"/>
                    <a:pt x="2088" y="41739"/>
                    <a:pt x="375" y="40668"/>
                  </a:cubicBezTo>
                  <a:cubicBezTo>
                    <a:pt x="1901" y="39705"/>
                    <a:pt x="3320" y="37885"/>
                    <a:pt x="3186" y="35824"/>
                  </a:cubicBezTo>
                  <a:cubicBezTo>
                    <a:pt x="5193" y="34780"/>
                    <a:pt x="6424" y="32772"/>
                    <a:pt x="6424" y="30524"/>
                  </a:cubicBezTo>
                  <a:cubicBezTo>
                    <a:pt x="6424" y="28276"/>
                    <a:pt x="5166" y="26268"/>
                    <a:pt x="3186" y="25225"/>
                  </a:cubicBezTo>
                  <a:cubicBezTo>
                    <a:pt x="3106" y="23244"/>
                    <a:pt x="2062" y="21451"/>
                    <a:pt x="375" y="20407"/>
                  </a:cubicBezTo>
                  <a:cubicBezTo>
                    <a:pt x="2088" y="19336"/>
                    <a:pt x="3186" y="17436"/>
                    <a:pt x="3186" y="15616"/>
                  </a:cubicBezTo>
                  <a:cubicBezTo>
                    <a:pt x="3186" y="15589"/>
                    <a:pt x="3186" y="15562"/>
                    <a:pt x="3186" y="15562"/>
                  </a:cubicBezTo>
                  <a:cubicBezTo>
                    <a:pt x="5166" y="14518"/>
                    <a:pt x="6424" y="12511"/>
                    <a:pt x="6424" y="10263"/>
                  </a:cubicBezTo>
                  <a:cubicBezTo>
                    <a:pt x="6424" y="8014"/>
                    <a:pt x="5166" y="6007"/>
                    <a:pt x="3186" y="4963"/>
                  </a:cubicBezTo>
                  <a:cubicBezTo>
                    <a:pt x="3186" y="3036"/>
                    <a:pt x="2008" y="1055"/>
                    <a:pt x="215" y="11"/>
                  </a:cubicBezTo>
                  <a:cubicBezTo>
                    <a:pt x="193" y="4"/>
                    <a:pt x="172" y="1"/>
                    <a:pt x="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 name="Google Shape;1755;p195"/>
            <p:cNvSpPr/>
            <p:nvPr/>
          </p:nvSpPr>
          <p:spPr>
            <a:xfrm>
              <a:off x="1761075" y="2845375"/>
              <a:ext cx="160625" cy="2032675"/>
            </a:xfrm>
            <a:custGeom>
              <a:rect b="b" l="l" r="r" t="t"/>
              <a:pathLst>
                <a:path extrusionOk="0" h="81307" w="6425">
                  <a:moveTo>
                    <a:pt x="146" y="1"/>
                  </a:moveTo>
                  <a:cubicBezTo>
                    <a:pt x="108" y="1"/>
                    <a:pt x="71" y="24"/>
                    <a:pt x="54" y="57"/>
                  </a:cubicBezTo>
                  <a:cubicBezTo>
                    <a:pt x="27" y="84"/>
                    <a:pt x="27" y="110"/>
                    <a:pt x="27" y="137"/>
                  </a:cubicBezTo>
                  <a:cubicBezTo>
                    <a:pt x="27" y="164"/>
                    <a:pt x="54" y="217"/>
                    <a:pt x="81" y="244"/>
                  </a:cubicBezTo>
                  <a:cubicBezTo>
                    <a:pt x="1821" y="1234"/>
                    <a:pt x="2972" y="3162"/>
                    <a:pt x="2945" y="5035"/>
                  </a:cubicBezTo>
                  <a:cubicBezTo>
                    <a:pt x="2945" y="5089"/>
                    <a:pt x="2972" y="5142"/>
                    <a:pt x="2998" y="5142"/>
                  </a:cubicBezTo>
                  <a:cubicBezTo>
                    <a:pt x="4952" y="6133"/>
                    <a:pt x="6183" y="8086"/>
                    <a:pt x="6183" y="10254"/>
                  </a:cubicBezTo>
                  <a:cubicBezTo>
                    <a:pt x="6183" y="12422"/>
                    <a:pt x="4952" y="14376"/>
                    <a:pt x="2998" y="15367"/>
                  </a:cubicBezTo>
                  <a:cubicBezTo>
                    <a:pt x="2972" y="15393"/>
                    <a:pt x="2945" y="15447"/>
                    <a:pt x="2945" y="15474"/>
                  </a:cubicBezTo>
                  <a:cubicBezTo>
                    <a:pt x="2998" y="17321"/>
                    <a:pt x="1847" y="19248"/>
                    <a:pt x="108" y="20265"/>
                  </a:cubicBezTo>
                  <a:cubicBezTo>
                    <a:pt x="81" y="20292"/>
                    <a:pt x="27" y="20318"/>
                    <a:pt x="27" y="20345"/>
                  </a:cubicBezTo>
                  <a:cubicBezTo>
                    <a:pt x="27" y="20425"/>
                    <a:pt x="27" y="20479"/>
                    <a:pt x="81" y="20506"/>
                  </a:cubicBezTo>
                  <a:cubicBezTo>
                    <a:pt x="1821" y="21496"/>
                    <a:pt x="2891" y="23289"/>
                    <a:pt x="2945" y="25297"/>
                  </a:cubicBezTo>
                  <a:cubicBezTo>
                    <a:pt x="2945" y="25350"/>
                    <a:pt x="2972" y="25404"/>
                    <a:pt x="2998" y="25404"/>
                  </a:cubicBezTo>
                  <a:cubicBezTo>
                    <a:pt x="4952" y="26394"/>
                    <a:pt x="6183" y="28348"/>
                    <a:pt x="6183" y="30516"/>
                  </a:cubicBezTo>
                  <a:cubicBezTo>
                    <a:pt x="6183" y="32684"/>
                    <a:pt x="4952" y="34665"/>
                    <a:pt x="2998" y="35628"/>
                  </a:cubicBezTo>
                  <a:cubicBezTo>
                    <a:pt x="2972" y="35655"/>
                    <a:pt x="2945" y="35709"/>
                    <a:pt x="2945" y="35762"/>
                  </a:cubicBezTo>
                  <a:cubicBezTo>
                    <a:pt x="3105" y="37823"/>
                    <a:pt x="1633" y="39643"/>
                    <a:pt x="108" y="40526"/>
                  </a:cubicBezTo>
                  <a:cubicBezTo>
                    <a:pt x="81" y="40553"/>
                    <a:pt x="27" y="40580"/>
                    <a:pt x="27" y="40633"/>
                  </a:cubicBezTo>
                  <a:cubicBezTo>
                    <a:pt x="27" y="40687"/>
                    <a:pt x="27" y="40741"/>
                    <a:pt x="81" y="40767"/>
                  </a:cubicBezTo>
                  <a:cubicBezTo>
                    <a:pt x="1821" y="41784"/>
                    <a:pt x="2945" y="43631"/>
                    <a:pt x="2945" y="45532"/>
                  </a:cubicBezTo>
                  <a:lnTo>
                    <a:pt x="2945" y="45558"/>
                  </a:lnTo>
                  <a:cubicBezTo>
                    <a:pt x="2945" y="45612"/>
                    <a:pt x="2972" y="45665"/>
                    <a:pt x="2998" y="45692"/>
                  </a:cubicBezTo>
                  <a:cubicBezTo>
                    <a:pt x="4952" y="46656"/>
                    <a:pt x="6183" y="48610"/>
                    <a:pt x="6183" y="50778"/>
                  </a:cubicBezTo>
                  <a:cubicBezTo>
                    <a:pt x="6183" y="52972"/>
                    <a:pt x="4952" y="54926"/>
                    <a:pt x="2998" y="55890"/>
                  </a:cubicBezTo>
                  <a:cubicBezTo>
                    <a:pt x="2972" y="55917"/>
                    <a:pt x="2945" y="55970"/>
                    <a:pt x="2945" y="55997"/>
                  </a:cubicBezTo>
                  <a:cubicBezTo>
                    <a:pt x="2891" y="58004"/>
                    <a:pt x="1847" y="59798"/>
                    <a:pt x="108" y="60815"/>
                  </a:cubicBezTo>
                  <a:cubicBezTo>
                    <a:pt x="81" y="60815"/>
                    <a:pt x="27" y="60841"/>
                    <a:pt x="27" y="60895"/>
                  </a:cubicBezTo>
                  <a:cubicBezTo>
                    <a:pt x="27" y="60949"/>
                    <a:pt x="27" y="61002"/>
                    <a:pt x="81" y="61029"/>
                  </a:cubicBezTo>
                  <a:cubicBezTo>
                    <a:pt x="1821" y="62046"/>
                    <a:pt x="2891" y="63839"/>
                    <a:pt x="2945" y="65847"/>
                  </a:cubicBezTo>
                  <a:cubicBezTo>
                    <a:pt x="2945" y="65873"/>
                    <a:pt x="2972" y="65927"/>
                    <a:pt x="2998" y="65954"/>
                  </a:cubicBezTo>
                  <a:cubicBezTo>
                    <a:pt x="4952" y="66917"/>
                    <a:pt x="6183" y="68871"/>
                    <a:pt x="6183" y="71066"/>
                  </a:cubicBezTo>
                  <a:cubicBezTo>
                    <a:pt x="6183" y="73234"/>
                    <a:pt x="4952" y="75188"/>
                    <a:pt x="2998" y="76151"/>
                  </a:cubicBezTo>
                  <a:cubicBezTo>
                    <a:pt x="2972" y="76178"/>
                    <a:pt x="2945" y="76232"/>
                    <a:pt x="2945" y="76285"/>
                  </a:cubicBezTo>
                  <a:cubicBezTo>
                    <a:pt x="2891" y="78266"/>
                    <a:pt x="1821" y="80059"/>
                    <a:pt x="81" y="81076"/>
                  </a:cubicBezTo>
                  <a:cubicBezTo>
                    <a:pt x="27" y="81103"/>
                    <a:pt x="1" y="81183"/>
                    <a:pt x="54" y="81237"/>
                  </a:cubicBezTo>
                  <a:cubicBezTo>
                    <a:pt x="71" y="81288"/>
                    <a:pt x="110" y="81306"/>
                    <a:pt x="149" y="81306"/>
                  </a:cubicBezTo>
                  <a:cubicBezTo>
                    <a:pt x="172" y="81306"/>
                    <a:pt x="195" y="81300"/>
                    <a:pt x="215" y="81290"/>
                  </a:cubicBezTo>
                  <a:cubicBezTo>
                    <a:pt x="2008" y="80247"/>
                    <a:pt x="3105" y="78400"/>
                    <a:pt x="3186" y="76366"/>
                  </a:cubicBezTo>
                  <a:cubicBezTo>
                    <a:pt x="5193" y="75322"/>
                    <a:pt x="6424" y="73288"/>
                    <a:pt x="6424" y="71066"/>
                  </a:cubicBezTo>
                  <a:cubicBezTo>
                    <a:pt x="6424" y="68818"/>
                    <a:pt x="5193" y="66783"/>
                    <a:pt x="3186" y="65766"/>
                  </a:cubicBezTo>
                  <a:cubicBezTo>
                    <a:pt x="3132" y="63759"/>
                    <a:pt x="2088" y="61992"/>
                    <a:pt x="402" y="60922"/>
                  </a:cubicBezTo>
                  <a:cubicBezTo>
                    <a:pt x="2088" y="59878"/>
                    <a:pt x="3132" y="58085"/>
                    <a:pt x="3186" y="56077"/>
                  </a:cubicBezTo>
                  <a:cubicBezTo>
                    <a:pt x="5193" y="55060"/>
                    <a:pt x="6424" y="53026"/>
                    <a:pt x="6424" y="50778"/>
                  </a:cubicBezTo>
                  <a:cubicBezTo>
                    <a:pt x="6424" y="48556"/>
                    <a:pt x="5193" y="46522"/>
                    <a:pt x="3186" y="45505"/>
                  </a:cubicBezTo>
                  <a:cubicBezTo>
                    <a:pt x="3186" y="43604"/>
                    <a:pt x="2088" y="41731"/>
                    <a:pt x="402" y="40660"/>
                  </a:cubicBezTo>
                  <a:cubicBezTo>
                    <a:pt x="1901" y="39697"/>
                    <a:pt x="3320" y="37877"/>
                    <a:pt x="3186" y="35816"/>
                  </a:cubicBezTo>
                  <a:cubicBezTo>
                    <a:pt x="5193" y="34799"/>
                    <a:pt x="6424" y="32764"/>
                    <a:pt x="6424" y="30516"/>
                  </a:cubicBezTo>
                  <a:cubicBezTo>
                    <a:pt x="6424" y="28268"/>
                    <a:pt x="5193" y="26260"/>
                    <a:pt x="3186" y="25216"/>
                  </a:cubicBezTo>
                  <a:cubicBezTo>
                    <a:pt x="3105" y="23236"/>
                    <a:pt x="2062" y="21442"/>
                    <a:pt x="402" y="20399"/>
                  </a:cubicBezTo>
                  <a:cubicBezTo>
                    <a:pt x="2115" y="19328"/>
                    <a:pt x="3212" y="17401"/>
                    <a:pt x="3186" y="15554"/>
                  </a:cubicBezTo>
                  <a:cubicBezTo>
                    <a:pt x="5193" y="14510"/>
                    <a:pt x="6424" y="12503"/>
                    <a:pt x="6424" y="10254"/>
                  </a:cubicBezTo>
                  <a:cubicBezTo>
                    <a:pt x="6424" y="8006"/>
                    <a:pt x="5193" y="5999"/>
                    <a:pt x="3186" y="4955"/>
                  </a:cubicBezTo>
                  <a:cubicBezTo>
                    <a:pt x="3186" y="3028"/>
                    <a:pt x="2008" y="1047"/>
                    <a:pt x="215" y="30"/>
                  </a:cubicBezTo>
                  <a:cubicBezTo>
                    <a:pt x="194" y="10"/>
                    <a:pt x="170"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 name="Google Shape;1756;p195"/>
            <p:cNvSpPr/>
            <p:nvPr/>
          </p:nvSpPr>
          <p:spPr>
            <a:xfrm>
              <a:off x="1607850" y="2593575"/>
              <a:ext cx="159950" cy="2032875"/>
            </a:xfrm>
            <a:custGeom>
              <a:rect b="b" l="l" r="r" t="t"/>
              <a:pathLst>
                <a:path extrusionOk="0" h="81315" w="6398">
                  <a:moveTo>
                    <a:pt x="140" y="1"/>
                  </a:moveTo>
                  <a:cubicBezTo>
                    <a:pt x="95" y="1"/>
                    <a:pt x="47" y="26"/>
                    <a:pt x="27" y="65"/>
                  </a:cubicBezTo>
                  <a:cubicBezTo>
                    <a:pt x="0"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71" y="17329"/>
                    <a:pt x="1847" y="19256"/>
                    <a:pt x="81" y="20273"/>
                  </a:cubicBezTo>
                  <a:cubicBezTo>
                    <a:pt x="54" y="20300"/>
                    <a:pt x="27" y="20326"/>
                    <a:pt x="0"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0" y="40615"/>
                  </a:cubicBezTo>
                  <a:cubicBezTo>
                    <a:pt x="0" y="40668"/>
                    <a:pt x="27" y="40749"/>
                    <a:pt x="81" y="40775"/>
                  </a:cubicBezTo>
                  <a:cubicBezTo>
                    <a:pt x="1820" y="41766"/>
                    <a:pt x="2918" y="43639"/>
                    <a:pt x="2918" y="45540"/>
                  </a:cubicBezTo>
                  <a:cubicBezTo>
                    <a:pt x="2918" y="45540"/>
                    <a:pt x="2918" y="45566"/>
                    <a:pt x="2918" y="45566"/>
                  </a:cubicBez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64" y="58012"/>
                    <a:pt x="1820" y="59806"/>
                    <a:pt x="81" y="60796"/>
                  </a:cubicBezTo>
                  <a:cubicBezTo>
                    <a:pt x="54" y="60823"/>
                    <a:pt x="27" y="60850"/>
                    <a:pt x="0" y="60903"/>
                  </a:cubicBezTo>
                  <a:cubicBezTo>
                    <a:pt x="0" y="60957"/>
                    <a:pt x="27" y="61010"/>
                    <a:pt x="81" y="61037"/>
                  </a:cubicBezTo>
                  <a:cubicBezTo>
                    <a:pt x="1820" y="62054"/>
                    <a:pt x="2864"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64" y="78274"/>
                    <a:pt x="1820" y="80067"/>
                    <a:pt x="81" y="81084"/>
                  </a:cubicBezTo>
                  <a:cubicBezTo>
                    <a:pt x="27" y="81111"/>
                    <a:pt x="0" y="81191"/>
                    <a:pt x="27" y="81245"/>
                  </a:cubicBezTo>
                  <a:cubicBezTo>
                    <a:pt x="44" y="81296"/>
                    <a:pt x="82" y="81315"/>
                    <a:pt x="122" y="81315"/>
                  </a:cubicBezTo>
                  <a:cubicBezTo>
                    <a:pt x="145" y="81315"/>
                    <a:pt x="168" y="81308"/>
                    <a:pt x="188" y="81299"/>
                  </a:cubicBezTo>
                  <a:cubicBezTo>
                    <a:pt x="1981"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61"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61" y="19336"/>
                    <a:pt x="3185" y="17436"/>
                    <a:pt x="3185" y="15616"/>
                  </a:cubicBezTo>
                  <a:cubicBezTo>
                    <a:pt x="3185" y="15589"/>
                    <a:pt x="3185" y="15562"/>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 name="Google Shape;1757;p195"/>
            <p:cNvSpPr/>
            <p:nvPr/>
          </p:nvSpPr>
          <p:spPr>
            <a:xfrm>
              <a:off x="1453950" y="2845375"/>
              <a:ext cx="160600" cy="2032675"/>
            </a:xfrm>
            <a:custGeom>
              <a:rect b="b" l="l" r="r" t="t"/>
              <a:pathLst>
                <a:path extrusionOk="0" h="81307" w="6424">
                  <a:moveTo>
                    <a:pt x="133" y="1"/>
                  </a:moveTo>
                  <a:cubicBezTo>
                    <a:pt x="93" y="1"/>
                    <a:pt x="60" y="24"/>
                    <a:pt x="27" y="57"/>
                  </a:cubicBezTo>
                  <a:cubicBezTo>
                    <a:pt x="27" y="84"/>
                    <a:pt x="27" y="110"/>
                    <a:pt x="27" y="137"/>
                  </a:cubicBezTo>
                  <a:cubicBezTo>
                    <a:pt x="27" y="164"/>
                    <a:pt x="27" y="217"/>
                    <a:pt x="80" y="244"/>
                  </a:cubicBezTo>
                  <a:cubicBezTo>
                    <a:pt x="1820" y="1234"/>
                    <a:pt x="2971" y="3188"/>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20"/>
                    <a:pt x="2944" y="15474"/>
                  </a:cubicBezTo>
                  <a:cubicBezTo>
                    <a:pt x="2998" y="17347"/>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44" y="35655"/>
                    <a:pt x="2918"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cubicBezTo>
                    <a:pt x="2944" y="45558"/>
                    <a:pt x="2944" y="45558"/>
                    <a:pt x="2944" y="45558"/>
                  </a:cubicBez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27" y="81237"/>
                  </a:cubicBezTo>
                  <a:cubicBezTo>
                    <a:pt x="61" y="81288"/>
                    <a:pt x="106" y="81306"/>
                    <a:pt x="147" y="81306"/>
                  </a:cubicBezTo>
                  <a:cubicBezTo>
                    <a:pt x="172" y="81306"/>
                    <a:pt x="195" y="81300"/>
                    <a:pt x="214" y="81290"/>
                  </a:cubicBezTo>
                  <a:cubicBezTo>
                    <a:pt x="2008" y="80247"/>
                    <a:pt x="3105" y="78400"/>
                    <a:pt x="3185" y="76366"/>
                  </a:cubicBezTo>
                  <a:cubicBezTo>
                    <a:pt x="5166" y="75322"/>
                    <a:pt x="6424" y="73288"/>
                    <a:pt x="6424" y="71066"/>
                  </a:cubicBezTo>
                  <a:cubicBezTo>
                    <a:pt x="6424" y="68818"/>
                    <a:pt x="5166" y="66783"/>
                    <a:pt x="3185" y="65766"/>
                  </a:cubicBezTo>
                  <a:cubicBezTo>
                    <a:pt x="3105" y="63759"/>
                    <a:pt x="2061" y="61992"/>
                    <a:pt x="375" y="60922"/>
                  </a:cubicBezTo>
                  <a:cubicBezTo>
                    <a:pt x="2061" y="59878"/>
                    <a:pt x="3105" y="58085"/>
                    <a:pt x="3185" y="56077"/>
                  </a:cubicBezTo>
                  <a:cubicBezTo>
                    <a:pt x="5166" y="55060"/>
                    <a:pt x="6424" y="53026"/>
                    <a:pt x="6424" y="50778"/>
                  </a:cubicBezTo>
                  <a:cubicBezTo>
                    <a:pt x="6424" y="48556"/>
                    <a:pt x="5193" y="46522"/>
                    <a:pt x="3185" y="45505"/>
                  </a:cubicBezTo>
                  <a:cubicBezTo>
                    <a:pt x="3159" y="43604"/>
                    <a:pt x="2088" y="41731"/>
                    <a:pt x="375" y="40660"/>
                  </a:cubicBezTo>
                  <a:cubicBezTo>
                    <a:pt x="1901" y="39697"/>
                    <a:pt x="3319" y="37877"/>
                    <a:pt x="3185" y="35816"/>
                  </a:cubicBezTo>
                  <a:cubicBezTo>
                    <a:pt x="5193" y="34799"/>
                    <a:pt x="6424" y="32764"/>
                    <a:pt x="6424" y="30516"/>
                  </a:cubicBezTo>
                  <a:cubicBezTo>
                    <a:pt x="6424" y="28268"/>
                    <a:pt x="5166" y="26260"/>
                    <a:pt x="3185" y="25216"/>
                  </a:cubicBezTo>
                  <a:cubicBezTo>
                    <a:pt x="3105" y="23236"/>
                    <a:pt x="2061" y="21442"/>
                    <a:pt x="375"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84" y="10"/>
                    <a:pt x="157" y="1"/>
                    <a:pt x="1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 name="Google Shape;1758;p195"/>
            <p:cNvSpPr/>
            <p:nvPr/>
          </p:nvSpPr>
          <p:spPr>
            <a:xfrm>
              <a:off x="1300050" y="2593575"/>
              <a:ext cx="160600" cy="2032875"/>
            </a:xfrm>
            <a:custGeom>
              <a:rect b="b" l="l" r="r" t="t"/>
              <a:pathLst>
                <a:path extrusionOk="0" h="81315" w="6424">
                  <a:moveTo>
                    <a:pt x="167" y="1"/>
                  </a:moveTo>
                  <a:cubicBezTo>
                    <a:pt x="121" y="1"/>
                    <a:pt x="73" y="26"/>
                    <a:pt x="54" y="65"/>
                  </a:cubicBezTo>
                  <a:cubicBezTo>
                    <a:pt x="27" y="92"/>
                    <a:pt x="27" y="118"/>
                    <a:pt x="27" y="118"/>
                  </a:cubicBezTo>
                  <a:cubicBezTo>
                    <a:pt x="27" y="172"/>
                    <a:pt x="54" y="225"/>
                    <a:pt x="80" y="225"/>
                  </a:cubicBezTo>
                  <a:cubicBezTo>
                    <a:pt x="1820" y="1243"/>
                    <a:pt x="2971" y="3170"/>
                    <a:pt x="2944" y="5043"/>
                  </a:cubicBezTo>
                  <a:cubicBezTo>
                    <a:pt x="2944" y="5070"/>
                    <a:pt x="2971" y="5124"/>
                    <a:pt x="3025" y="5150"/>
                  </a:cubicBezTo>
                  <a:cubicBezTo>
                    <a:pt x="4952" y="6141"/>
                    <a:pt x="6183" y="8095"/>
                    <a:pt x="6183" y="10263"/>
                  </a:cubicBezTo>
                  <a:cubicBezTo>
                    <a:pt x="6183" y="12431"/>
                    <a:pt x="4952" y="14384"/>
                    <a:pt x="3025" y="15375"/>
                  </a:cubicBezTo>
                  <a:cubicBezTo>
                    <a:pt x="2971" y="15402"/>
                    <a:pt x="2944" y="15428"/>
                    <a:pt x="2944" y="15482"/>
                  </a:cubicBezTo>
                  <a:cubicBezTo>
                    <a:pt x="2998" y="17355"/>
                    <a:pt x="1847" y="19256"/>
                    <a:pt x="107" y="20273"/>
                  </a:cubicBezTo>
                  <a:cubicBezTo>
                    <a:pt x="80" y="20300"/>
                    <a:pt x="54" y="20326"/>
                    <a:pt x="27" y="20353"/>
                  </a:cubicBezTo>
                  <a:cubicBezTo>
                    <a:pt x="27" y="20407"/>
                    <a:pt x="27" y="20460"/>
                    <a:pt x="80" y="20514"/>
                  </a:cubicBezTo>
                  <a:cubicBezTo>
                    <a:pt x="1820" y="21504"/>
                    <a:pt x="2891" y="23297"/>
                    <a:pt x="2944" y="25305"/>
                  </a:cubicBezTo>
                  <a:cubicBezTo>
                    <a:pt x="2944" y="25358"/>
                    <a:pt x="2971" y="25385"/>
                    <a:pt x="3025" y="25412"/>
                  </a:cubicBezTo>
                  <a:cubicBezTo>
                    <a:pt x="4952" y="26402"/>
                    <a:pt x="6183" y="28356"/>
                    <a:pt x="6183" y="30524"/>
                  </a:cubicBezTo>
                  <a:cubicBezTo>
                    <a:pt x="6183" y="32692"/>
                    <a:pt x="4952" y="34646"/>
                    <a:pt x="3025" y="35636"/>
                  </a:cubicBezTo>
                  <a:cubicBezTo>
                    <a:pt x="2971" y="35663"/>
                    <a:pt x="2944" y="35717"/>
                    <a:pt x="2944" y="35770"/>
                  </a:cubicBezTo>
                  <a:cubicBezTo>
                    <a:pt x="3105" y="37831"/>
                    <a:pt x="1633" y="39651"/>
                    <a:pt x="107" y="40535"/>
                  </a:cubicBezTo>
                  <a:cubicBezTo>
                    <a:pt x="80" y="40561"/>
                    <a:pt x="54" y="40588"/>
                    <a:pt x="27" y="40615"/>
                  </a:cubicBezTo>
                  <a:cubicBezTo>
                    <a:pt x="27" y="40668"/>
                    <a:pt x="27" y="40749"/>
                    <a:pt x="80" y="40775"/>
                  </a:cubicBezTo>
                  <a:cubicBezTo>
                    <a:pt x="1820" y="41766"/>
                    <a:pt x="2944" y="43639"/>
                    <a:pt x="2944" y="45540"/>
                  </a:cubicBezTo>
                  <a:cubicBezTo>
                    <a:pt x="2944" y="45540"/>
                    <a:pt x="2944" y="45566"/>
                    <a:pt x="2944" y="45566"/>
                  </a:cubicBezTo>
                  <a:cubicBezTo>
                    <a:pt x="2944" y="45620"/>
                    <a:pt x="2971" y="45674"/>
                    <a:pt x="3025" y="45674"/>
                  </a:cubicBezTo>
                  <a:cubicBezTo>
                    <a:pt x="4952" y="46664"/>
                    <a:pt x="6183" y="48618"/>
                    <a:pt x="6183" y="50786"/>
                  </a:cubicBezTo>
                  <a:cubicBezTo>
                    <a:pt x="6183" y="52954"/>
                    <a:pt x="4952" y="54934"/>
                    <a:pt x="3025" y="55898"/>
                  </a:cubicBezTo>
                  <a:cubicBezTo>
                    <a:pt x="2971" y="55925"/>
                    <a:pt x="2944" y="55952"/>
                    <a:pt x="2944" y="56005"/>
                  </a:cubicBezTo>
                  <a:cubicBezTo>
                    <a:pt x="2891" y="58012"/>
                    <a:pt x="1847" y="59806"/>
                    <a:pt x="107" y="60796"/>
                  </a:cubicBezTo>
                  <a:cubicBezTo>
                    <a:pt x="80" y="60823"/>
                    <a:pt x="54" y="60850"/>
                    <a:pt x="27" y="60903"/>
                  </a:cubicBezTo>
                  <a:cubicBezTo>
                    <a:pt x="27" y="60957"/>
                    <a:pt x="27" y="61010"/>
                    <a:pt x="80" y="61037"/>
                  </a:cubicBezTo>
                  <a:cubicBezTo>
                    <a:pt x="1820" y="62054"/>
                    <a:pt x="2891" y="63847"/>
                    <a:pt x="2944" y="65828"/>
                  </a:cubicBezTo>
                  <a:cubicBezTo>
                    <a:pt x="2944" y="65882"/>
                    <a:pt x="2971" y="65935"/>
                    <a:pt x="3025" y="65962"/>
                  </a:cubicBezTo>
                  <a:cubicBezTo>
                    <a:pt x="4952" y="66925"/>
                    <a:pt x="6183" y="68879"/>
                    <a:pt x="6183" y="71047"/>
                  </a:cubicBezTo>
                  <a:cubicBezTo>
                    <a:pt x="6183" y="73242"/>
                    <a:pt x="4952" y="75196"/>
                    <a:pt x="3025" y="76160"/>
                  </a:cubicBezTo>
                  <a:cubicBezTo>
                    <a:pt x="2971" y="76186"/>
                    <a:pt x="2944" y="76240"/>
                    <a:pt x="2944" y="76267"/>
                  </a:cubicBezTo>
                  <a:cubicBezTo>
                    <a:pt x="2891" y="78274"/>
                    <a:pt x="1820" y="80067"/>
                    <a:pt x="80" y="81084"/>
                  </a:cubicBezTo>
                  <a:cubicBezTo>
                    <a:pt x="27" y="81111"/>
                    <a:pt x="0" y="81191"/>
                    <a:pt x="54" y="81245"/>
                  </a:cubicBezTo>
                  <a:cubicBezTo>
                    <a:pt x="71" y="81296"/>
                    <a:pt x="109" y="81315"/>
                    <a:pt x="149" y="81315"/>
                  </a:cubicBezTo>
                  <a:cubicBezTo>
                    <a:pt x="171" y="81315"/>
                    <a:pt x="195" y="81308"/>
                    <a:pt x="214" y="81299"/>
                  </a:cubicBezTo>
                  <a:cubicBezTo>
                    <a:pt x="2007" y="80255"/>
                    <a:pt x="3105" y="78408"/>
                    <a:pt x="3185" y="76347"/>
                  </a:cubicBezTo>
                  <a:cubicBezTo>
                    <a:pt x="5193" y="75330"/>
                    <a:pt x="6424" y="73296"/>
                    <a:pt x="6424" y="71047"/>
                  </a:cubicBezTo>
                  <a:cubicBezTo>
                    <a:pt x="6424" y="68826"/>
                    <a:pt x="5193" y="66792"/>
                    <a:pt x="3185" y="65748"/>
                  </a:cubicBezTo>
                  <a:cubicBezTo>
                    <a:pt x="3132" y="63767"/>
                    <a:pt x="2088" y="61974"/>
                    <a:pt x="402" y="60930"/>
                  </a:cubicBezTo>
                  <a:cubicBezTo>
                    <a:pt x="2088" y="59859"/>
                    <a:pt x="3132" y="58093"/>
                    <a:pt x="3185" y="56085"/>
                  </a:cubicBezTo>
                  <a:cubicBezTo>
                    <a:pt x="5193" y="55068"/>
                    <a:pt x="6424" y="53034"/>
                    <a:pt x="6424" y="50786"/>
                  </a:cubicBezTo>
                  <a:cubicBezTo>
                    <a:pt x="6424" y="48537"/>
                    <a:pt x="5193" y="46530"/>
                    <a:pt x="3185" y="45486"/>
                  </a:cubicBezTo>
                  <a:cubicBezTo>
                    <a:pt x="3185" y="43586"/>
                    <a:pt x="2088" y="41739"/>
                    <a:pt x="402" y="40668"/>
                  </a:cubicBezTo>
                  <a:cubicBezTo>
                    <a:pt x="1927" y="39705"/>
                    <a:pt x="3319" y="37885"/>
                    <a:pt x="3212" y="35824"/>
                  </a:cubicBezTo>
                  <a:cubicBezTo>
                    <a:pt x="5193" y="34780"/>
                    <a:pt x="6424" y="32772"/>
                    <a:pt x="6424" y="30524"/>
                  </a:cubicBezTo>
                  <a:cubicBezTo>
                    <a:pt x="6424" y="28276"/>
                    <a:pt x="5193" y="26268"/>
                    <a:pt x="3185" y="25225"/>
                  </a:cubicBezTo>
                  <a:cubicBezTo>
                    <a:pt x="3105" y="23244"/>
                    <a:pt x="2061" y="21451"/>
                    <a:pt x="402" y="20407"/>
                  </a:cubicBezTo>
                  <a:cubicBezTo>
                    <a:pt x="2088" y="19336"/>
                    <a:pt x="3185" y="17436"/>
                    <a:pt x="3185" y="15616"/>
                  </a:cubicBezTo>
                  <a:cubicBezTo>
                    <a:pt x="3185" y="15589"/>
                    <a:pt x="3185" y="15562"/>
                    <a:pt x="3185" y="15562"/>
                  </a:cubicBezTo>
                  <a:cubicBezTo>
                    <a:pt x="5193" y="14518"/>
                    <a:pt x="6424" y="12511"/>
                    <a:pt x="6424" y="10263"/>
                  </a:cubicBezTo>
                  <a:cubicBezTo>
                    <a:pt x="6424" y="8014"/>
                    <a:pt x="5193" y="6007"/>
                    <a:pt x="3185" y="4963"/>
                  </a:cubicBezTo>
                  <a:cubicBezTo>
                    <a:pt x="3185" y="3036"/>
                    <a:pt x="2007" y="1055"/>
                    <a:pt x="214"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 name="Google Shape;1759;p195"/>
            <p:cNvSpPr/>
            <p:nvPr/>
          </p:nvSpPr>
          <p:spPr>
            <a:xfrm>
              <a:off x="1146800" y="2845375"/>
              <a:ext cx="159950" cy="2032675"/>
            </a:xfrm>
            <a:custGeom>
              <a:rect b="b" l="l" r="r" t="t"/>
              <a:pathLst>
                <a:path extrusionOk="0" h="81307" w="6398">
                  <a:moveTo>
                    <a:pt x="120" y="1"/>
                  </a:moveTo>
                  <a:cubicBezTo>
                    <a:pt x="81" y="1"/>
                    <a:pt x="44" y="24"/>
                    <a:pt x="28" y="57"/>
                  </a:cubicBezTo>
                  <a:cubicBezTo>
                    <a:pt x="28" y="84"/>
                    <a:pt x="1" y="110"/>
                    <a:pt x="1" y="137"/>
                  </a:cubicBezTo>
                  <a:cubicBezTo>
                    <a:pt x="1" y="164"/>
                    <a:pt x="28" y="217"/>
                    <a:pt x="81" y="244"/>
                  </a:cubicBezTo>
                  <a:cubicBezTo>
                    <a:pt x="1821" y="1234"/>
                    <a:pt x="2972" y="3162"/>
                    <a:pt x="2918" y="5035"/>
                  </a:cubicBezTo>
                  <a:cubicBezTo>
                    <a:pt x="2918" y="5089"/>
                    <a:pt x="2945" y="5142"/>
                    <a:pt x="2998" y="5142"/>
                  </a:cubicBezTo>
                  <a:cubicBezTo>
                    <a:pt x="4952" y="6133"/>
                    <a:pt x="6157" y="8086"/>
                    <a:pt x="6157" y="10254"/>
                  </a:cubicBezTo>
                  <a:cubicBezTo>
                    <a:pt x="6157" y="12422"/>
                    <a:pt x="4952" y="14376"/>
                    <a:pt x="2998" y="15367"/>
                  </a:cubicBezTo>
                  <a:cubicBezTo>
                    <a:pt x="2945" y="15393"/>
                    <a:pt x="2918" y="15420"/>
                    <a:pt x="2918" y="15474"/>
                  </a:cubicBezTo>
                  <a:cubicBezTo>
                    <a:pt x="2972" y="17321"/>
                    <a:pt x="1848" y="19248"/>
                    <a:pt x="81" y="20265"/>
                  </a:cubicBezTo>
                  <a:cubicBezTo>
                    <a:pt x="54" y="20292"/>
                    <a:pt x="28" y="20318"/>
                    <a:pt x="1" y="20345"/>
                  </a:cubicBezTo>
                  <a:cubicBezTo>
                    <a:pt x="1" y="20425"/>
                    <a:pt x="28" y="20479"/>
                    <a:pt x="81" y="20506"/>
                  </a:cubicBezTo>
                  <a:cubicBezTo>
                    <a:pt x="1794" y="21496"/>
                    <a:pt x="2865" y="23289"/>
                    <a:pt x="2918" y="25297"/>
                  </a:cubicBezTo>
                  <a:cubicBezTo>
                    <a:pt x="2918" y="25350"/>
                    <a:pt x="2945"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079" y="37823"/>
                    <a:pt x="1633" y="39643"/>
                    <a:pt x="81" y="40526"/>
                  </a:cubicBezTo>
                  <a:cubicBezTo>
                    <a:pt x="54" y="40553"/>
                    <a:pt x="28" y="40580"/>
                    <a:pt x="1" y="40633"/>
                  </a:cubicBezTo>
                  <a:cubicBezTo>
                    <a:pt x="1" y="40687"/>
                    <a:pt x="28" y="40741"/>
                    <a:pt x="81" y="40767"/>
                  </a:cubicBezTo>
                  <a:cubicBezTo>
                    <a:pt x="1821" y="41784"/>
                    <a:pt x="2918" y="43631"/>
                    <a:pt x="2918" y="45532"/>
                  </a:cubicBezTo>
                  <a:cubicBezTo>
                    <a:pt x="2918" y="45532"/>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81" y="60815"/>
                  </a:cubicBezTo>
                  <a:cubicBezTo>
                    <a:pt x="54" y="60815"/>
                    <a:pt x="28" y="60841"/>
                    <a:pt x="1" y="60895"/>
                  </a:cubicBezTo>
                  <a:cubicBezTo>
                    <a:pt x="1" y="60949"/>
                    <a:pt x="28"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8" y="81103"/>
                    <a:pt x="1" y="81183"/>
                    <a:pt x="28" y="81237"/>
                  </a:cubicBezTo>
                  <a:cubicBezTo>
                    <a:pt x="44" y="81288"/>
                    <a:pt x="83" y="81306"/>
                    <a:pt x="129" y="81306"/>
                  </a:cubicBezTo>
                  <a:cubicBezTo>
                    <a:pt x="156" y="81306"/>
                    <a:pt x="185" y="81300"/>
                    <a:pt x="215" y="81290"/>
                  </a:cubicBezTo>
                  <a:cubicBezTo>
                    <a:pt x="1981" y="80247"/>
                    <a:pt x="3106" y="78400"/>
                    <a:pt x="3186" y="76366"/>
                  </a:cubicBezTo>
                  <a:cubicBezTo>
                    <a:pt x="5167" y="75322"/>
                    <a:pt x="6398" y="73288"/>
                    <a:pt x="6398" y="71066"/>
                  </a:cubicBezTo>
                  <a:cubicBezTo>
                    <a:pt x="6398" y="68818"/>
                    <a:pt x="5167" y="66783"/>
                    <a:pt x="3186" y="65766"/>
                  </a:cubicBezTo>
                  <a:cubicBezTo>
                    <a:pt x="3106" y="63759"/>
                    <a:pt x="2062" y="61992"/>
                    <a:pt x="375" y="60922"/>
                  </a:cubicBezTo>
                  <a:cubicBezTo>
                    <a:pt x="2062" y="59878"/>
                    <a:pt x="3106" y="58085"/>
                    <a:pt x="3186" y="56077"/>
                  </a:cubicBezTo>
                  <a:cubicBezTo>
                    <a:pt x="5167" y="55060"/>
                    <a:pt x="6398" y="53026"/>
                    <a:pt x="6398" y="50778"/>
                  </a:cubicBezTo>
                  <a:cubicBezTo>
                    <a:pt x="6398" y="48556"/>
                    <a:pt x="5167" y="46522"/>
                    <a:pt x="3186" y="45505"/>
                  </a:cubicBezTo>
                  <a:cubicBezTo>
                    <a:pt x="3159" y="43604"/>
                    <a:pt x="2088" y="41731"/>
                    <a:pt x="375" y="40660"/>
                  </a:cubicBezTo>
                  <a:cubicBezTo>
                    <a:pt x="1901" y="39697"/>
                    <a:pt x="3293" y="37877"/>
                    <a:pt x="3186" y="35816"/>
                  </a:cubicBezTo>
                  <a:cubicBezTo>
                    <a:pt x="5167" y="34799"/>
                    <a:pt x="6398" y="32764"/>
                    <a:pt x="6398" y="30516"/>
                  </a:cubicBezTo>
                  <a:cubicBezTo>
                    <a:pt x="6398" y="28268"/>
                    <a:pt x="5167" y="26260"/>
                    <a:pt x="3186" y="25216"/>
                  </a:cubicBezTo>
                  <a:cubicBezTo>
                    <a:pt x="3079" y="23236"/>
                    <a:pt x="2062" y="21442"/>
                    <a:pt x="375" y="20399"/>
                  </a:cubicBezTo>
                  <a:cubicBezTo>
                    <a:pt x="2088" y="19328"/>
                    <a:pt x="3186" y="17401"/>
                    <a:pt x="3186" y="15554"/>
                  </a:cubicBezTo>
                  <a:cubicBezTo>
                    <a:pt x="5167" y="14510"/>
                    <a:pt x="6398" y="12503"/>
                    <a:pt x="6398" y="10254"/>
                  </a:cubicBezTo>
                  <a:cubicBezTo>
                    <a:pt x="6398" y="8006"/>
                    <a:pt x="5167" y="5999"/>
                    <a:pt x="3186" y="4955"/>
                  </a:cubicBezTo>
                  <a:cubicBezTo>
                    <a:pt x="3186" y="3028"/>
                    <a:pt x="1981" y="1047"/>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 name="Google Shape;1760;p195"/>
            <p:cNvSpPr/>
            <p:nvPr/>
          </p:nvSpPr>
          <p:spPr>
            <a:xfrm>
              <a:off x="992900" y="2593575"/>
              <a:ext cx="160625" cy="2032875"/>
            </a:xfrm>
            <a:custGeom>
              <a:rect b="b" l="l" r="r" t="t"/>
              <a:pathLst>
                <a:path extrusionOk="0" h="81315" w="6425">
                  <a:moveTo>
                    <a:pt x="167" y="1"/>
                  </a:moveTo>
                  <a:cubicBezTo>
                    <a:pt x="120" y="1"/>
                    <a:pt x="67" y="26"/>
                    <a:pt x="27" y="65"/>
                  </a:cubicBezTo>
                  <a:cubicBezTo>
                    <a:pt x="27" y="92"/>
                    <a:pt x="27" y="118"/>
                    <a:pt x="27" y="118"/>
                  </a:cubicBezTo>
                  <a:cubicBezTo>
                    <a:pt x="27" y="172"/>
                    <a:pt x="54"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72" y="15402"/>
                    <a:pt x="2945" y="15428"/>
                    <a:pt x="2945" y="15482"/>
                  </a:cubicBezTo>
                  <a:cubicBezTo>
                    <a:pt x="2998" y="17329"/>
                    <a:pt x="1847"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72" y="35663"/>
                    <a:pt x="2945" y="35717"/>
                    <a:pt x="2945" y="35770"/>
                  </a:cubicBezTo>
                  <a:cubicBezTo>
                    <a:pt x="3105"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18"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5" y="78408"/>
                    <a:pt x="3186" y="76347"/>
                  </a:cubicBezTo>
                  <a:cubicBezTo>
                    <a:pt x="5193" y="75330"/>
                    <a:pt x="6424" y="73296"/>
                    <a:pt x="6424" y="71047"/>
                  </a:cubicBezTo>
                  <a:cubicBezTo>
                    <a:pt x="6424" y="68826"/>
                    <a:pt x="5193" y="66792"/>
                    <a:pt x="3186" y="65748"/>
                  </a:cubicBezTo>
                  <a:cubicBezTo>
                    <a:pt x="3105" y="63767"/>
                    <a:pt x="2088" y="61974"/>
                    <a:pt x="402" y="60930"/>
                  </a:cubicBezTo>
                  <a:cubicBezTo>
                    <a:pt x="2088" y="59859"/>
                    <a:pt x="3105" y="58093"/>
                    <a:pt x="3186" y="56085"/>
                  </a:cubicBezTo>
                  <a:cubicBezTo>
                    <a:pt x="5193" y="55068"/>
                    <a:pt x="6424" y="53034"/>
                    <a:pt x="6424" y="50786"/>
                  </a:cubicBezTo>
                  <a:cubicBezTo>
                    <a:pt x="6424" y="48537"/>
                    <a:pt x="5193" y="46530"/>
                    <a:pt x="3186" y="45486"/>
                  </a:cubicBezTo>
                  <a:cubicBezTo>
                    <a:pt x="3159" y="43586"/>
                    <a:pt x="2088" y="41739"/>
                    <a:pt x="402" y="40668"/>
                  </a:cubicBezTo>
                  <a:cubicBezTo>
                    <a:pt x="1901" y="39705"/>
                    <a:pt x="3320" y="37885"/>
                    <a:pt x="3186" y="35824"/>
                  </a:cubicBezTo>
                  <a:cubicBezTo>
                    <a:pt x="5193" y="34780"/>
                    <a:pt x="6424" y="32772"/>
                    <a:pt x="6424" y="30524"/>
                  </a:cubicBezTo>
                  <a:cubicBezTo>
                    <a:pt x="6424" y="28276"/>
                    <a:pt x="5193" y="26268"/>
                    <a:pt x="3186" y="25225"/>
                  </a:cubicBezTo>
                  <a:cubicBezTo>
                    <a:pt x="3105" y="23244"/>
                    <a:pt x="2062" y="21451"/>
                    <a:pt x="402" y="20407"/>
                  </a:cubicBezTo>
                  <a:cubicBezTo>
                    <a:pt x="2088" y="19336"/>
                    <a:pt x="3186" y="17436"/>
                    <a:pt x="3186" y="15616"/>
                  </a:cubicBezTo>
                  <a:cubicBezTo>
                    <a:pt x="3186" y="15589"/>
                    <a:pt x="3186" y="15562"/>
                    <a:pt x="3186" y="15562"/>
                  </a:cubicBezTo>
                  <a:cubicBezTo>
                    <a:pt x="5193" y="14518"/>
                    <a:pt x="6424" y="12511"/>
                    <a:pt x="6424" y="10263"/>
                  </a:cubicBezTo>
                  <a:cubicBezTo>
                    <a:pt x="6424" y="8014"/>
                    <a:pt x="5193" y="6007"/>
                    <a:pt x="3186" y="4963"/>
                  </a:cubicBezTo>
                  <a:cubicBezTo>
                    <a:pt x="3186" y="3036"/>
                    <a:pt x="2008" y="1055"/>
                    <a:pt x="215"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 name="Google Shape;1761;p195"/>
            <p:cNvSpPr/>
            <p:nvPr/>
          </p:nvSpPr>
          <p:spPr>
            <a:xfrm>
              <a:off x="839675" y="2845375"/>
              <a:ext cx="159950" cy="2032675"/>
            </a:xfrm>
            <a:custGeom>
              <a:rect b="b" l="l" r="r" t="t"/>
              <a:pathLst>
                <a:path extrusionOk="0" h="81307" w="6398">
                  <a:moveTo>
                    <a:pt x="119" y="1"/>
                  </a:moveTo>
                  <a:cubicBezTo>
                    <a:pt x="81" y="1"/>
                    <a:pt x="44" y="24"/>
                    <a:pt x="27" y="57"/>
                  </a:cubicBezTo>
                  <a:cubicBezTo>
                    <a:pt x="0" y="84"/>
                    <a:pt x="0" y="110"/>
                    <a:pt x="0" y="137"/>
                  </a:cubicBezTo>
                  <a:cubicBezTo>
                    <a:pt x="0" y="164"/>
                    <a:pt x="27" y="217"/>
                    <a:pt x="54" y="244"/>
                  </a:cubicBezTo>
                  <a:cubicBezTo>
                    <a:pt x="1794" y="1234"/>
                    <a:pt x="2971" y="3162"/>
                    <a:pt x="2918" y="5035"/>
                  </a:cubicBezTo>
                  <a:cubicBezTo>
                    <a:pt x="2918" y="5089"/>
                    <a:pt x="2945" y="5142"/>
                    <a:pt x="2998" y="5142"/>
                  </a:cubicBezTo>
                  <a:cubicBezTo>
                    <a:pt x="4925" y="6133"/>
                    <a:pt x="6156" y="8086"/>
                    <a:pt x="6156" y="10254"/>
                  </a:cubicBezTo>
                  <a:cubicBezTo>
                    <a:pt x="6156" y="12422"/>
                    <a:pt x="4925" y="14376"/>
                    <a:pt x="2998" y="15367"/>
                  </a:cubicBezTo>
                  <a:cubicBezTo>
                    <a:pt x="2945" y="15393"/>
                    <a:pt x="2918" y="15420"/>
                    <a:pt x="2918" y="15474"/>
                  </a:cubicBezTo>
                  <a:cubicBezTo>
                    <a:pt x="2971" y="17321"/>
                    <a:pt x="1847" y="19248"/>
                    <a:pt x="81" y="20265"/>
                  </a:cubicBezTo>
                  <a:cubicBezTo>
                    <a:pt x="54" y="20292"/>
                    <a:pt x="27" y="20318"/>
                    <a:pt x="0" y="20345"/>
                  </a:cubicBezTo>
                  <a:cubicBezTo>
                    <a:pt x="0" y="20425"/>
                    <a:pt x="27" y="20479"/>
                    <a:pt x="54" y="20506"/>
                  </a:cubicBezTo>
                  <a:cubicBezTo>
                    <a:pt x="1794" y="21496"/>
                    <a:pt x="2864" y="23289"/>
                    <a:pt x="2918" y="25297"/>
                  </a:cubicBezTo>
                  <a:cubicBezTo>
                    <a:pt x="2918" y="25350"/>
                    <a:pt x="2945" y="25404"/>
                    <a:pt x="2998" y="25404"/>
                  </a:cubicBezTo>
                  <a:cubicBezTo>
                    <a:pt x="4925" y="26394"/>
                    <a:pt x="6156" y="28348"/>
                    <a:pt x="6156" y="30516"/>
                  </a:cubicBezTo>
                  <a:cubicBezTo>
                    <a:pt x="6156" y="32684"/>
                    <a:pt x="4925" y="34665"/>
                    <a:pt x="2998" y="35628"/>
                  </a:cubicBezTo>
                  <a:cubicBezTo>
                    <a:pt x="2945" y="35655"/>
                    <a:pt x="2918" y="35709"/>
                    <a:pt x="2918" y="35762"/>
                  </a:cubicBezTo>
                  <a:cubicBezTo>
                    <a:pt x="3078" y="37823"/>
                    <a:pt x="1606" y="39643"/>
                    <a:pt x="81" y="40526"/>
                  </a:cubicBezTo>
                  <a:cubicBezTo>
                    <a:pt x="54" y="40553"/>
                    <a:pt x="27" y="40580"/>
                    <a:pt x="0" y="40633"/>
                  </a:cubicBezTo>
                  <a:cubicBezTo>
                    <a:pt x="0" y="40687"/>
                    <a:pt x="27" y="40741"/>
                    <a:pt x="54" y="40767"/>
                  </a:cubicBezTo>
                  <a:cubicBezTo>
                    <a:pt x="1794" y="41784"/>
                    <a:pt x="2918" y="43631"/>
                    <a:pt x="2918" y="45532"/>
                  </a:cubicBezTo>
                  <a:cubicBezTo>
                    <a:pt x="2918" y="45558"/>
                    <a:pt x="2918" y="45558"/>
                    <a:pt x="2918" y="45558"/>
                  </a:cubicBezTo>
                  <a:cubicBezTo>
                    <a:pt x="2918" y="45612"/>
                    <a:pt x="2945" y="45665"/>
                    <a:pt x="2998" y="45692"/>
                  </a:cubicBezTo>
                  <a:cubicBezTo>
                    <a:pt x="4925" y="46656"/>
                    <a:pt x="6156" y="48610"/>
                    <a:pt x="6156" y="50778"/>
                  </a:cubicBezTo>
                  <a:cubicBezTo>
                    <a:pt x="6156" y="52972"/>
                    <a:pt x="4925" y="54926"/>
                    <a:pt x="2998" y="55890"/>
                  </a:cubicBezTo>
                  <a:cubicBezTo>
                    <a:pt x="2945" y="55917"/>
                    <a:pt x="2918" y="55970"/>
                    <a:pt x="2918" y="55997"/>
                  </a:cubicBezTo>
                  <a:cubicBezTo>
                    <a:pt x="2864" y="58004"/>
                    <a:pt x="1820" y="59798"/>
                    <a:pt x="81" y="60815"/>
                  </a:cubicBezTo>
                  <a:cubicBezTo>
                    <a:pt x="54" y="60815"/>
                    <a:pt x="27" y="60841"/>
                    <a:pt x="0" y="60895"/>
                  </a:cubicBezTo>
                  <a:cubicBezTo>
                    <a:pt x="0" y="60949"/>
                    <a:pt x="27" y="61002"/>
                    <a:pt x="54" y="61029"/>
                  </a:cubicBezTo>
                  <a:cubicBezTo>
                    <a:pt x="1794" y="62046"/>
                    <a:pt x="2864" y="63839"/>
                    <a:pt x="2918" y="65847"/>
                  </a:cubicBezTo>
                  <a:cubicBezTo>
                    <a:pt x="2918" y="65873"/>
                    <a:pt x="2945" y="65927"/>
                    <a:pt x="2998" y="65954"/>
                  </a:cubicBezTo>
                  <a:cubicBezTo>
                    <a:pt x="4925" y="66917"/>
                    <a:pt x="6156" y="68871"/>
                    <a:pt x="6156" y="71066"/>
                  </a:cubicBezTo>
                  <a:cubicBezTo>
                    <a:pt x="6156" y="73234"/>
                    <a:pt x="4925" y="75188"/>
                    <a:pt x="2998" y="76151"/>
                  </a:cubicBezTo>
                  <a:cubicBezTo>
                    <a:pt x="2945" y="76178"/>
                    <a:pt x="2918" y="76232"/>
                    <a:pt x="2918" y="76285"/>
                  </a:cubicBezTo>
                  <a:cubicBezTo>
                    <a:pt x="2864" y="78266"/>
                    <a:pt x="1794" y="80059"/>
                    <a:pt x="81" y="81076"/>
                  </a:cubicBezTo>
                  <a:cubicBezTo>
                    <a:pt x="0" y="81103"/>
                    <a:pt x="0" y="81183"/>
                    <a:pt x="27" y="81237"/>
                  </a:cubicBezTo>
                  <a:cubicBezTo>
                    <a:pt x="44" y="81288"/>
                    <a:pt x="83" y="81306"/>
                    <a:pt x="122" y="81306"/>
                  </a:cubicBezTo>
                  <a:cubicBezTo>
                    <a:pt x="145" y="81306"/>
                    <a:pt x="168" y="81300"/>
                    <a:pt x="188" y="81290"/>
                  </a:cubicBezTo>
                  <a:cubicBezTo>
                    <a:pt x="1981" y="80247"/>
                    <a:pt x="3105" y="78400"/>
                    <a:pt x="3159" y="76366"/>
                  </a:cubicBezTo>
                  <a:cubicBezTo>
                    <a:pt x="5166" y="75322"/>
                    <a:pt x="6397" y="73288"/>
                    <a:pt x="6397" y="71066"/>
                  </a:cubicBezTo>
                  <a:cubicBezTo>
                    <a:pt x="6397" y="68818"/>
                    <a:pt x="5166" y="66783"/>
                    <a:pt x="3159" y="65766"/>
                  </a:cubicBezTo>
                  <a:cubicBezTo>
                    <a:pt x="3105" y="63759"/>
                    <a:pt x="2061" y="61992"/>
                    <a:pt x="375" y="60922"/>
                  </a:cubicBezTo>
                  <a:cubicBezTo>
                    <a:pt x="2061" y="59878"/>
                    <a:pt x="3105" y="58085"/>
                    <a:pt x="3159" y="56077"/>
                  </a:cubicBezTo>
                  <a:cubicBezTo>
                    <a:pt x="5166" y="55060"/>
                    <a:pt x="6397" y="53026"/>
                    <a:pt x="6397" y="50778"/>
                  </a:cubicBezTo>
                  <a:cubicBezTo>
                    <a:pt x="6397" y="48556"/>
                    <a:pt x="5166" y="46522"/>
                    <a:pt x="3159" y="45505"/>
                  </a:cubicBezTo>
                  <a:cubicBezTo>
                    <a:pt x="3159" y="43604"/>
                    <a:pt x="2061" y="41731"/>
                    <a:pt x="375" y="40660"/>
                  </a:cubicBezTo>
                  <a:cubicBezTo>
                    <a:pt x="1901" y="39697"/>
                    <a:pt x="3292" y="37877"/>
                    <a:pt x="3185" y="35816"/>
                  </a:cubicBezTo>
                  <a:cubicBezTo>
                    <a:pt x="5166" y="34799"/>
                    <a:pt x="6397" y="32764"/>
                    <a:pt x="6397" y="30516"/>
                  </a:cubicBezTo>
                  <a:cubicBezTo>
                    <a:pt x="6397" y="28268"/>
                    <a:pt x="5166" y="26260"/>
                    <a:pt x="3159" y="25216"/>
                  </a:cubicBezTo>
                  <a:cubicBezTo>
                    <a:pt x="3078" y="23236"/>
                    <a:pt x="2035" y="21442"/>
                    <a:pt x="375" y="20399"/>
                  </a:cubicBezTo>
                  <a:cubicBezTo>
                    <a:pt x="2061" y="19328"/>
                    <a:pt x="3159" y="17454"/>
                    <a:pt x="3159" y="15608"/>
                  </a:cubicBezTo>
                  <a:cubicBezTo>
                    <a:pt x="3159" y="15581"/>
                    <a:pt x="3159" y="15581"/>
                    <a:pt x="3159" y="15554"/>
                  </a:cubicBezTo>
                  <a:cubicBezTo>
                    <a:pt x="5166" y="14510"/>
                    <a:pt x="6397" y="12503"/>
                    <a:pt x="6397" y="10254"/>
                  </a:cubicBezTo>
                  <a:cubicBezTo>
                    <a:pt x="6397" y="8006"/>
                    <a:pt x="5166" y="5999"/>
                    <a:pt x="3159" y="4955"/>
                  </a:cubicBezTo>
                  <a:cubicBezTo>
                    <a:pt x="3159" y="3028"/>
                    <a:pt x="1981" y="1047"/>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 name="Google Shape;1762;p195"/>
            <p:cNvSpPr/>
            <p:nvPr/>
          </p:nvSpPr>
          <p:spPr>
            <a:xfrm>
              <a:off x="685775" y="2593575"/>
              <a:ext cx="159950" cy="2032875"/>
            </a:xfrm>
            <a:custGeom>
              <a:rect b="b" l="l" r="r" t="t"/>
              <a:pathLst>
                <a:path extrusionOk="0" h="81315" w="6398">
                  <a:moveTo>
                    <a:pt x="140" y="1"/>
                  </a:moveTo>
                  <a:cubicBezTo>
                    <a:pt x="95" y="1"/>
                    <a:pt x="47" y="26"/>
                    <a:pt x="27" y="65"/>
                  </a:cubicBezTo>
                  <a:cubicBezTo>
                    <a:pt x="27"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98" y="17329"/>
                    <a:pt x="1847" y="19256"/>
                    <a:pt x="81" y="20273"/>
                  </a:cubicBezTo>
                  <a:cubicBezTo>
                    <a:pt x="54" y="20300"/>
                    <a:pt x="27" y="20326"/>
                    <a:pt x="27"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27" y="40615"/>
                  </a:cubicBezTo>
                  <a:cubicBezTo>
                    <a:pt x="0" y="40668"/>
                    <a:pt x="27" y="40749"/>
                    <a:pt x="81" y="40775"/>
                  </a:cubicBezTo>
                  <a:cubicBezTo>
                    <a:pt x="1820" y="41766"/>
                    <a:pt x="2918" y="43639"/>
                    <a:pt x="2918" y="45540"/>
                  </a:cubicBezTo>
                  <a:lnTo>
                    <a:pt x="2918" y="45566"/>
                  </a:ln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91" y="58012"/>
                    <a:pt x="1820" y="59806"/>
                    <a:pt x="81" y="60796"/>
                  </a:cubicBezTo>
                  <a:cubicBezTo>
                    <a:pt x="54" y="60823"/>
                    <a:pt x="27" y="60850"/>
                    <a:pt x="27" y="60903"/>
                  </a:cubicBezTo>
                  <a:cubicBezTo>
                    <a:pt x="0" y="60957"/>
                    <a:pt x="27" y="61010"/>
                    <a:pt x="81" y="61037"/>
                  </a:cubicBezTo>
                  <a:cubicBezTo>
                    <a:pt x="1820" y="62054"/>
                    <a:pt x="2891"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91" y="78274"/>
                    <a:pt x="1820" y="80067"/>
                    <a:pt x="81" y="81084"/>
                  </a:cubicBezTo>
                  <a:cubicBezTo>
                    <a:pt x="27" y="81111"/>
                    <a:pt x="0" y="81191"/>
                    <a:pt x="27" y="81245"/>
                  </a:cubicBezTo>
                  <a:cubicBezTo>
                    <a:pt x="61" y="81296"/>
                    <a:pt x="95" y="81315"/>
                    <a:pt x="136" y="81315"/>
                  </a:cubicBezTo>
                  <a:cubicBezTo>
                    <a:pt x="159" y="81315"/>
                    <a:pt x="185" y="81308"/>
                    <a:pt x="214" y="81299"/>
                  </a:cubicBezTo>
                  <a:cubicBezTo>
                    <a:pt x="2008"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88"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88" y="19336"/>
                    <a:pt x="3185" y="17436"/>
                    <a:pt x="3185" y="15616"/>
                  </a:cubicBezTo>
                  <a:cubicBezTo>
                    <a:pt x="3185" y="15589"/>
                    <a:pt x="3185" y="15589"/>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195"/>
            <p:cNvSpPr/>
            <p:nvPr/>
          </p:nvSpPr>
          <p:spPr>
            <a:xfrm>
              <a:off x="531875" y="2845375"/>
              <a:ext cx="160600" cy="2032675"/>
            </a:xfrm>
            <a:custGeom>
              <a:rect b="b" l="l" r="r" t="t"/>
              <a:pathLst>
                <a:path extrusionOk="0" h="81307" w="6424">
                  <a:moveTo>
                    <a:pt x="144" y="1"/>
                  </a:moveTo>
                  <a:cubicBezTo>
                    <a:pt x="103" y="1"/>
                    <a:pt x="60" y="24"/>
                    <a:pt x="27" y="57"/>
                  </a:cubicBezTo>
                  <a:cubicBezTo>
                    <a:pt x="27" y="84"/>
                    <a:pt x="27" y="110"/>
                    <a:pt x="27" y="137"/>
                  </a:cubicBezTo>
                  <a:cubicBezTo>
                    <a:pt x="27" y="164"/>
                    <a:pt x="54" y="217"/>
                    <a:pt x="80" y="244"/>
                  </a:cubicBezTo>
                  <a:cubicBezTo>
                    <a:pt x="1820" y="1234"/>
                    <a:pt x="2971" y="3162"/>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47"/>
                    <a:pt x="2944" y="15474"/>
                  </a:cubicBezTo>
                  <a:cubicBezTo>
                    <a:pt x="2998" y="17321"/>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71" y="35655"/>
                    <a:pt x="2944"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lnTo>
                    <a:pt x="2944" y="45558"/>
                  </a:ln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54" y="81237"/>
                  </a:cubicBezTo>
                  <a:cubicBezTo>
                    <a:pt x="71" y="81288"/>
                    <a:pt x="109" y="81306"/>
                    <a:pt x="149" y="81306"/>
                  </a:cubicBezTo>
                  <a:cubicBezTo>
                    <a:pt x="171" y="81306"/>
                    <a:pt x="195" y="81300"/>
                    <a:pt x="214" y="81290"/>
                  </a:cubicBezTo>
                  <a:cubicBezTo>
                    <a:pt x="2008" y="80247"/>
                    <a:pt x="3105" y="78400"/>
                    <a:pt x="3185" y="76366"/>
                  </a:cubicBezTo>
                  <a:cubicBezTo>
                    <a:pt x="5193" y="75322"/>
                    <a:pt x="6424" y="73288"/>
                    <a:pt x="6424" y="71066"/>
                  </a:cubicBezTo>
                  <a:cubicBezTo>
                    <a:pt x="6424" y="68818"/>
                    <a:pt x="5193" y="66783"/>
                    <a:pt x="3185" y="65766"/>
                  </a:cubicBezTo>
                  <a:cubicBezTo>
                    <a:pt x="3105" y="63759"/>
                    <a:pt x="2088" y="61992"/>
                    <a:pt x="402" y="60922"/>
                  </a:cubicBezTo>
                  <a:cubicBezTo>
                    <a:pt x="2088" y="59878"/>
                    <a:pt x="3105" y="58085"/>
                    <a:pt x="3185" y="56077"/>
                  </a:cubicBezTo>
                  <a:cubicBezTo>
                    <a:pt x="5193" y="55060"/>
                    <a:pt x="6424" y="53026"/>
                    <a:pt x="6424" y="50778"/>
                  </a:cubicBezTo>
                  <a:cubicBezTo>
                    <a:pt x="6424" y="48556"/>
                    <a:pt x="5193" y="46522"/>
                    <a:pt x="3185" y="45505"/>
                  </a:cubicBezTo>
                  <a:cubicBezTo>
                    <a:pt x="3185" y="43604"/>
                    <a:pt x="2088" y="41731"/>
                    <a:pt x="402" y="40660"/>
                  </a:cubicBezTo>
                  <a:cubicBezTo>
                    <a:pt x="1900" y="39697"/>
                    <a:pt x="3319" y="37877"/>
                    <a:pt x="3185" y="35816"/>
                  </a:cubicBezTo>
                  <a:cubicBezTo>
                    <a:pt x="5193" y="34799"/>
                    <a:pt x="6424" y="32764"/>
                    <a:pt x="6424" y="30516"/>
                  </a:cubicBezTo>
                  <a:cubicBezTo>
                    <a:pt x="6424" y="28268"/>
                    <a:pt x="5193" y="26260"/>
                    <a:pt x="3185" y="25216"/>
                  </a:cubicBezTo>
                  <a:cubicBezTo>
                    <a:pt x="3105" y="23236"/>
                    <a:pt x="2061" y="21442"/>
                    <a:pt x="402"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94" y="10"/>
                    <a:pt x="169"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195"/>
            <p:cNvSpPr/>
            <p:nvPr/>
          </p:nvSpPr>
          <p:spPr>
            <a:xfrm>
              <a:off x="378625" y="2593575"/>
              <a:ext cx="159950" cy="2032875"/>
            </a:xfrm>
            <a:custGeom>
              <a:rect b="b" l="l" r="r" t="t"/>
              <a:pathLst>
                <a:path extrusionOk="0" h="81315" w="6398">
                  <a:moveTo>
                    <a:pt x="141" y="1"/>
                  </a:moveTo>
                  <a:cubicBezTo>
                    <a:pt x="95" y="1"/>
                    <a:pt x="47" y="26"/>
                    <a:pt x="28" y="65"/>
                  </a:cubicBezTo>
                  <a:cubicBezTo>
                    <a:pt x="1" y="92"/>
                    <a:pt x="1" y="118"/>
                    <a:pt x="1" y="118"/>
                  </a:cubicBezTo>
                  <a:cubicBezTo>
                    <a:pt x="1" y="172"/>
                    <a:pt x="28" y="225"/>
                    <a:pt x="54" y="225"/>
                  </a:cubicBezTo>
                  <a:cubicBezTo>
                    <a:pt x="1794" y="1243"/>
                    <a:pt x="2918" y="3116"/>
                    <a:pt x="2918" y="4963"/>
                  </a:cubicBezTo>
                  <a:cubicBezTo>
                    <a:pt x="2918" y="4990"/>
                    <a:pt x="2918" y="5017"/>
                    <a:pt x="2918" y="5043"/>
                  </a:cubicBezTo>
                  <a:cubicBezTo>
                    <a:pt x="2918" y="5070"/>
                    <a:pt x="2945" y="5124"/>
                    <a:pt x="2999" y="5150"/>
                  </a:cubicBezTo>
                  <a:cubicBezTo>
                    <a:pt x="4952" y="6141"/>
                    <a:pt x="6157" y="8095"/>
                    <a:pt x="6157" y="10263"/>
                  </a:cubicBezTo>
                  <a:cubicBezTo>
                    <a:pt x="6157" y="12431"/>
                    <a:pt x="4952" y="14384"/>
                    <a:pt x="2999" y="15375"/>
                  </a:cubicBezTo>
                  <a:cubicBezTo>
                    <a:pt x="2945" y="15402"/>
                    <a:pt x="2918" y="15428"/>
                    <a:pt x="2918" y="15482"/>
                  </a:cubicBezTo>
                  <a:cubicBezTo>
                    <a:pt x="2972" y="17329"/>
                    <a:pt x="1848" y="19256"/>
                    <a:pt x="81" y="20273"/>
                  </a:cubicBezTo>
                  <a:cubicBezTo>
                    <a:pt x="54" y="20300"/>
                    <a:pt x="28" y="20326"/>
                    <a:pt x="1" y="20353"/>
                  </a:cubicBezTo>
                  <a:cubicBezTo>
                    <a:pt x="1" y="20407"/>
                    <a:pt x="28" y="20487"/>
                    <a:pt x="54" y="20514"/>
                  </a:cubicBezTo>
                  <a:cubicBezTo>
                    <a:pt x="1794" y="21504"/>
                    <a:pt x="2865" y="23297"/>
                    <a:pt x="2918" y="25305"/>
                  </a:cubicBezTo>
                  <a:cubicBezTo>
                    <a:pt x="2918" y="25358"/>
                    <a:pt x="2945" y="25412"/>
                    <a:pt x="2999" y="25412"/>
                  </a:cubicBezTo>
                  <a:cubicBezTo>
                    <a:pt x="4952" y="26402"/>
                    <a:pt x="6157" y="28356"/>
                    <a:pt x="6157" y="30524"/>
                  </a:cubicBezTo>
                  <a:cubicBezTo>
                    <a:pt x="6157" y="32692"/>
                    <a:pt x="4952" y="34646"/>
                    <a:pt x="2999" y="35636"/>
                  </a:cubicBezTo>
                  <a:cubicBezTo>
                    <a:pt x="2945" y="35663"/>
                    <a:pt x="2918" y="35717"/>
                    <a:pt x="2918" y="35770"/>
                  </a:cubicBezTo>
                  <a:cubicBezTo>
                    <a:pt x="3079" y="37831"/>
                    <a:pt x="1607" y="39651"/>
                    <a:pt x="81" y="40535"/>
                  </a:cubicBezTo>
                  <a:cubicBezTo>
                    <a:pt x="54" y="40561"/>
                    <a:pt x="28" y="40588"/>
                    <a:pt x="1" y="40615"/>
                  </a:cubicBezTo>
                  <a:cubicBezTo>
                    <a:pt x="1" y="40668"/>
                    <a:pt x="28" y="40749"/>
                    <a:pt x="54" y="40775"/>
                  </a:cubicBezTo>
                  <a:cubicBezTo>
                    <a:pt x="1794" y="41766"/>
                    <a:pt x="2918" y="43639"/>
                    <a:pt x="2918" y="45540"/>
                  </a:cubicBezTo>
                  <a:cubicBezTo>
                    <a:pt x="2918" y="45540"/>
                    <a:pt x="2918" y="45566"/>
                    <a:pt x="2918" y="45566"/>
                  </a:cubicBezTo>
                  <a:cubicBezTo>
                    <a:pt x="2918" y="45620"/>
                    <a:pt x="2945" y="45674"/>
                    <a:pt x="2999" y="45674"/>
                  </a:cubicBezTo>
                  <a:cubicBezTo>
                    <a:pt x="4952" y="46664"/>
                    <a:pt x="6157" y="48618"/>
                    <a:pt x="6157" y="50786"/>
                  </a:cubicBezTo>
                  <a:cubicBezTo>
                    <a:pt x="6157" y="52954"/>
                    <a:pt x="4952" y="54934"/>
                    <a:pt x="2999" y="55898"/>
                  </a:cubicBezTo>
                  <a:cubicBezTo>
                    <a:pt x="2945" y="55925"/>
                    <a:pt x="2918" y="55952"/>
                    <a:pt x="2918" y="56005"/>
                  </a:cubicBezTo>
                  <a:cubicBezTo>
                    <a:pt x="2865" y="58012"/>
                    <a:pt x="1821" y="59806"/>
                    <a:pt x="81" y="60796"/>
                  </a:cubicBezTo>
                  <a:cubicBezTo>
                    <a:pt x="54" y="60823"/>
                    <a:pt x="28" y="60850"/>
                    <a:pt x="1" y="60903"/>
                  </a:cubicBezTo>
                  <a:cubicBezTo>
                    <a:pt x="1" y="60957"/>
                    <a:pt x="28" y="61010"/>
                    <a:pt x="54" y="61037"/>
                  </a:cubicBezTo>
                  <a:cubicBezTo>
                    <a:pt x="1794" y="62054"/>
                    <a:pt x="2865" y="63847"/>
                    <a:pt x="2918" y="65828"/>
                  </a:cubicBezTo>
                  <a:cubicBezTo>
                    <a:pt x="2918" y="65882"/>
                    <a:pt x="2945" y="65935"/>
                    <a:pt x="2999" y="65962"/>
                  </a:cubicBezTo>
                  <a:cubicBezTo>
                    <a:pt x="4952" y="66925"/>
                    <a:pt x="6157" y="68879"/>
                    <a:pt x="6157" y="71047"/>
                  </a:cubicBezTo>
                  <a:cubicBezTo>
                    <a:pt x="6157" y="73242"/>
                    <a:pt x="4952" y="75196"/>
                    <a:pt x="2999" y="76160"/>
                  </a:cubicBezTo>
                  <a:cubicBezTo>
                    <a:pt x="2945" y="76186"/>
                    <a:pt x="2918" y="76240"/>
                    <a:pt x="2918" y="76267"/>
                  </a:cubicBezTo>
                  <a:cubicBezTo>
                    <a:pt x="2865" y="78274"/>
                    <a:pt x="1821" y="80067"/>
                    <a:pt x="81" y="81084"/>
                  </a:cubicBezTo>
                  <a:cubicBezTo>
                    <a:pt x="1" y="81111"/>
                    <a:pt x="1" y="81191"/>
                    <a:pt x="28" y="81245"/>
                  </a:cubicBezTo>
                  <a:cubicBezTo>
                    <a:pt x="45" y="81296"/>
                    <a:pt x="83" y="81315"/>
                    <a:pt x="123" y="81315"/>
                  </a:cubicBezTo>
                  <a:cubicBezTo>
                    <a:pt x="145" y="81315"/>
                    <a:pt x="169" y="81308"/>
                    <a:pt x="188" y="81299"/>
                  </a:cubicBezTo>
                  <a:cubicBezTo>
                    <a:pt x="1981" y="80255"/>
                    <a:pt x="3106" y="78408"/>
                    <a:pt x="3159" y="76347"/>
                  </a:cubicBezTo>
                  <a:cubicBezTo>
                    <a:pt x="5167" y="75330"/>
                    <a:pt x="6398" y="73296"/>
                    <a:pt x="6398" y="71047"/>
                  </a:cubicBezTo>
                  <a:cubicBezTo>
                    <a:pt x="6398" y="68826"/>
                    <a:pt x="5167" y="66792"/>
                    <a:pt x="3159" y="65748"/>
                  </a:cubicBezTo>
                  <a:cubicBezTo>
                    <a:pt x="3106" y="63767"/>
                    <a:pt x="2062" y="61974"/>
                    <a:pt x="376" y="60930"/>
                  </a:cubicBezTo>
                  <a:cubicBezTo>
                    <a:pt x="2062" y="59859"/>
                    <a:pt x="3106" y="58093"/>
                    <a:pt x="3159" y="56085"/>
                  </a:cubicBezTo>
                  <a:cubicBezTo>
                    <a:pt x="5167" y="55068"/>
                    <a:pt x="6398" y="53034"/>
                    <a:pt x="6398" y="50786"/>
                  </a:cubicBezTo>
                  <a:cubicBezTo>
                    <a:pt x="6398" y="48537"/>
                    <a:pt x="5167" y="46530"/>
                    <a:pt x="3159" y="45486"/>
                  </a:cubicBezTo>
                  <a:cubicBezTo>
                    <a:pt x="3159" y="43586"/>
                    <a:pt x="2062" y="41739"/>
                    <a:pt x="376" y="40668"/>
                  </a:cubicBezTo>
                  <a:cubicBezTo>
                    <a:pt x="1901" y="39705"/>
                    <a:pt x="3293" y="37885"/>
                    <a:pt x="3186" y="35824"/>
                  </a:cubicBezTo>
                  <a:cubicBezTo>
                    <a:pt x="5167" y="34780"/>
                    <a:pt x="6398" y="32772"/>
                    <a:pt x="6398" y="30524"/>
                  </a:cubicBezTo>
                  <a:cubicBezTo>
                    <a:pt x="6398" y="28276"/>
                    <a:pt x="5167" y="26268"/>
                    <a:pt x="3159" y="25225"/>
                  </a:cubicBezTo>
                  <a:cubicBezTo>
                    <a:pt x="3079" y="23244"/>
                    <a:pt x="2035" y="21451"/>
                    <a:pt x="376" y="20407"/>
                  </a:cubicBezTo>
                  <a:cubicBezTo>
                    <a:pt x="2062" y="19336"/>
                    <a:pt x="3186" y="17436"/>
                    <a:pt x="3186" y="15616"/>
                  </a:cubicBezTo>
                  <a:cubicBezTo>
                    <a:pt x="3186" y="15589"/>
                    <a:pt x="3186" y="15589"/>
                    <a:pt x="3186" y="15562"/>
                  </a:cubicBezTo>
                  <a:cubicBezTo>
                    <a:pt x="5167" y="14518"/>
                    <a:pt x="6398" y="12511"/>
                    <a:pt x="6398" y="10263"/>
                  </a:cubicBezTo>
                  <a:cubicBezTo>
                    <a:pt x="6398" y="8014"/>
                    <a:pt x="5167" y="6007"/>
                    <a:pt x="3186" y="4963"/>
                  </a:cubicBezTo>
                  <a:cubicBezTo>
                    <a:pt x="3186" y="3036"/>
                    <a:pt x="1981" y="1055"/>
                    <a:pt x="188" y="11"/>
                  </a:cubicBezTo>
                  <a:cubicBezTo>
                    <a:pt x="174" y="4"/>
                    <a:pt x="158" y="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195"/>
            <p:cNvSpPr/>
            <p:nvPr/>
          </p:nvSpPr>
          <p:spPr>
            <a:xfrm>
              <a:off x="224725" y="2845375"/>
              <a:ext cx="159950" cy="2032675"/>
            </a:xfrm>
            <a:custGeom>
              <a:rect b="b" l="l" r="r" t="t"/>
              <a:pathLst>
                <a:path extrusionOk="0" h="81307" w="6398">
                  <a:moveTo>
                    <a:pt x="126" y="1"/>
                  </a:moveTo>
                  <a:cubicBezTo>
                    <a:pt x="81" y="1"/>
                    <a:pt x="44" y="24"/>
                    <a:pt x="27" y="57"/>
                  </a:cubicBezTo>
                  <a:cubicBezTo>
                    <a:pt x="27" y="84"/>
                    <a:pt x="1" y="110"/>
                    <a:pt x="1" y="137"/>
                  </a:cubicBezTo>
                  <a:cubicBezTo>
                    <a:pt x="1" y="164"/>
                    <a:pt x="27" y="217"/>
                    <a:pt x="81" y="244"/>
                  </a:cubicBezTo>
                  <a:cubicBezTo>
                    <a:pt x="1821" y="1234"/>
                    <a:pt x="2972" y="3162"/>
                    <a:pt x="2918" y="5035"/>
                  </a:cubicBezTo>
                  <a:cubicBezTo>
                    <a:pt x="2945" y="5089"/>
                    <a:pt x="2945" y="5142"/>
                    <a:pt x="2998" y="5142"/>
                  </a:cubicBezTo>
                  <a:cubicBezTo>
                    <a:pt x="4952" y="6133"/>
                    <a:pt x="6157" y="8086"/>
                    <a:pt x="6157" y="10254"/>
                  </a:cubicBezTo>
                  <a:cubicBezTo>
                    <a:pt x="6157" y="12422"/>
                    <a:pt x="4952" y="14376"/>
                    <a:pt x="2998" y="15367"/>
                  </a:cubicBezTo>
                  <a:cubicBezTo>
                    <a:pt x="2945" y="15393"/>
                    <a:pt x="2918" y="15447"/>
                    <a:pt x="2918" y="15474"/>
                  </a:cubicBezTo>
                  <a:cubicBezTo>
                    <a:pt x="2972" y="17321"/>
                    <a:pt x="1848" y="19248"/>
                    <a:pt x="108" y="20265"/>
                  </a:cubicBezTo>
                  <a:cubicBezTo>
                    <a:pt x="54" y="20292"/>
                    <a:pt x="27" y="20318"/>
                    <a:pt x="27" y="20345"/>
                  </a:cubicBezTo>
                  <a:cubicBezTo>
                    <a:pt x="1" y="20425"/>
                    <a:pt x="27" y="20479"/>
                    <a:pt x="81" y="20506"/>
                  </a:cubicBezTo>
                  <a:cubicBezTo>
                    <a:pt x="1794" y="21496"/>
                    <a:pt x="2865" y="23289"/>
                    <a:pt x="2918" y="25297"/>
                  </a:cubicBezTo>
                  <a:cubicBezTo>
                    <a:pt x="2945" y="25350"/>
                    <a:pt x="2972"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106" y="37823"/>
                    <a:pt x="1633" y="39643"/>
                    <a:pt x="108" y="40526"/>
                  </a:cubicBezTo>
                  <a:cubicBezTo>
                    <a:pt x="54" y="40553"/>
                    <a:pt x="27" y="40580"/>
                    <a:pt x="27" y="40633"/>
                  </a:cubicBezTo>
                  <a:cubicBezTo>
                    <a:pt x="1" y="40687"/>
                    <a:pt x="27" y="40741"/>
                    <a:pt x="81" y="40767"/>
                  </a:cubicBezTo>
                  <a:cubicBezTo>
                    <a:pt x="1821" y="41784"/>
                    <a:pt x="2918" y="43631"/>
                    <a:pt x="2918" y="45532"/>
                  </a:cubicBezTo>
                  <a:cubicBezTo>
                    <a:pt x="2918" y="45558"/>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108" y="60815"/>
                  </a:cubicBezTo>
                  <a:cubicBezTo>
                    <a:pt x="54" y="60815"/>
                    <a:pt x="27" y="60841"/>
                    <a:pt x="27" y="60895"/>
                  </a:cubicBezTo>
                  <a:cubicBezTo>
                    <a:pt x="1" y="60949"/>
                    <a:pt x="27"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7" y="81103"/>
                    <a:pt x="1" y="81183"/>
                    <a:pt x="27" y="81237"/>
                  </a:cubicBezTo>
                  <a:cubicBezTo>
                    <a:pt x="61" y="81288"/>
                    <a:pt x="95" y="81306"/>
                    <a:pt x="136" y="81306"/>
                  </a:cubicBezTo>
                  <a:cubicBezTo>
                    <a:pt x="160" y="81306"/>
                    <a:pt x="185" y="81300"/>
                    <a:pt x="215" y="81290"/>
                  </a:cubicBezTo>
                  <a:cubicBezTo>
                    <a:pt x="2008" y="80247"/>
                    <a:pt x="3106" y="78400"/>
                    <a:pt x="3186" y="76366"/>
                  </a:cubicBezTo>
                  <a:cubicBezTo>
                    <a:pt x="5166" y="75322"/>
                    <a:pt x="6398" y="73288"/>
                    <a:pt x="6398" y="71066"/>
                  </a:cubicBezTo>
                  <a:cubicBezTo>
                    <a:pt x="6398" y="68818"/>
                    <a:pt x="5166" y="66783"/>
                    <a:pt x="3186" y="65766"/>
                  </a:cubicBezTo>
                  <a:cubicBezTo>
                    <a:pt x="3106" y="63759"/>
                    <a:pt x="2062" y="61992"/>
                    <a:pt x="375" y="60922"/>
                  </a:cubicBezTo>
                  <a:cubicBezTo>
                    <a:pt x="2062" y="59878"/>
                    <a:pt x="3106" y="58085"/>
                    <a:pt x="3186" y="56077"/>
                  </a:cubicBezTo>
                  <a:cubicBezTo>
                    <a:pt x="5166" y="55060"/>
                    <a:pt x="6398" y="53026"/>
                    <a:pt x="6398" y="50778"/>
                  </a:cubicBezTo>
                  <a:cubicBezTo>
                    <a:pt x="6398" y="48556"/>
                    <a:pt x="5166" y="46522"/>
                    <a:pt x="3186" y="45505"/>
                  </a:cubicBezTo>
                  <a:cubicBezTo>
                    <a:pt x="3159" y="43604"/>
                    <a:pt x="2088" y="41731"/>
                    <a:pt x="375" y="40660"/>
                  </a:cubicBezTo>
                  <a:cubicBezTo>
                    <a:pt x="1901" y="39697"/>
                    <a:pt x="3293" y="37877"/>
                    <a:pt x="3186" y="35816"/>
                  </a:cubicBezTo>
                  <a:cubicBezTo>
                    <a:pt x="5166" y="34799"/>
                    <a:pt x="6398" y="32764"/>
                    <a:pt x="6398" y="30516"/>
                  </a:cubicBezTo>
                  <a:cubicBezTo>
                    <a:pt x="6398" y="28268"/>
                    <a:pt x="5166" y="26260"/>
                    <a:pt x="3186" y="25216"/>
                  </a:cubicBezTo>
                  <a:cubicBezTo>
                    <a:pt x="3079" y="23236"/>
                    <a:pt x="2062" y="21442"/>
                    <a:pt x="375" y="20399"/>
                  </a:cubicBezTo>
                  <a:cubicBezTo>
                    <a:pt x="2088" y="19328"/>
                    <a:pt x="3186" y="17454"/>
                    <a:pt x="3186" y="15608"/>
                  </a:cubicBezTo>
                  <a:cubicBezTo>
                    <a:pt x="3186" y="15581"/>
                    <a:pt x="3186" y="15581"/>
                    <a:pt x="3186" y="15554"/>
                  </a:cubicBezTo>
                  <a:cubicBezTo>
                    <a:pt x="5166" y="14510"/>
                    <a:pt x="6398" y="12503"/>
                    <a:pt x="6398" y="10254"/>
                  </a:cubicBezTo>
                  <a:cubicBezTo>
                    <a:pt x="6398" y="8006"/>
                    <a:pt x="5166" y="5999"/>
                    <a:pt x="3186" y="4955"/>
                  </a:cubicBezTo>
                  <a:cubicBezTo>
                    <a:pt x="3186" y="3028"/>
                    <a:pt x="1981" y="1047"/>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66" name="Google Shape;1766;p195"/>
          <p:cNvSpPr/>
          <p:nvPr/>
        </p:nvSpPr>
        <p:spPr>
          <a:xfrm flipH="1" rot="250550">
            <a:off x="838717" y="3110207"/>
            <a:ext cx="5950574" cy="3661060"/>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 name="Google Shape;1767;p195"/>
          <p:cNvSpPr txBox="1"/>
          <p:nvPr>
            <p:ph type="title"/>
          </p:nvPr>
        </p:nvSpPr>
        <p:spPr>
          <a:xfrm>
            <a:off x="713225" y="528150"/>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768" name="Google Shape;1768;p195"/>
          <p:cNvSpPr txBox="1"/>
          <p:nvPr>
            <p:ph idx="1" type="subTitle"/>
          </p:nvPr>
        </p:nvSpPr>
        <p:spPr>
          <a:xfrm>
            <a:off x="713225" y="2027400"/>
            <a:ext cx="3402600" cy="108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600"/>
              <a:buNone/>
              <a:defRPr sz="1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0">
  <p:cSld name="CUSTOM_35_1">
    <p:spTree>
      <p:nvGrpSpPr>
        <p:cNvPr id="1769" name="Shape 1769"/>
        <p:cNvGrpSpPr/>
        <p:nvPr/>
      </p:nvGrpSpPr>
      <p:grpSpPr>
        <a:xfrm>
          <a:off x="0" y="0"/>
          <a:ext cx="0" cy="0"/>
          <a:chOff x="0" y="0"/>
          <a:chExt cx="0" cy="0"/>
        </a:xfrm>
      </p:grpSpPr>
      <p:grpSp>
        <p:nvGrpSpPr>
          <p:cNvPr id="1770" name="Google Shape;1770;p196"/>
          <p:cNvGrpSpPr/>
          <p:nvPr/>
        </p:nvGrpSpPr>
        <p:grpSpPr>
          <a:xfrm>
            <a:off x="4789682" y="3273165"/>
            <a:ext cx="2304462" cy="2293869"/>
            <a:chOff x="2414491" y="671177"/>
            <a:chExt cx="1830972" cy="1822411"/>
          </a:xfrm>
        </p:grpSpPr>
        <p:sp>
          <p:nvSpPr>
            <p:cNvPr id="1771" name="Google Shape;1771;p196"/>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 name="Google Shape;1772;p196"/>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 name="Google Shape;1773;p196"/>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 name="Google Shape;1774;p196"/>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 name="Google Shape;1775;p196"/>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 name="Google Shape;1776;p196"/>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 name="Google Shape;1777;p196"/>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 name="Google Shape;1778;p196"/>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 name="Google Shape;1779;p196"/>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 name="Google Shape;1780;p196"/>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 name="Google Shape;1781;p196"/>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 name="Google Shape;1782;p196"/>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 name="Google Shape;1783;p196"/>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 name="Google Shape;1784;p196"/>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 name="Google Shape;1785;p196"/>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 name="Google Shape;1786;p196"/>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 name="Google Shape;1787;p196"/>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 name="Google Shape;1788;p196"/>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196"/>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 name="Google Shape;1790;p196"/>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 name="Google Shape;1791;p196"/>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 name="Google Shape;1792;p196"/>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 name="Google Shape;1793;p196"/>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 name="Google Shape;1794;p196"/>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 name="Google Shape;1795;p196"/>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196"/>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 name="Google Shape;1797;p196"/>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 name="Google Shape;1798;p196"/>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 name="Google Shape;1799;p196"/>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 name="Google Shape;1800;p196"/>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 name="Google Shape;1801;p196"/>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 name="Google Shape;1802;p196"/>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 name="Google Shape;1803;p196"/>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 name="Google Shape;1804;p196"/>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05" name="Google Shape;1805;p196"/>
          <p:cNvSpPr/>
          <p:nvPr/>
        </p:nvSpPr>
        <p:spPr>
          <a:xfrm rot="-919010">
            <a:off x="6732142" y="-371518"/>
            <a:ext cx="3397275" cy="3383189"/>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 name="Google Shape;1806;p196"/>
          <p:cNvSpPr/>
          <p:nvPr/>
        </p:nvSpPr>
        <p:spPr>
          <a:xfrm rot="-5620636">
            <a:off x="-1100482" y="1591409"/>
            <a:ext cx="2991681" cy="2870601"/>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 name="Google Shape;1807;p196"/>
          <p:cNvSpPr txBox="1"/>
          <p:nvPr>
            <p:ph type="title"/>
          </p:nvPr>
        </p:nvSpPr>
        <p:spPr>
          <a:xfrm>
            <a:off x="713225" y="528150"/>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808" name="Google Shape;1808;p196"/>
          <p:cNvSpPr txBox="1"/>
          <p:nvPr>
            <p:ph idx="1" type="subTitle"/>
          </p:nvPr>
        </p:nvSpPr>
        <p:spPr>
          <a:xfrm>
            <a:off x="5028175" y="2027400"/>
            <a:ext cx="3402600" cy="10887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600"/>
              <a:buNone/>
              <a:defRPr sz="1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1 ">
  <p:cSld name="CUSTOM_36_1">
    <p:spTree>
      <p:nvGrpSpPr>
        <p:cNvPr id="1809" name="Shape 1809"/>
        <p:cNvGrpSpPr/>
        <p:nvPr/>
      </p:nvGrpSpPr>
      <p:grpSpPr>
        <a:xfrm>
          <a:off x="0" y="0"/>
          <a:ext cx="0" cy="0"/>
          <a:chOff x="0" y="0"/>
          <a:chExt cx="0" cy="0"/>
        </a:xfrm>
      </p:grpSpPr>
      <p:sp>
        <p:nvSpPr>
          <p:cNvPr id="1810" name="Google Shape;1810;p197"/>
          <p:cNvSpPr/>
          <p:nvPr/>
        </p:nvSpPr>
        <p:spPr>
          <a:xfrm>
            <a:off x="4260425" y="1957095"/>
            <a:ext cx="1774800" cy="17748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 name="Google Shape;1811;p197"/>
          <p:cNvSpPr/>
          <p:nvPr/>
        </p:nvSpPr>
        <p:spPr>
          <a:xfrm rot="-4971949">
            <a:off x="6653151" y="1865359"/>
            <a:ext cx="4547689" cy="4131091"/>
          </a:xfrm>
          <a:custGeom>
            <a:rect b="b" l="l" r="r" t="t"/>
            <a:pathLst>
              <a:path extrusionOk="0" h="59210" w="65181">
                <a:moveTo>
                  <a:pt x="23617" y="9808"/>
                </a:moveTo>
                <a:cubicBezTo>
                  <a:pt x="25785" y="15712"/>
                  <a:pt x="27153" y="21883"/>
                  <a:pt x="35092" y="17079"/>
                </a:cubicBezTo>
                <a:cubicBezTo>
                  <a:pt x="42998" y="12309"/>
                  <a:pt x="55740" y="12376"/>
                  <a:pt x="59276" y="17546"/>
                </a:cubicBezTo>
                <a:cubicBezTo>
                  <a:pt x="62812" y="22717"/>
                  <a:pt x="56140" y="30055"/>
                  <a:pt x="55940" y="36393"/>
                </a:cubicBezTo>
                <a:cubicBezTo>
                  <a:pt x="55740" y="42731"/>
                  <a:pt x="65180" y="49603"/>
                  <a:pt x="57741" y="54406"/>
                </a:cubicBezTo>
                <a:cubicBezTo>
                  <a:pt x="50303" y="59210"/>
                  <a:pt x="31556" y="57108"/>
                  <a:pt x="33224" y="47535"/>
                </a:cubicBezTo>
                <a:cubicBezTo>
                  <a:pt x="34892" y="37928"/>
                  <a:pt x="25719" y="35026"/>
                  <a:pt x="17579" y="31256"/>
                </a:cubicBezTo>
                <a:cubicBezTo>
                  <a:pt x="9440" y="27520"/>
                  <a:pt x="0" y="13744"/>
                  <a:pt x="7706" y="6872"/>
                </a:cubicBezTo>
                <a:cubicBezTo>
                  <a:pt x="15411" y="1"/>
                  <a:pt x="21449" y="3870"/>
                  <a:pt x="23617" y="9808"/>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 name="Google Shape;1812;p197"/>
          <p:cNvSpPr/>
          <p:nvPr/>
        </p:nvSpPr>
        <p:spPr>
          <a:xfrm flipH="1" rot="7019959">
            <a:off x="-962151" y="-1327476"/>
            <a:ext cx="4047102" cy="2490011"/>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 name="Google Shape;1813;p197"/>
          <p:cNvSpPr txBox="1"/>
          <p:nvPr>
            <p:ph type="title"/>
          </p:nvPr>
        </p:nvSpPr>
        <p:spPr>
          <a:xfrm>
            <a:off x="713225" y="528150"/>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814" name="Google Shape;1814;p197"/>
          <p:cNvSpPr txBox="1"/>
          <p:nvPr>
            <p:ph idx="1" type="subTitle"/>
          </p:nvPr>
        </p:nvSpPr>
        <p:spPr>
          <a:xfrm>
            <a:off x="713225" y="2027400"/>
            <a:ext cx="3402600" cy="1088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600"/>
              <a:buNone/>
              <a:defRPr sz="1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1">
    <p:spTree>
      <p:nvGrpSpPr>
        <p:cNvPr id="1815" name="Shape 1815"/>
        <p:cNvGrpSpPr/>
        <p:nvPr/>
      </p:nvGrpSpPr>
      <p:grpSpPr>
        <a:xfrm>
          <a:off x="0" y="0"/>
          <a:ext cx="0" cy="0"/>
          <a:chOff x="0" y="0"/>
          <a:chExt cx="0" cy="0"/>
        </a:xfrm>
      </p:grpSpPr>
      <p:sp>
        <p:nvSpPr>
          <p:cNvPr id="1816" name="Google Shape;1816;p198"/>
          <p:cNvSpPr/>
          <p:nvPr/>
        </p:nvSpPr>
        <p:spPr>
          <a:xfrm flipH="1" rot="5716307">
            <a:off x="3128709" y="-17350"/>
            <a:ext cx="3009510" cy="5911593"/>
          </a:xfrm>
          <a:custGeom>
            <a:rect b="b" l="l" r="r" t="t"/>
            <a:pathLst>
              <a:path extrusionOk="0" h="83294" w="72386">
                <a:moveTo>
                  <a:pt x="50403" y="3137"/>
                </a:moveTo>
                <a:cubicBezTo>
                  <a:pt x="56941" y="6272"/>
                  <a:pt x="64246" y="10108"/>
                  <a:pt x="60711" y="17614"/>
                </a:cubicBezTo>
                <a:cubicBezTo>
                  <a:pt x="57175" y="25119"/>
                  <a:pt x="44632" y="42031"/>
                  <a:pt x="52938" y="45433"/>
                </a:cubicBezTo>
                <a:cubicBezTo>
                  <a:pt x="61211" y="48803"/>
                  <a:pt x="72386" y="48302"/>
                  <a:pt x="71885" y="57942"/>
                </a:cubicBezTo>
                <a:cubicBezTo>
                  <a:pt x="71351" y="67583"/>
                  <a:pt x="54640" y="83294"/>
                  <a:pt x="40096" y="76189"/>
                </a:cubicBezTo>
                <a:cubicBezTo>
                  <a:pt x="25552" y="69084"/>
                  <a:pt x="35359" y="53839"/>
                  <a:pt x="20982" y="50137"/>
                </a:cubicBezTo>
                <a:cubicBezTo>
                  <a:pt x="6605" y="46434"/>
                  <a:pt x="1" y="20916"/>
                  <a:pt x="6939" y="13477"/>
                </a:cubicBezTo>
                <a:cubicBezTo>
                  <a:pt x="13877" y="6039"/>
                  <a:pt x="43865" y="1"/>
                  <a:pt x="50403" y="3137"/>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 name="Google Shape;1817;p198"/>
          <p:cNvSpPr/>
          <p:nvPr/>
        </p:nvSpPr>
        <p:spPr>
          <a:xfrm rot="-1408952">
            <a:off x="7059833" y="-1532053"/>
            <a:ext cx="3561578" cy="4437854"/>
          </a:xfrm>
          <a:custGeom>
            <a:rect b="b" l="l" r="r" t="t"/>
            <a:pathLst>
              <a:path extrusionOk="0" h="21250" w="15146">
                <a:moveTo>
                  <a:pt x="2903" y="12143"/>
                </a:moveTo>
                <a:cubicBezTo>
                  <a:pt x="1936" y="10308"/>
                  <a:pt x="234" y="9174"/>
                  <a:pt x="201" y="6972"/>
                </a:cubicBezTo>
                <a:cubicBezTo>
                  <a:pt x="1" y="1"/>
                  <a:pt x="7773" y="1769"/>
                  <a:pt x="11209" y="4637"/>
                </a:cubicBezTo>
                <a:cubicBezTo>
                  <a:pt x="13877" y="6839"/>
                  <a:pt x="15145" y="10208"/>
                  <a:pt x="14178" y="13544"/>
                </a:cubicBezTo>
                <a:cubicBezTo>
                  <a:pt x="13310" y="16379"/>
                  <a:pt x="10141" y="21249"/>
                  <a:pt x="6472" y="20349"/>
                </a:cubicBezTo>
                <a:cubicBezTo>
                  <a:pt x="3203" y="19581"/>
                  <a:pt x="4070" y="14811"/>
                  <a:pt x="3070" y="12476"/>
                </a:cubicBezTo>
                <a:cubicBezTo>
                  <a:pt x="3036" y="12343"/>
                  <a:pt x="2970" y="12243"/>
                  <a:pt x="2903" y="12143"/>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 name="Google Shape;1818;p198"/>
          <p:cNvSpPr/>
          <p:nvPr/>
        </p:nvSpPr>
        <p:spPr>
          <a:xfrm rot="10800000">
            <a:off x="797253" y="2885987"/>
            <a:ext cx="1774800" cy="1774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19" name="Google Shape;1819;p198"/>
          <p:cNvGrpSpPr/>
          <p:nvPr/>
        </p:nvGrpSpPr>
        <p:grpSpPr>
          <a:xfrm rot="10800000">
            <a:off x="162225" y="2264370"/>
            <a:ext cx="1696762" cy="1688828"/>
            <a:chOff x="2414491" y="671177"/>
            <a:chExt cx="1830972" cy="1822411"/>
          </a:xfrm>
        </p:grpSpPr>
        <p:sp>
          <p:nvSpPr>
            <p:cNvPr id="1820" name="Google Shape;1820;p198"/>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 name="Google Shape;1821;p198"/>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 name="Google Shape;1822;p198"/>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 name="Google Shape;1823;p198"/>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 name="Google Shape;1824;p198"/>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 name="Google Shape;1825;p198"/>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 name="Google Shape;1826;p198"/>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198"/>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 name="Google Shape;1828;p198"/>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 name="Google Shape;1829;p198"/>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 name="Google Shape;1830;p198"/>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 name="Google Shape;1831;p198"/>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 name="Google Shape;1832;p198"/>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 name="Google Shape;1833;p198"/>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198"/>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198"/>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 name="Google Shape;1836;p198"/>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 name="Google Shape;1837;p198"/>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 name="Google Shape;1838;p198"/>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 name="Google Shape;1839;p198"/>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 name="Google Shape;1840;p198"/>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 name="Google Shape;1841;p198"/>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 name="Google Shape;1842;p198"/>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 name="Google Shape;1843;p198"/>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 name="Google Shape;1844;p198"/>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 name="Google Shape;1845;p198"/>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 name="Google Shape;1846;p198"/>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 name="Google Shape;1847;p198"/>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 name="Google Shape;1848;p198"/>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 name="Google Shape;1849;p198"/>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 name="Google Shape;1850;p198"/>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 name="Google Shape;1851;p198"/>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 name="Google Shape;1852;p198"/>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 name="Google Shape;1853;p198"/>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54" name="Google Shape;1854;p198"/>
          <p:cNvSpPr/>
          <p:nvPr/>
        </p:nvSpPr>
        <p:spPr>
          <a:xfrm rot="8100000">
            <a:off x="371399" y="-1150417"/>
            <a:ext cx="1938844" cy="3305623"/>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 name="Google Shape;1855;p198"/>
          <p:cNvSpPr txBox="1"/>
          <p:nvPr>
            <p:ph type="title"/>
          </p:nvPr>
        </p:nvSpPr>
        <p:spPr>
          <a:xfrm>
            <a:off x="2333700" y="539900"/>
            <a:ext cx="4476600" cy="1065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400"/>
              <a:buNone/>
              <a:defRPr sz="7700">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856" name="Google Shape;1856;p198"/>
          <p:cNvSpPr txBox="1"/>
          <p:nvPr>
            <p:ph idx="1" type="subTitle"/>
          </p:nvPr>
        </p:nvSpPr>
        <p:spPr>
          <a:xfrm>
            <a:off x="2333775" y="1652275"/>
            <a:ext cx="4476600" cy="838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600"/>
              <a:buFont typeface="Anaheim"/>
              <a:buChar char="●"/>
              <a:defRPr sz="1600"/>
            </a:lvl1pPr>
            <a:lvl2pPr lvl="1" algn="l">
              <a:lnSpc>
                <a:spcPct val="100000"/>
              </a:lnSpc>
              <a:spcBef>
                <a:spcPts val="0"/>
              </a:spcBef>
              <a:spcAft>
                <a:spcPts val="0"/>
              </a:spcAft>
              <a:buClr>
                <a:schemeClr val="lt1"/>
              </a:buClr>
              <a:buSzPts val="1000"/>
              <a:buFont typeface="Anaheim"/>
              <a:buChar char="○"/>
              <a:defRPr/>
            </a:lvl2pPr>
            <a:lvl3pPr lvl="2" algn="l">
              <a:lnSpc>
                <a:spcPct val="100000"/>
              </a:lnSpc>
              <a:spcBef>
                <a:spcPts val="0"/>
              </a:spcBef>
              <a:spcAft>
                <a:spcPts val="0"/>
              </a:spcAft>
              <a:buClr>
                <a:schemeClr val="lt1"/>
              </a:buClr>
              <a:buSzPts val="1000"/>
              <a:buFont typeface="Anaheim"/>
              <a:buChar char="■"/>
              <a:defRPr/>
            </a:lvl3pPr>
            <a:lvl4pPr lvl="3" algn="l">
              <a:lnSpc>
                <a:spcPct val="100000"/>
              </a:lnSpc>
              <a:spcBef>
                <a:spcPts val="0"/>
              </a:spcBef>
              <a:spcAft>
                <a:spcPts val="0"/>
              </a:spcAft>
              <a:buClr>
                <a:schemeClr val="lt1"/>
              </a:buClr>
              <a:buSzPts val="1000"/>
              <a:buFont typeface="Anaheim"/>
              <a:buChar char="●"/>
              <a:defRPr/>
            </a:lvl4pPr>
            <a:lvl5pPr lvl="4" algn="l">
              <a:lnSpc>
                <a:spcPct val="100000"/>
              </a:lnSpc>
              <a:spcBef>
                <a:spcPts val="0"/>
              </a:spcBef>
              <a:spcAft>
                <a:spcPts val="0"/>
              </a:spcAft>
              <a:buClr>
                <a:schemeClr val="lt1"/>
              </a:buClr>
              <a:buSzPts val="1000"/>
              <a:buFont typeface="Anaheim"/>
              <a:buChar char="○"/>
              <a:defRPr/>
            </a:lvl5pPr>
            <a:lvl6pPr lvl="5" algn="l">
              <a:lnSpc>
                <a:spcPct val="100000"/>
              </a:lnSpc>
              <a:spcBef>
                <a:spcPts val="0"/>
              </a:spcBef>
              <a:spcAft>
                <a:spcPts val="0"/>
              </a:spcAft>
              <a:buClr>
                <a:schemeClr val="lt1"/>
              </a:buClr>
              <a:buSzPts val="1000"/>
              <a:buFont typeface="Anaheim"/>
              <a:buChar char="■"/>
              <a:defRPr/>
            </a:lvl6pPr>
            <a:lvl7pPr lvl="6" algn="l">
              <a:lnSpc>
                <a:spcPct val="100000"/>
              </a:lnSpc>
              <a:spcBef>
                <a:spcPts val="0"/>
              </a:spcBef>
              <a:spcAft>
                <a:spcPts val="0"/>
              </a:spcAft>
              <a:buClr>
                <a:schemeClr val="lt1"/>
              </a:buClr>
              <a:buSzPts val="1000"/>
              <a:buFont typeface="Anaheim"/>
              <a:buChar char="●"/>
              <a:defRPr/>
            </a:lvl7pPr>
            <a:lvl8pPr lvl="7" algn="l">
              <a:lnSpc>
                <a:spcPct val="100000"/>
              </a:lnSpc>
              <a:spcBef>
                <a:spcPts val="0"/>
              </a:spcBef>
              <a:spcAft>
                <a:spcPts val="0"/>
              </a:spcAft>
              <a:buClr>
                <a:schemeClr val="lt1"/>
              </a:buClr>
              <a:buSzPts val="1000"/>
              <a:buFont typeface="Anaheim"/>
              <a:buChar char="○"/>
              <a:defRPr/>
            </a:lvl8pPr>
            <a:lvl9pPr lvl="8" algn="l">
              <a:lnSpc>
                <a:spcPct val="100000"/>
              </a:lnSpc>
              <a:spcBef>
                <a:spcPts val="0"/>
              </a:spcBef>
              <a:spcAft>
                <a:spcPts val="0"/>
              </a:spcAft>
              <a:buClr>
                <a:schemeClr val="lt1"/>
              </a:buClr>
              <a:buSzPts val="1000"/>
              <a:buFont typeface="Anaheim"/>
              <a:buChar char="■"/>
              <a:defRPr/>
            </a:lvl9pPr>
          </a:lstStyle>
          <a:p/>
        </p:txBody>
      </p:sp>
      <p:sp>
        <p:nvSpPr>
          <p:cNvPr id="1857" name="Google Shape;1857;p198"/>
          <p:cNvSpPr txBox="1"/>
          <p:nvPr/>
        </p:nvSpPr>
        <p:spPr>
          <a:xfrm>
            <a:off x="2265750" y="3431625"/>
            <a:ext cx="4612500" cy="6096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300"/>
              </a:spcBef>
              <a:spcAft>
                <a:spcPts val="0"/>
              </a:spcAft>
              <a:buClr>
                <a:srgbClr val="000000"/>
              </a:buClr>
              <a:buSzPts val="1200"/>
              <a:buFont typeface="Arial"/>
              <a:buNone/>
            </a:pPr>
            <a:r>
              <a:rPr b="0" i="0" lang="en" sz="1200" u="none" cap="none" strike="noStrike">
                <a:solidFill>
                  <a:schemeClr val="accent2"/>
                </a:solidFill>
                <a:latin typeface="Manjari"/>
                <a:ea typeface="Manjari"/>
                <a:cs typeface="Manjari"/>
                <a:sym typeface="Manjari"/>
              </a:rPr>
              <a:t>CREDITS: This presentation template was created by </a:t>
            </a:r>
            <a:r>
              <a:rPr b="1" i="0" lang="en" sz="1200" u="none" cap="none" strike="noStrike">
                <a:solidFill>
                  <a:schemeClr val="accent2"/>
                </a:solidFill>
                <a:uFill>
                  <a:noFill/>
                </a:uFill>
                <a:latin typeface="Manjari"/>
                <a:ea typeface="Manjari"/>
                <a:cs typeface="Manjari"/>
                <a:sym typeface="Manjari"/>
                <a:hlinkClick r:id="rId2">
                  <a:extLst>
                    <a:ext uri="{A12FA001-AC4F-418D-AE19-62706E023703}">
                      <ahyp:hlinkClr val="tx"/>
                    </a:ext>
                  </a:extLst>
                </a:hlinkClick>
              </a:rPr>
              <a:t>Slidesgo</a:t>
            </a:r>
            <a:r>
              <a:rPr b="0" i="0" lang="en" sz="1200" u="none" cap="none" strike="noStrike">
                <a:solidFill>
                  <a:schemeClr val="accent2"/>
                </a:solidFill>
                <a:latin typeface="Manjari"/>
                <a:ea typeface="Manjari"/>
                <a:cs typeface="Manjari"/>
                <a:sym typeface="Manjari"/>
              </a:rPr>
              <a:t>, including icons, infographics &amp; images by </a:t>
            </a:r>
            <a:r>
              <a:rPr b="1" i="0" lang="en" sz="1200" u="none" cap="none" strike="noStrike">
                <a:solidFill>
                  <a:schemeClr val="accent2"/>
                </a:solidFill>
                <a:uFill>
                  <a:noFill/>
                </a:uFill>
                <a:latin typeface="Manjari"/>
                <a:ea typeface="Manjari"/>
                <a:cs typeface="Manjari"/>
                <a:sym typeface="Manjari"/>
                <a:hlinkClick r:id="rId3">
                  <a:extLst>
                    <a:ext uri="{A12FA001-AC4F-418D-AE19-62706E023703}">
                      <ahyp:hlinkClr val="tx"/>
                    </a:ext>
                  </a:extLst>
                </a:hlinkClick>
              </a:rPr>
              <a:t>Freepik</a:t>
            </a:r>
            <a:r>
              <a:rPr b="0" i="0" lang="en" sz="1200" u="none" cap="none" strike="noStrike">
                <a:solidFill>
                  <a:schemeClr val="accent2"/>
                </a:solidFill>
                <a:latin typeface="Manjari"/>
                <a:ea typeface="Manjari"/>
                <a:cs typeface="Manjari"/>
                <a:sym typeface="Manjari"/>
              </a:rPr>
              <a:t> </a:t>
            </a:r>
            <a:endParaRPr b="0" i="0" sz="1200" u="none" cap="none" strike="noStrike">
              <a:solidFill>
                <a:schemeClr val="accent2"/>
              </a:solidFill>
              <a:latin typeface="Manjari"/>
              <a:ea typeface="Manjari"/>
              <a:cs typeface="Manjari"/>
              <a:sym typeface="Manjari"/>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CUSTOM_32_2">
    <p:spTree>
      <p:nvGrpSpPr>
        <p:cNvPr id="1858" name="Shape 1858"/>
        <p:cNvGrpSpPr/>
        <p:nvPr/>
      </p:nvGrpSpPr>
      <p:grpSpPr>
        <a:xfrm>
          <a:off x="0" y="0"/>
          <a:ext cx="0" cy="0"/>
          <a:chOff x="0" y="0"/>
          <a:chExt cx="0" cy="0"/>
        </a:xfrm>
      </p:grpSpPr>
      <p:sp>
        <p:nvSpPr>
          <p:cNvPr id="1859" name="Google Shape;1859;p199"/>
          <p:cNvSpPr/>
          <p:nvPr/>
        </p:nvSpPr>
        <p:spPr>
          <a:xfrm rot="-455554">
            <a:off x="6637849" y="-126684"/>
            <a:ext cx="3253668" cy="5480763"/>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 name="Google Shape;1860;p199"/>
          <p:cNvSpPr/>
          <p:nvPr/>
        </p:nvSpPr>
        <p:spPr>
          <a:xfrm rot="-7977677">
            <a:off x="5635995" y="1509394"/>
            <a:ext cx="1601627" cy="1536805"/>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 name="Google Shape;1861;p199"/>
          <p:cNvSpPr/>
          <p:nvPr/>
        </p:nvSpPr>
        <p:spPr>
          <a:xfrm rot="8880872">
            <a:off x="-2066784" y="-214836"/>
            <a:ext cx="4047011" cy="2490084"/>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 name="Google Shape;1862;p199"/>
          <p:cNvSpPr txBox="1"/>
          <p:nvPr>
            <p:ph type="title"/>
          </p:nvPr>
        </p:nvSpPr>
        <p:spPr>
          <a:xfrm>
            <a:off x="713225" y="520986"/>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863" name="Google Shape;1863;p199"/>
          <p:cNvSpPr txBox="1"/>
          <p:nvPr>
            <p:ph idx="1" type="subTitle"/>
          </p:nvPr>
        </p:nvSpPr>
        <p:spPr>
          <a:xfrm>
            <a:off x="713225" y="1168075"/>
            <a:ext cx="4989900" cy="3431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Char char="●"/>
              <a:defRPr b="1" sz="1600"/>
            </a:lvl1pPr>
            <a:lvl2pPr lvl="1" algn="l">
              <a:lnSpc>
                <a:spcPct val="100000"/>
              </a:lnSpc>
              <a:spcBef>
                <a:spcPts val="0"/>
              </a:spcBef>
              <a:spcAft>
                <a:spcPts val="0"/>
              </a:spcAft>
              <a:buClr>
                <a:schemeClr val="lt1"/>
              </a:buClr>
              <a:buSzPts val="1000"/>
              <a:buFont typeface="Anaheim"/>
              <a:buChar char="○"/>
              <a:defRPr/>
            </a:lvl2pPr>
            <a:lvl3pPr lvl="2" algn="l">
              <a:lnSpc>
                <a:spcPct val="100000"/>
              </a:lnSpc>
              <a:spcBef>
                <a:spcPts val="0"/>
              </a:spcBef>
              <a:spcAft>
                <a:spcPts val="0"/>
              </a:spcAft>
              <a:buClr>
                <a:schemeClr val="lt1"/>
              </a:buClr>
              <a:buSzPts val="1000"/>
              <a:buFont typeface="Anaheim"/>
              <a:buChar char="■"/>
              <a:defRPr/>
            </a:lvl3pPr>
            <a:lvl4pPr lvl="3" algn="l">
              <a:lnSpc>
                <a:spcPct val="100000"/>
              </a:lnSpc>
              <a:spcBef>
                <a:spcPts val="0"/>
              </a:spcBef>
              <a:spcAft>
                <a:spcPts val="0"/>
              </a:spcAft>
              <a:buClr>
                <a:schemeClr val="lt1"/>
              </a:buClr>
              <a:buSzPts val="1000"/>
              <a:buFont typeface="Anaheim"/>
              <a:buChar char="●"/>
              <a:defRPr/>
            </a:lvl4pPr>
            <a:lvl5pPr lvl="4" algn="l">
              <a:lnSpc>
                <a:spcPct val="100000"/>
              </a:lnSpc>
              <a:spcBef>
                <a:spcPts val="0"/>
              </a:spcBef>
              <a:spcAft>
                <a:spcPts val="0"/>
              </a:spcAft>
              <a:buClr>
                <a:schemeClr val="lt1"/>
              </a:buClr>
              <a:buSzPts val="1000"/>
              <a:buFont typeface="Anaheim"/>
              <a:buChar char="○"/>
              <a:defRPr/>
            </a:lvl5pPr>
            <a:lvl6pPr lvl="5" algn="l">
              <a:lnSpc>
                <a:spcPct val="100000"/>
              </a:lnSpc>
              <a:spcBef>
                <a:spcPts val="0"/>
              </a:spcBef>
              <a:spcAft>
                <a:spcPts val="0"/>
              </a:spcAft>
              <a:buClr>
                <a:schemeClr val="lt1"/>
              </a:buClr>
              <a:buSzPts val="1000"/>
              <a:buFont typeface="Anaheim"/>
              <a:buChar char="■"/>
              <a:defRPr/>
            </a:lvl6pPr>
            <a:lvl7pPr lvl="6" algn="l">
              <a:lnSpc>
                <a:spcPct val="100000"/>
              </a:lnSpc>
              <a:spcBef>
                <a:spcPts val="0"/>
              </a:spcBef>
              <a:spcAft>
                <a:spcPts val="0"/>
              </a:spcAft>
              <a:buClr>
                <a:schemeClr val="lt1"/>
              </a:buClr>
              <a:buSzPts val="1000"/>
              <a:buFont typeface="Anaheim"/>
              <a:buChar char="●"/>
              <a:defRPr/>
            </a:lvl7pPr>
            <a:lvl8pPr lvl="7" algn="l">
              <a:lnSpc>
                <a:spcPct val="100000"/>
              </a:lnSpc>
              <a:spcBef>
                <a:spcPts val="0"/>
              </a:spcBef>
              <a:spcAft>
                <a:spcPts val="0"/>
              </a:spcAft>
              <a:buClr>
                <a:schemeClr val="lt1"/>
              </a:buClr>
              <a:buSzPts val="1000"/>
              <a:buFont typeface="Anaheim"/>
              <a:buChar char="○"/>
              <a:defRPr/>
            </a:lvl8pPr>
            <a:lvl9pPr lvl="8" algn="l">
              <a:lnSpc>
                <a:spcPct val="100000"/>
              </a:lnSpc>
              <a:spcBef>
                <a:spcPts val="0"/>
              </a:spcBef>
              <a:spcAft>
                <a:spcPts val="0"/>
              </a:spcAft>
              <a:buClr>
                <a:schemeClr val="lt1"/>
              </a:buClr>
              <a:buSzPts val="1000"/>
              <a:buFont typeface="Anaheim"/>
              <a:buChar char="■"/>
              <a:defRPr/>
            </a:lvl9pPr>
          </a:lstStyle>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
  <p:cSld name="CUSTOM_1_1_1">
    <p:spTree>
      <p:nvGrpSpPr>
        <p:cNvPr id="1864" name="Shape 1864"/>
        <p:cNvGrpSpPr/>
        <p:nvPr/>
      </p:nvGrpSpPr>
      <p:grpSpPr>
        <a:xfrm>
          <a:off x="0" y="0"/>
          <a:ext cx="0" cy="0"/>
          <a:chOff x="0" y="0"/>
          <a:chExt cx="0" cy="0"/>
        </a:xfrm>
      </p:grpSpPr>
      <p:sp>
        <p:nvSpPr>
          <p:cNvPr id="1865" name="Google Shape;1865;p200"/>
          <p:cNvSpPr/>
          <p:nvPr/>
        </p:nvSpPr>
        <p:spPr>
          <a:xfrm rot="-5620636">
            <a:off x="7260268" y="484121"/>
            <a:ext cx="2991681" cy="2870601"/>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 name="Google Shape;1866;p200"/>
          <p:cNvSpPr/>
          <p:nvPr/>
        </p:nvSpPr>
        <p:spPr>
          <a:xfrm flipH="1" rot="135969">
            <a:off x="-1259479" y="-732013"/>
            <a:ext cx="3397316" cy="3383229"/>
          </a:xfrm>
          <a:custGeom>
            <a:rect b="b" l="l" r="r" t="t"/>
            <a:pathLst>
              <a:path extrusionOk="0" h="48035" w="48235">
                <a:moveTo>
                  <a:pt x="3770" y="17379"/>
                </a:moveTo>
                <a:cubicBezTo>
                  <a:pt x="7573" y="20948"/>
                  <a:pt x="10108" y="20948"/>
                  <a:pt x="20515" y="21349"/>
                </a:cubicBezTo>
                <a:cubicBezTo>
                  <a:pt x="30956" y="21782"/>
                  <a:pt x="19314" y="35525"/>
                  <a:pt x="27520" y="41797"/>
                </a:cubicBezTo>
                <a:cubicBezTo>
                  <a:pt x="35726" y="48034"/>
                  <a:pt x="48235" y="37827"/>
                  <a:pt x="48235" y="26986"/>
                </a:cubicBezTo>
                <a:cubicBezTo>
                  <a:pt x="48235" y="16145"/>
                  <a:pt x="35026" y="0"/>
                  <a:pt x="18080" y="867"/>
                </a:cubicBezTo>
                <a:cubicBezTo>
                  <a:pt x="1135" y="1768"/>
                  <a:pt x="1" y="13843"/>
                  <a:pt x="3770" y="17379"/>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 name="Google Shape;1867;p200"/>
          <p:cNvSpPr/>
          <p:nvPr/>
        </p:nvSpPr>
        <p:spPr>
          <a:xfrm rot="10800000">
            <a:off x="7259653" y="3925437"/>
            <a:ext cx="1774800" cy="17748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68" name="Google Shape;1868;p200"/>
          <p:cNvGrpSpPr/>
          <p:nvPr/>
        </p:nvGrpSpPr>
        <p:grpSpPr>
          <a:xfrm rot="10800000">
            <a:off x="6624625" y="3303820"/>
            <a:ext cx="1696762" cy="1688828"/>
            <a:chOff x="2414491" y="671177"/>
            <a:chExt cx="1830972" cy="1822411"/>
          </a:xfrm>
        </p:grpSpPr>
        <p:sp>
          <p:nvSpPr>
            <p:cNvPr id="1869" name="Google Shape;1869;p200"/>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 name="Google Shape;1870;p200"/>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 name="Google Shape;1871;p200"/>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 name="Google Shape;1872;p200"/>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 name="Google Shape;1873;p200"/>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 name="Google Shape;1874;p200"/>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 name="Google Shape;1875;p200"/>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 name="Google Shape;1876;p200"/>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 name="Google Shape;1877;p200"/>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 name="Google Shape;1878;p200"/>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 name="Google Shape;1879;p200"/>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 name="Google Shape;1880;p200"/>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 name="Google Shape;1881;p200"/>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 name="Google Shape;1882;p200"/>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 name="Google Shape;1883;p200"/>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 name="Google Shape;1884;p200"/>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 name="Google Shape;1885;p200"/>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 name="Google Shape;1886;p200"/>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 name="Google Shape;1887;p200"/>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 name="Google Shape;1888;p200"/>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 name="Google Shape;1889;p200"/>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 name="Google Shape;1890;p200"/>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 name="Google Shape;1891;p200"/>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 name="Google Shape;1892;p200"/>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 name="Google Shape;1893;p200"/>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 name="Google Shape;1894;p200"/>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 name="Google Shape;1895;p200"/>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 name="Google Shape;1896;p200"/>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 name="Google Shape;1897;p200"/>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 name="Google Shape;1898;p200"/>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p200"/>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 name="Google Shape;1900;p200"/>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 name="Google Shape;1901;p200"/>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p200"/>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03" name="Google Shape;1903;p200"/>
          <p:cNvSpPr txBox="1"/>
          <p:nvPr>
            <p:ph type="title"/>
          </p:nvPr>
        </p:nvSpPr>
        <p:spPr>
          <a:xfrm>
            <a:off x="713225" y="528150"/>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904" name="Google Shape;1904;p200"/>
          <p:cNvSpPr txBox="1"/>
          <p:nvPr>
            <p:ph idx="1" type="subTitle"/>
          </p:nvPr>
        </p:nvSpPr>
        <p:spPr>
          <a:xfrm>
            <a:off x="713225" y="1091875"/>
            <a:ext cx="6028800" cy="3599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Char char="●"/>
              <a:defRPr sz="1600"/>
            </a:lvl1pPr>
            <a:lvl2pPr lvl="1" algn="l">
              <a:lnSpc>
                <a:spcPct val="100000"/>
              </a:lnSpc>
              <a:spcBef>
                <a:spcPts val="0"/>
              </a:spcBef>
              <a:spcAft>
                <a:spcPts val="0"/>
              </a:spcAft>
              <a:buClr>
                <a:schemeClr val="lt1"/>
              </a:buClr>
              <a:buSzPts val="1000"/>
              <a:buFont typeface="Anaheim"/>
              <a:buChar char="○"/>
              <a:defRPr/>
            </a:lvl2pPr>
            <a:lvl3pPr lvl="2" algn="l">
              <a:lnSpc>
                <a:spcPct val="100000"/>
              </a:lnSpc>
              <a:spcBef>
                <a:spcPts val="0"/>
              </a:spcBef>
              <a:spcAft>
                <a:spcPts val="0"/>
              </a:spcAft>
              <a:buClr>
                <a:schemeClr val="lt1"/>
              </a:buClr>
              <a:buSzPts val="1000"/>
              <a:buFont typeface="Anaheim"/>
              <a:buChar char="■"/>
              <a:defRPr/>
            </a:lvl3pPr>
            <a:lvl4pPr lvl="3" algn="l">
              <a:lnSpc>
                <a:spcPct val="100000"/>
              </a:lnSpc>
              <a:spcBef>
                <a:spcPts val="0"/>
              </a:spcBef>
              <a:spcAft>
                <a:spcPts val="0"/>
              </a:spcAft>
              <a:buClr>
                <a:schemeClr val="lt1"/>
              </a:buClr>
              <a:buSzPts val="1000"/>
              <a:buFont typeface="Anaheim"/>
              <a:buChar char="●"/>
              <a:defRPr/>
            </a:lvl4pPr>
            <a:lvl5pPr lvl="4" algn="l">
              <a:lnSpc>
                <a:spcPct val="100000"/>
              </a:lnSpc>
              <a:spcBef>
                <a:spcPts val="0"/>
              </a:spcBef>
              <a:spcAft>
                <a:spcPts val="0"/>
              </a:spcAft>
              <a:buClr>
                <a:schemeClr val="lt1"/>
              </a:buClr>
              <a:buSzPts val="1000"/>
              <a:buFont typeface="Anaheim"/>
              <a:buChar char="○"/>
              <a:defRPr/>
            </a:lvl5pPr>
            <a:lvl6pPr lvl="5" algn="l">
              <a:lnSpc>
                <a:spcPct val="100000"/>
              </a:lnSpc>
              <a:spcBef>
                <a:spcPts val="0"/>
              </a:spcBef>
              <a:spcAft>
                <a:spcPts val="0"/>
              </a:spcAft>
              <a:buClr>
                <a:schemeClr val="lt1"/>
              </a:buClr>
              <a:buSzPts val="1000"/>
              <a:buFont typeface="Anaheim"/>
              <a:buChar char="■"/>
              <a:defRPr/>
            </a:lvl6pPr>
            <a:lvl7pPr lvl="6" algn="l">
              <a:lnSpc>
                <a:spcPct val="100000"/>
              </a:lnSpc>
              <a:spcBef>
                <a:spcPts val="0"/>
              </a:spcBef>
              <a:spcAft>
                <a:spcPts val="0"/>
              </a:spcAft>
              <a:buClr>
                <a:schemeClr val="lt1"/>
              </a:buClr>
              <a:buSzPts val="1000"/>
              <a:buFont typeface="Anaheim"/>
              <a:buChar char="●"/>
              <a:defRPr/>
            </a:lvl7pPr>
            <a:lvl8pPr lvl="7" algn="l">
              <a:lnSpc>
                <a:spcPct val="100000"/>
              </a:lnSpc>
              <a:spcBef>
                <a:spcPts val="0"/>
              </a:spcBef>
              <a:spcAft>
                <a:spcPts val="0"/>
              </a:spcAft>
              <a:buClr>
                <a:schemeClr val="lt1"/>
              </a:buClr>
              <a:buSzPts val="1000"/>
              <a:buFont typeface="Anaheim"/>
              <a:buChar char="○"/>
              <a:defRPr/>
            </a:lvl8pPr>
            <a:lvl9pPr lvl="8" algn="l">
              <a:lnSpc>
                <a:spcPct val="100000"/>
              </a:lnSpc>
              <a:spcBef>
                <a:spcPts val="0"/>
              </a:spcBef>
              <a:spcAft>
                <a:spcPts val="0"/>
              </a:spcAft>
              <a:buClr>
                <a:schemeClr val="lt1"/>
              </a:buClr>
              <a:buSzPts val="1000"/>
              <a:buFont typeface="Anaheim"/>
              <a:buChar char="■"/>
              <a:defRPr/>
            </a:lvl9pPr>
          </a:lstStyle>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2 ">
  <p:cSld name="CUSTOM_37_1_1">
    <p:spTree>
      <p:nvGrpSpPr>
        <p:cNvPr id="1905" name="Shape 1905"/>
        <p:cNvGrpSpPr/>
        <p:nvPr/>
      </p:nvGrpSpPr>
      <p:grpSpPr>
        <a:xfrm>
          <a:off x="0" y="0"/>
          <a:ext cx="0" cy="0"/>
          <a:chOff x="0" y="0"/>
          <a:chExt cx="0" cy="0"/>
        </a:xfrm>
      </p:grpSpPr>
      <p:sp>
        <p:nvSpPr>
          <p:cNvPr id="1906" name="Google Shape;1906;p201"/>
          <p:cNvSpPr/>
          <p:nvPr/>
        </p:nvSpPr>
        <p:spPr>
          <a:xfrm rot="-4971949">
            <a:off x="6499451" y="687059"/>
            <a:ext cx="4547689" cy="4131091"/>
          </a:xfrm>
          <a:custGeom>
            <a:rect b="b" l="l" r="r" t="t"/>
            <a:pathLst>
              <a:path extrusionOk="0" h="59210" w="65181">
                <a:moveTo>
                  <a:pt x="23617" y="9808"/>
                </a:moveTo>
                <a:cubicBezTo>
                  <a:pt x="25785" y="15712"/>
                  <a:pt x="27153" y="21883"/>
                  <a:pt x="35092" y="17079"/>
                </a:cubicBezTo>
                <a:cubicBezTo>
                  <a:pt x="42998" y="12309"/>
                  <a:pt x="55740" y="12376"/>
                  <a:pt x="59276" y="17546"/>
                </a:cubicBezTo>
                <a:cubicBezTo>
                  <a:pt x="62812" y="22717"/>
                  <a:pt x="56140" y="30055"/>
                  <a:pt x="55940" y="36393"/>
                </a:cubicBezTo>
                <a:cubicBezTo>
                  <a:pt x="55740" y="42731"/>
                  <a:pt x="65180" y="49603"/>
                  <a:pt x="57741" y="54406"/>
                </a:cubicBezTo>
                <a:cubicBezTo>
                  <a:pt x="50303" y="59210"/>
                  <a:pt x="31556" y="57108"/>
                  <a:pt x="33224" y="47535"/>
                </a:cubicBezTo>
                <a:cubicBezTo>
                  <a:pt x="34892" y="37928"/>
                  <a:pt x="25719" y="35026"/>
                  <a:pt x="17579" y="31256"/>
                </a:cubicBezTo>
                <a:cubicBezTo>
                  <a:pt x="9440" y="27520"/>
                  <a:pt x="0" y="13744"/>
                  <a:pt x="7706" y="6872"/>
                </a:cubicBezTo>
                <a:cubicBezTo>
                  <a:pt x="15411" y="1"/>
                  <a:pt x="21449" y="3870"/>
                  <a:pt x="23617" y="9808"/>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 name="Google Shape;1907;p201"/>
          <p:cNvSpPr/>
          <p:nvPr/>
        </p:nvSpPr>
        <p:spPr>
          <a:xfrm rot="9475593">
            <a:off x="-1974698" y="-446077"/>
            <a:ext cx="4047145" cy="2489949"/>
          </a:xfrm>
          <a:custGeom>
            <a:rect b="b" l="l" r="r" t="t"/>
            <a:pathLst>
              <a:path extrusionOk="0" h="36694" w="59643">
                <a:moveTo>
                  <a:pt x="6271" y="15779"/>
                </a:moveTo>
                <a:cubicBezTo>
                  <a:pt x="9374" y="14178"/>
                  <a:pt x="17513" y="18347"/>
                  <a:pt x="23150" y="11676"/>
                </a:cubicBezTo>
                <a:cubicBezTo>
                  <a:pt x="28787" y="5004"/>
                  <a:pt x="30455" y="1"/>
                  <a:pt x="37327" y="2302"/>
                </a:cubicBezTo>
                <a:cubicBezTo>
                  <a:pt x="44198" y="4571"/>
                  <a:pt x="43064" y="13410"/>
                  <a:pt x="47601" y="15779"/>
                </a:cubicBezTo>
                <a:cubicBezTo>
                  <a:pt x="52104" y="18147"/>
                  <a:pt x="59643" y="31690"/>
                  <a:pt x="43364" y="34192"/>
                </a:cubicBezTo>
                <a:cubicBezTo>
                  <a:pt x="27120" y="36694"/>
                  <a:pt x="10441" y="33158"/>
                  <a:pt x="5204" y="27520"/>
                </a:cubicBezTo>
                <a:cubicBezTo>
                  <a:pt x="0" y="21883"/>
                  <a:pt x="3136" y="17380"/>
                  <a:pt x="6271" y="15779"/>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 name="Google Shape;1908;p201"/>
          <p:cNvSpPr txBox="1"/>
          <p:nvPr>
            <p:ph type="title"/>
          </p:nvPr>
        </p:nvSpPr>
        <p:spPr>
          <a:xfrm>
            <a:off x="713225" y="528150"/>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909" name="Google Shape;1909;p201"/>
          <p:cNvSpPr txBox="1"/>
          <p:nvPr>
            <p:ph idx="1" type="subTitle"/>
          </p:nvPr>
        </p:nvSpPr>
        <p:spPr>
          <a:xfrm>
            <a:off x="713225" y="1091875"/>
            <a:ext cx="6264300" cy="3431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Char char="●"/>
              <a:defRPr sz="1400"/>
            </a:lvl1pPr>
            <a:lvl2pPr lvl="1" algn="l">
              <a:lnSpc>
                <a:spcPct val="100000"/>
              </a:lnSpc>
              <a:spcBef>
                <a:spcPts val="0"/>
              </a:spcBef>
              <a:spcAft>
                <a:spcPts val="0"/>
              </a:spcAft>
              <a:buClr>
                <a:schemeClr val="lt1"/>
              </a:buClr>
              <a:buSzPts val="1000"/>
              <a:buFont typeface="Anaheim"/>
              <a:buChar char="○"/>
              <a:defRPr/>
            </a:lvl2pPr>
            <a:lvl3pPr lvl="2" algn="l">
              <a:lnSpc>
                <a:spcPct val="100000"/>
              </a:lnSpc>
              <a:spcBef>
                <a:spcPts val="0"/>
              </a:spcBef>
              <a:spcAft>
                <a:spcPts val="0"/>
              </a:spcAft>
              <a:buClr>
                <a:schemeClr val="lt1"/>
              </a:buClr>
              <a:buSzPts val="1000"/>
              <a:buFont typeface="Anaheim"/>
              <a:buChar char="■"/>
              <a:defRPr/>
            </a:lvl3pPr>
            <a:lvl4pPr lvl="3" algn="l">
              <a:lnSpc>
                <a:spcPct val="100000"/>
              </a:lnSpc>
              <a:spcBef>
                <a:spcPts val="0"/>
              </a:spcBef>
              <a:spcAft>
                <a:spcPts val="0"/>
              </a:spcAft>
              <a:buClr>
                <a:schemeClr val="lt1"/>
              </a:buClr>
              <a:buSzPts val="1000"/>
              <a:buFont typeface="Anaheim"/>
              <a:buChar char="●"/>
              <a:defRPr/>
            </a:lvl4pPr>
            <a:lvl5pPr lvl="4" algn="l">
              <a:lnSpc>
                <a:spcPct val="100000"/>
              </a:lnSpc>
              <a:spcBef>
                <a:spcPts val="0"/>
              </a:spcBef>
              <a:spcAft>
                <a:spcPts val="0"/>
              </a:spcAft>
              <a:buClr>
                <a:schemeClr val="lt1"/>
              </a:buClr>
              <a:buSzPts val="1000"/>
              <a:buFont typeface="Anaheim"/>
              <a:buChar char="○"/>
              <a:defRPr/>
            </a:lvl5pPr>
            <a:lvl6pPr lvl="5" algn="l">
              <a:lnSpc>
                <a:spcPct val="100000"/>
              </a:lnSpc>
              <a:spcBef>
                <a:spcPts val="0"/>
              </a:spcBef>
              <a:spcAft>
                <a:spcPts val="0"/>
              </a:spcAft>
              <a:buClr>
                <a:schemeClr val="lt1"/>
              </a:buClr>
              <a:buSzPts val="1000"/>
              <a:buFont typeface="Anaheim"/>
              <a:buChar char="■"/>
              <a:defRPr/>
            </a:lvl6pPr>
            <a:lvl7pPr lvl="6" algn="l">
              <a:lnSpc>
                <a:spcPct val="100000"/>
              </a:lnSpc>
              <a:spcBef>
                <a:spcPts val="0"/>
              </a:spcBef>
              <a:spcAft>
                <a:spcPts val="0"/>
              </a:spcAft>
              <a:buClr>
                <a:schemeClr val="lt1"/>
              </a:buClr>
              <a:buSzPts val="1000"/>
              <a:buFont typeface="Anaheim"/>
              <a:buChar char="●"/>
              <a:defRPr/>
            </a:lvl7pPr>
            <a:lvl8pPr lvl="7" algn="l">
              <a:lnSpc>
                <a:spcPct val="100000"/>
              </a:lnSpc>
              <a:spcBef>
                <a:spcPts val="0"/>
              </a:spcBef>
              <a:spcAft>
                <a:spcPts val="0"/>
              </a:spcAft>
              <a:buClr>
                <a:schemeClr val="lt1"/>
              </a:buClr>
              <a:buSzPts val="1000"/>
              <a:buFont typeface="Anaheim"/>
              <a:buChar char="○"/>
              <a:defRPr/>
            </a:lvl8pPr>
            <a:lvl9pPr lvl="8" algn="l">
              <a:lnSpc>
                <a:spcPct val="100000"/>
              </a:lnSpc>
              <a:spcBef>
                <a:spcPts val="0"/>
              </a:spcBef>
              <a:spcAft>
                <a:spcPts val="0"/>
              </a:spcAft>
              <a:buClr>
                <a:schemeClr val="lt1"/>
              </a:buClr>
              <a:buSzPts val="1000"/>
              <a:buFont typeface="Anaheim"/>
              <a:buChar char="■"/>
              <a:defRPr/>
            </a:lvl9pPr>
          </a:lstStyle>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3">
  <p:cSld name="CUSTOM_37_1">
    <p:spTree>
      <p:nvGrpSpPr>
        <p:cNvPr id="1910" name="Shape 1910"/>
        <p:cNvGrpSpPr/>
        <p:nvPr/>
      </p:nvGrpSpPr>
      <p:grpSpPr>
        <a:xfrm>
          <a:off x="0" y="0"/>
          <a:ext cx="0" cy="0"/>
          <a:chOff x="0" y="0"/>
          <a:chExt cx="0" cy="0"/>
        </a:xfrm>
      </p:grpSpPr>
      <p:sp>
        <p:nvSpPr>
          <p:cNvPr id="1911" name="Google Shape;1911;p202"/>
          <p:cNvSpPr/>
          <p:nvPr/>
        </p:nvSpPr>
        <p:spPr>
          <a:xfrm flipH="1" rot="-5400000">
            <a:off x="6051628" y="1691784"/>
            <a:ext cx="4906632" cy="3196913"/>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 name="Google Shape;1912;p202"/>
          <p:cNvSpPr/>
          <p:nvPr/>
        </p:nvSpPr>
        <p:spPr>
          <a:xfrm>
            <a:off x="-749900" y="3073920"/>
            <a:ext cx="1774800" cy="17748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13" name="Google Shape;1913;p202"/>
          <p:cNvGrpSpPr/>
          <p:nvPr/>
        </p:nvGrpSpPr>
        <p:grpSpPr>
          <a:xfrm rot="10800000">
            <a:off x="6204525" y="1244395"/>
            <a:ext cx="1696762" cy="1688828"/>
            <a:chOff x="2414491" y="671177"/>
            <a:chExt cx="1830972" cy="1822411"/>
          </a:xfrm>
        </p:grpSpPr>
        <p:sp>
          <p:nvSpPr>
            <p:cNvPr id="1914" name="Google Shape;1914;p202"/>
            <p:cNvSpPr/>
            <p:nvPr/>
          </p:nvSpPr>
          <p:spPr>
            <a:xfrm>
              <a:off x="2414491" y="671177"/>
              <a:ext cx="1830972" cy="1822391"/>
            </a:xfrm>
            <a:custGeom>
              <a:rect b="b" l="l" r="r" t="t"/>
              <a:pathLst>
                <a:path extrusionOk="0" h="45449" w="45663">
                  <a:moveTo>
                    <a:pt x="10947" y="4979"/>
                  </a:moveTo>
                  <a:lnTo>
                    <a:pt x="15605" y="7656"/>
                  </a:lnTo>
                  <a:lnTo>
                    <a:pt x="15605" y="13062"/>
                  </a:lnTo>
                  <a:lnTo>
                    <a:pt x="10947" y="15766"/>
                  </a:lnTo>
                  <a:lnTo>
                    <a:pt x="6263" y="13062"/>
                  </a:lnTo>
                  <a:lnTo>
                    <a:pt x="6263" y="7656"/>
                  </a:lnTo>
                  <a:lnTo>
                    <a:pt x="10947" y="4979"/>
                  </a:lnTo>
                  <a:close/>
                  <a:moveTo>
                    <a:pt x="20449" y="4979"/>
                  </a:moveTo>
                  <a:lnTo>
                    <a:pt x="25133" y="7656"/>
                  </a:lnTo>
                  <a:lnTo>
                    <a:pt x="25133" y="13062"/>
                  </a:lnTo>
                  <a:lnTo>
                    <a:pt x="20449" y="15766"/>
                  </a:lnTo>
                  <a:lnTo>
                    <a:pt x="15792" y="13062"/>
                  </a:lnTo>
                  <a:lnTo>
                    <a:pt x="15792" y="7656"/>
                  </a:lnTo>
                  <a:lnTo>
                    <a:pt x="20449" y="4979"/>
                  </a:lnTo>
                  <a:close/>
                  <a:moveTo>
                    <a:pt x="29978" y="4979"/>
                  </a:moveTo>
                  <a:lnTo>
                    <a:pt x="34635" y="7656"/>
                  </a:lnTo>
                  <a:lnTo>
                    <a:pt x="34635" y="13062"/>
                  </a:lnTo>
                  <a:lnTo>
                    <a:pt x="29978" y="15766"/>
                  </a:lnTo>
                  <a:lnTo>
                    <a:pt x="25294" y="13062"/>
                  </a:lnTo>
                  <a:lnTo>
                    <a:pt x="25294" y="7656"/>
                  </a:lnTo>
                  <a:lnTo>
                    <a:pt x="29978" y="4979"/>
                  </a:lnTo>
                  <a:close/>
                  <a:moveTo>
                    <a:pt x="6183" y="13196"/>
                  </a:moveTo>
                  <a:lnTo>
                    <a:pt x="10867" y="15899"/>
                  </a:lnTo>
                  <a:lnTo>
                    <a:pt x="10867" y="21306"/>
                  </a:lnTo>
                  <a:lnTo>
                    <a:pt x="6183" y="23983"/>
                  </a:lnTo>
                  <a:lnTo>
                    <a:pt x="1526" y="21306"/>
                  </a:lnTo>
                  <a:lnTo>
                    <a:pt x="1526" y="15899"/>
                  </a:lnTo>
                  <a:lnTo>
                    <a:pt x="6183" y="13196"/>
                  </a:lnTo>
                  <a:close/>
                  <a:moveTo>
                    <a:pt x="15712" y="13196"/>
                  </a:moveTo>
                  <a:lnTo>
                    <a:pt x="20369" y="15899"/>
                  </a:lnTo>
                  <a:lnTo>
                    <a:pt x="20369" y="21306"/>
                  </a:lnTo>
                  <a:lnTo>
                    <a:pt x="15712" y="23983"/>
                  </a:lnTo>
                  <a:lnTo>
                    <a:pt x="11028" y="21306"/>
                  </a:lnTo>
                  <a:lnTo>
                    <a:pt x="11028" y="15899"/>
                  </a:lnTo>
                  <a:lnTo>
                    <a:pt x="15712" y="13196"/>
                  </a:lnTo>
                  <a:close/>
                  <a:moveTo>
                    <a:pt x="25213" y="13196"/>
                  </a:moveTo>
                  <a:lnTo>
                    <a:pt x="29871" y="15899"/>
                  </a:lnTo>
                  <a:lnTo>
                    <a:pt x="29871" y="21306"/>
                  </a:lnTo>
                  <a:lnTo>
                    <a:pt x="25213" y="23983"/>
                  </a:lnTo>
                  <a:lnTo>
                    <a:pt x="20529" y="21306"/>
                  </a:lnTo>
                  <a:lnTo>
                    <a:pt x="20529" y="15899"/>
                  </a:lnTo>
                  <a:lnTo>
                    <a:pt x="25213" y="13196"/>
                  </a:lnTo>
                  <a:close/>
                  <a:moveTo>
                    <a:pt x="34715" y="13196"/>
                  </a:moveTo>
                  <a:lnTo>
                    <a:pt x="39399" y="15899"/>
                  </a:lnTo>
                  <a:lnTo>
                    <a:pt x="39399" y="21306"/>
                  </a:lnTo>
                  <a:lnTo>
                    <a:pt x="34715" y="23983"/>
                  </a:lnTo>
                  <a:lnTo>
                    <a:pt x="30058" y="21306"/>
                  </a:lnTo>
                  <a:lnTo>
                    <a:pt x="30058" y="15899"/>
                  </a:lnTo>
                  <a:lnTo>
                    <a:pt x="34715" y="13196"/>
                  </a:lnTo>
                  <a:close/>
                  <a:moveTo>
                    <a:pt x="10947" y="21440"/>
                  </a:moveTo>
                  <a:lnTo>
                    <a:pt x="15605" y="24143"/>
                  </a:lnTo>
                  <a:lnTo>
                    <a:pt x="15605" y="29523"/>
                  </a:lnTo>
                  <a:lnTo>
                    <a:pt x="10947" y="32226"/>
                  </a:lnTo>
                  <a:lnTo>
                    <a:pt x="6263" y="29523"/>
                  </a:lnTo>
                  <a:lnTo>
                    <a:pt x="6263" y="24143"/>
                  </a:lnTo>
                  <a:lnTo>
                    <a:pt x="10947" y="21440"/>
                  </a:lnTo>
                  <a:close/>
                  <a:moveTo>
                    <a:pt x="20449" y="21440"/>
                  </a:moveTo>
                  <a:lnTo>
                    <a:pt x="25133" y="24143"/>
                  </a:lnTo>
                  <a:lnTo>
                    <a:pt x="25133" y="29523"/>
                  </a:lnTo>
                  <a:lnTo>
                    <a:pt x="20449" y="32226"/>
                  </a:lnTo>
                  <a:lnTo>
                    <a:pt x="15792" y="29523"/>
                  </a:lnTo>
                  <a:lnTo>
                    <a:pt x="15792" y="24143"/>
                  </a:lnTo>
                  <a:lnTo>
                    <a:pt x="20449" y="21440"/>
                  </a:lnTo>
                  <a:close/>
                  <a:moveTo>
                    <a:pt x="29978" y="21440"/>
                  </a:moveTo>
                  <a:lnTo>
                    <a:pt x="34635" y="24143"/>
                  </a:lnTo>
                  <a:lnTo>
                    <a:pt x="34635" y="29523"/>
                  </a:lnTo>
                  <a:lnTo>
                    <a:pt x="29978" y="32226"/>
                  </a:lnTo>
                  <a:lnTo>
                    <a:pt x="25294" y="29523"/>
                  </a:lnTo>
                  <a:lnTo>
                    <a:pt x="25294" y="24143"/>
                  </a:lnTo>
                  <a:lnTo>
                    <a:pt x="29978" y="21440"/>
                  </a:lnTo>
                  <a:close/>
                  <a:moveTo>
                    <a:pt x="39480" y="21440"/>
                  </a:moveTo>
                  <a:lnTo>
                    <a:pt x="44137" y="24143"/>
                  </a:lnTo>
                  <a:lnTo>
                    <a:pt x="44137" y="29523"/>
                  </a:lnTo>
                  <a:lnTo>
                    <a:pt x="39480" y="32226"/>
                  </a:lnTo>
                  <a:lnTo>
                    <a:pt x="34796" y="29523"/>
                  </a:lnTo>
                  <a:lnTo>
                    <a:pt x="34796" y="24143"/>
                  </a:lnTo>
                  <a:lnTo>
                    <a:pt x="39480" y="21440"/>
                  </a:lnTo>
                  <a:close/>
                  <a:moveTo>
                    <a:pt x="15712" y="29684"/>
                  </a:moveTo>
                  <a:lnTo>
                    <a:pt x="20369" y="32387"/>
                  </a:lnTo>
                  <a:lnTo>
                    <a:pt x="20369" y="37767"/>
                  </a:lnTo>
                  <a:lnTo>
                    <a:pt x="15712" y="40470"/>
                  </a:lnTo>
                  <a:lnTo>
                    <a:pt x="11028" y="37767"/>
                  </a:lnTo>
                  <a:lnTo>
                    <a:pt x="11028" y="32387"/>
                  </a:lnTo>
                  <a:lnTo>
                    <a:pt x="15712" y="29684"/>
                  </a:lnTo>
                  <a:close/>
                  <a:moveTo>
                    <a:pt x="25213" y="29684"/>
                  </a:moveTo>
                  <a:lnTo>
                    <a:pt x="29871" y="32387"/>
                  </a:lnTo>
                  <a:lnTo>
                    <a:pt x="29871" y="37767"/>
                  </a:lnTo>
                  <a:lnTo>
                    <a:pt x="25213" y="40470"/>
                  </a:lnTo>
                  <a:lnTo>
                    <a:pt x="20529" y="37767"/>
                  </a:lnTo>
                  <a:lnTo>
                    <a:pt x="20529" y="32387"/>
                  </a:lnTo>
                  <a:lnTo>
                    <a:pt x="25213" y="29684"/>
                  </a:lnTo>
                  <a:close/>
                  <a:moveTo>
                    <a:pt x="34715" y="29684"/>
                  </a:moveTo>
                  <a:lnTo>
                    <a:pt x="39399" y="32387"/>
                  </a:lnTo>
                  <a:lnTo>
                    <a:pt x="39399" y="37767"/>
                  </a:lnTo>
                  <a:lnTo>
                    <a:pt x="34715" y="40470"/>
                  </a:lnTo>
                  <a:lnTo>
                    <a:pt x="30058" y="37767"/>
                  </a:lnTo>
                  <a:lnTo>
                    <a:pt x="30058" y="32387"/>
                  </a:lnTo>
                  <a:lnTo>
                    <a:pt x="34715" y="29684"/>
                  </a:lnTo>
                  <a:close/>
                  <a:moveTo>
                    <a:pt x="20369" y="1"/>
                  </a:moveTo>
                  <a:lnTo>
                    <a:pt x="20369" y="4818"/>
                  </a:lnTo>
                  <a:lnTo>
                    <a:pt x="15712" y="7522"/>
                  </a:lnTo>
                  <a:lnTo>
                    <a:pt x="11028" y="4818"/>
                  </a:lnTo>
                  <a:lnTo>
                    <a:pt x="11028" y="3159"/>
                  </a:lnTo>
                  <a:cubicBezTo>
                    <a:pt x="10974" y="3186"/>
                    <a:pt x="10921" y="3239"/>
                    <a:pt x="10867" y="3266"/>
                  </a:cubicBezTo>
                  <a:lnTo>
                    <a:pt x="10867" y="4818"/>
                  </a:lnTo>
                  <a:lnTo>
                    <a:pt x="6183" y="7522"/>
                  </a:lnTo>
                  <a:lnTo>
                    <a:pt x="5915" y="7361"/>
                  </a:lnTo>
                  <a:cubicBezTo>
                    <a:pt x="5889" y="7415"/>
                    <a:pt x="5835" y="7442"/>
                    <a:pt x="5808" y="7495"/>
                  </a:cubicBezTo>
                  <a:lnTo>
                    <a:pt x="6103" y="7656"/>
                  </a:lnTo>
                  <a:lnTo>
                    <a:pt x="6103" y="13062"/>
                  </a:lnTo>
                  <a:lnTo>
                    <a:pt x="1419" y="15766"/>
                  </a:lnTo>
                  <a:lnTo>
                    <a:pt x="1124" y="15578"/>
                  </a:lnTo>
                  <a:cubicBezTo>
                    <a:pt x="1124" y="15632"/>
                    <a:pt x="1098" y="15685"/>
                    <a:pt x="1071" y="15739"/>
                  </a:cubicBezTo>
                  <a:lnTo>
                    <a:pt x="1338" y="15899"/>
                  </a:lnTo>
                  <a:lnTo>
                    <a:pt x="1338" y="21306"/>
                  </a:lnTo>
                  <a:lnTo>
                    <a:pt x="0" y="22082"/>
                  </a:lnTo>
                  <a:cubicBezTo>
                    <a:pt x="0" y="22136"/>
                    <a:pt x="0" y="22216"/>
                    <a:pt x="0" y="22270"/>
                  </a:cubicBezTo>
                  <a:lnTo>
                    <a:pt x="1419" y="21440"/>
                  </a:lnTo>
                  <a:lnTo>
                    <a:pt x="6103" y="24143"/>
                  </a:lnTo>
                  <a:lnTo>
                    <a:pt x="6103" y="29523"/>
                  </a:lnTo>
                  <a:lnTo>
                    <a:pt x="1927" y="31932"/>
                  </a:lnTo>
                  <a:cubicBezTo>
                    <a:pt x="1954" y="31986"/>
                    <a:pt x="1981" y="32039"/>
                    <a:pt x="2008" y="32093"/>
                  </a:cubicBezTo>
                  <a:lnTo>
                    <a:pt x="6183" y="29684"/>
                  </a:lnTo>
                  <a:lnTo>
                    <a:pt x="10867" y="32387"/>
                  </a:lnTo>
                  <a:lnTo>
                    <a:pt x="10867" y="37767"/>
                  </a:lnTo>
                  <a:lnTo>
                    <a:pt x="7548" y="39694"/>
                  </a:lnTo>
                  <a:cubicBezTo>
                    <a:pt x="7575" y="39721"/>
                    <a:pt x="7628" y="39774"/>
                    <a:pt x="7682" y="39801"/>
                  </a:cubicBezTo>
                  <a:lnTo>
                    <a:pt x="10947" y="37928"/>
                  </a:lnTo>
                  <a:lnTo>
                    <a:pt x="15605" y="40631"/>
                  </a:lnTo>
                  <a:lnTo>
                    <a:pt x="15605" y="44405"/>
                  </a:lnTo>
                  <a:cubicBezTo>
                    <a:pt x="15658" y="44405"/>
                    <a:pt x="15738" y="44432"/>
                    <a:pt x="15792" y="44458"/>
                  </a:cubicBezTo>
                  <a:lnTo>
                    <a:pt x="15792" y="40631"/>
                  </a:lnTo>
                  <a:lnTo>
                    <a:pt x="20449" y="37928"/>
                  </a:lnTo>
                  <a:lnTo>
                    <a:pt x="25133" y="40631"/>
                  </a:lnTo>
                  <a:lnTo>
                    <a:pt x="25133" y="45449"/>
                  </a:lnTo>
                  <a:cubicBezTo>
                    <a:pt x="25187" y="45449"/>
                    <a:pt x="25240" y="45449"/>
                    <a:pt x="25294" y="45422"/>
                  </a:cubicBezTo>
                  <a:lnTo>
                    <a:pt x="25294" y="40631"/>
                  </a:lnTo>
                  <a:lnTo>
                    <a:pt x="29978" y="37928"/>
                  </a:lnTo>
                  <a:lnTo>
                    <a:pt x="34635" y="40631"/>
                  </a:lnTo>
                  <a:lnTo>
                    <a:pt x="34635" y="42290"/>
                  </a:lnTo>
                  <a:cubicBezTo>
                    <a:pt x="34688" y="42237"/>
                    <a:pt x="34742" y="42210"/>
                    <a:pt x="34796" y="42183"/>
                  </a:cubicBezTo>
                  <a:lnTo>
                    <a:pt x="34796" y="40631"/>
                  </a:lnTo>
                  <a:lnTo>
                    <a:pt x="39480" y="37928"/>
                  </a:lnTo>
                  <a:lnTo>
                    <a:pt x="39747" y="38088"/>
                  </a:lnTo>
                  <a:cubicBezTo>
                    <a:pt x="39774" y="38035"/>
                    <a:pt x="39827" y="37981"/>
                    <a:pt x="39854" y="37954"/>
                  </a:cubicBezTo>
                  <a:lnTo>
                    <a:pt x="39560" y="37767"/>
                  </a:lnTo>
                  <a:lnTo>
                    <a:pt x="39560" y="32387"/>
                  </a:lnTo>
                  <a:lnTo>
                    <a:pt x="44244" y="29684"/>
                  </a:lnTo>
                  <a:lnTo>
                    <a:pt x="44538" y="29871"/>
                  </a:lnTo>
                  <a:cubicBezTo>
                    <a:pt x="44565" y="29791"/>
                    <a:pt x="44565" y="29737"/>
                    <a:pt x="44592" y="29684"/>
                  </a:cubicBezTo>
                  <a:lnTo>
                    <a:pt x="44324" y="29523"/>
                  </a:lnTo>
                  <a:lnTo>
                    <a:pt x="44324" y="24143"/>
                  </a:lnTo>
                  <a:lnTo>
                    <a:pt x="45662" y="23367"/>
                  </a:lnTo>
                  <a:cubicBezTo>
                    <a:pt x="45662" y="23314"/>
                    <a:pt x="45662" y="23233"/>
                    <a:pt x="45662" y="23153"/>
                  </a:cubicBezTo>
                  <a:lnTo>
                    <a:pt x="44244" y="23983"/>
                  </a:lnTo>
                  <a:lnTo>
                    <a:pt x="39560" y="21306"/>
                  </a:lnTo>
                  <a:lnTo>
                    <a:pt x="39560" y="15899"/>
                  </a:lnTo>
                  <a:lnTo>
                    <a:pt x="43735" y="13491"/>
                  </a:lnTo>
                  <a:cubicBezTo>
                    <a:pt x="43709" y="13437"/>
                    <a:pt x="43682" y="13383"/>
                    <a:pt x="43655" y="13330"/>
                  </a:cubicBezTo>
                  <a:lnTo>
                    <a:pt x="39480" y="15766"/>
                  </a:lnTo>
                  <a:lnTo>
                    <a:pt x="34796" y="13062"/>
                  </a:lnTo>
                  <a:lnTo>
                    <a:pt x="34796" y="7656"/>
                  </a:lnTo>
                  <a:lnTo>
                    <a:pt x="38114" y="5755"/>
                  </a:lnTo>
                  <a:cubicBezTo>
                    <a:pt x="38088" y="5702"/>
                    <a:pt x="38034" y="5675"/>
                    <a:pt x="37981" y="5621"/>
                  </a:cubicBezTo>
                  <a:lnTo>
                    <a:pt x="34715" y="7522"/>
                  </a:lnTo>
                  <a:lnTo>
                    <a:pt x="30058" y="4818"/>
                  </a:lnTo>
                  <a:lnTo>
                    <a:pt x="30058" y="1045"/>
                  </a:lnTo>
                  <a:cubicBezTo>
                    <a:pt x="30004" y="1018"/>
                    <a:pt x="29951" y="1018"/>
                    <a:pt x="29871" y="991"/>
                  </a:cubicBezTo>
                  <a:lnTo>
                    <a:pt x="29871" y="4818"/>
                  </a:lnTo>
                  <a:lnTo>
                    <a:pt x="25213" y="7522"/>
                  </a:lnTo>
                  <a:lnTo>
                    <a:pt x="20529" y="4818"/>
                  </a:lnTo>
                  <a:lnTo>
                    <a:pt x="20529"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 name="Google Shape;1915;p202"/>
            <p:cNvSpPr/>
            <p:nvPr/>
          </p:nvSpPr>
          <p:spPr>
            <a:xfrm>
              <a:off x="2796545" y="833253"/>
              <a:ext cx="9704" cy="7538"/>
            </a:xfrm>
            <a:custGeom>
              <a:rect b="b" l="l" r="r" t="t"/>
              <a:pathLst>
                <a:path extrusionOk="0" h="188" w="242">
                  <a:moveTo>
                    <a:pt x="161" y="0"/>
                  </a:moveTo>
                  <a:cubicBezTo>
                    <a:pt x="108" y="27"/>
                    <a:pt x="54" y="81"/>
                    <a:pt x="1" y="107"/>
                  </a:cubicBezTo>
                  <a:lnTo>
                    <a:pt x="161" y="188"/>
                  </a:lnTo>
                  <a:lnTo>
                    <a:pt x="242" y="54"/>
                  </a:ln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 name="Google Shape;1916;p202"/>
            <p:cNvSpPr/>
            <p:nvPr/>
          </p:nvSpPr>
          <p:spPr>
            <a:xfrm>
              <a:off x="2899597" y="677633"/>
              <a:ext cx="287659" cy="242590"/>
            </a:xfrm>
            <a:custGeom>
              <a:rect b="b" l="l" r="r" t="t"/>
              <a:pathLst>
                <a:path extrusionOk="0" h="6050" w="7174">
                  <a:moveTo>
                    <a:pt x="7173" y="0"/>
                  </a:moveTo>
                  <a:lnTo>
                    <a:pt x="7173" y="0"/>
                  </a:lnTo>
                  <a:cubicBezTo>
                    <a:pt x="7013" y="27"/>
                    <a:pt x="6852" y="54"/>
                    <a:pt x="6692" y="81"/>
                  </a:cubicBezTo>
                  <a:lnTo>
                    <a:pt x="3667" y="1794"/>
                  </a:lnTo>
                  <a:lnTo>
                    <a:pt x="3667" y="830"/>
                  </a:lnTo>
                  <a:cubicBezTo>
                    <a:pt x="3614" y="857"/>
                    <a:pt x="3560" y="857"/>
                    <a:pt x="3507" y="884"/>
                  </a:cubicBezTo>
                  <a:lnTo>
                    <a:pt x="3507" y="1794"/>
                  </a:lnTo>
                  <a:lnTo>
                    <a:pt x="2516" y="1231"/>
                  </a:lnTo>
                  <a:cubicBezTo>
                    <a:pt x="2463" y="1258"/>
                    <a:pt x="2382" y="1285"/>
                    <a:pt x="2329" y="1312"/>
                  </a:cubicBezTo>
                  <a:lnTo>
                    <a:pt x="3426" y="1954"/>
                  </a:lnTo>
                  <a:lnTo>
                    <a:pt x="0" y="3935"/>
                  </a:lnTo>
                  <a:lnTo>
                    <a:pt x="81" y="4069"/>
                  </a:lnTo>
                  <a:lnTo>
                    <a:pt x="3507" y="2115"/>
                  </a:lnTo>
                  <a:lnTo>
                    <a:pt x="3507" y="6049"/>
                  </a:lnTo>
                  <a:lnTo>
                    <a:pt x="3667" y="6049"/>
                  </a:lnTo>
                  <a:lnTo>
                    <a:pt x="3667" y="2115"/>
                  </a:lnTo>
                  <a:lnTo>
                    <a:pt x="7093" y="4069"/>
                  </a:lnTo>
                  <a:lnTo>
                    <a:pt x="7173" y="3935"/>
                  </a:lnTo>
                  <a:lnTo>
                    <a:pt x="3774" y="1954"/>
                  </a:lnTo>
                  <a:lnTo>
                    <a:pt x="717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 name="Google Shape;1917;p202"/>
            <p:cNvSpPr/>
            <p:nvPr/>
          </p:nvSpPr>
          <p:spPr>
            <a:xfrm>
              <a:off x="3280608" y="671177"/>
              <a:ext cx="288742" cy="249046"/>
            </a:xfrm>
            <a:custGeom>
              <a:rect b="b" l="l" r="r" t="t"/>
              <a:pathLst>
                <a:path extrusionOk="0" h="6211" w="7201">
                  <a:moveTo>
                    <a:pt x="107" y="1"/>
                  </a:moveTo>
                  <a:lnTo>
                    <a:pt x="0" y="134"/>
                  </a:lnTo>
                  <a:lnTo>
                    <a:pt x="3426" y="2115"/>
                  </a:lnTo>
                  <a:lnTo>
                    <a:pt x="0" y="4096"/>
                  </a:lnTo>
                  <a:lnTo>
                    <a:pt x="107" y="4230"/>
                  </a:lnTo>
                  <a:lnTo>
                    <a:pt x="3506" y="2276"/>
                  </a:lnTo>
                  <a:lnTo>
                    <a:pt x="3506" y="6210"/>
                  </a:lnTo>
                  <a:lnTo>
                    <a:pt x="3694" y="6210"/>
                  </a:lnTo>
                  <a:lnTo>
                    <a:pt x="3694" y="2276"/>
                  </a:lnTo>
                  <a:lnTo>
                    <a:pt x="7093" y="4230"/>
                  </a:lnTo>
                  <a:lnTo>
                    <a:pt x="7200" y="4096"/>
                  </a:lnTo>
                  <a:lnTo>
                    <a:pt x="3774" y="2115"/>
                  </a:lnTo>
                  <a:lnTo>
                    <a:pt x="6558" y="509"/>
                  </a:lnTo>
                  <a:cubicBezTo>
                    <a:pt x="6477" y="482"/>
                    <a:pt x="6397" y="456"/>
                    <a:pt x="6317" y="456"/>
                  </a:cubicBezTo>
                  <a:lnTo>
                    <a:pt x="3694" y="1955"/>
                  </a:lnTo>
                  <a:lnTo>
                    <a:pt x="3694" y="1"/>
                  </a:lnTo>
                  <a:lnTo>
                    <a:pt x="3506" y="1"/>
                  </a:lnTo>
                  <a:lnTo>
                    <a:pt x="3506" y="1955"/>
                  </a:lnTo>
                  <a:lnTo>
                    <a:pt x="10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 name="Google Shape;1918;p202"/>
            <p:cNvSpPr/>
            <p:nvPr/>
          </p:nvSpPr>
          <p:spPr>
            <a:xfrm>
              <a:off x="3662662" y="776354"/>
              <a:ext cx="109506" cy="64437"/>
            </a:xfrm>
            <a:custGeom>
              <a:rect b="b" l="l" r="r" t="t"/>
              <a:pathLst>
                <a:path extrusionOk="0" h="1607" w="2731">
                  <a:moveTo>
                    <a:pt x="2543" y="1"/>
                  </a:moveTo>
                  <a:lnTo>
                    <a:pt x="1" y="1473"/>
                  </a:lnTo>
                  <a:lnTo>
                    <a:pt x="81" y="1607"/>
                  </a:lnTo>
                  <a:lnTo>
                    <a:pt x="2731" y="81"/>
                  </a:lnTo>
                  <a:cubicBezTo>
                    <a:pt x="2677" y="54"/>
                    <a:pt x="2597" y="27"/>
                    <a:pt x="254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 name="Google Shape;1919;p202"/>
            <p:cNvSpPr/>
            <p:nvPr/>
          </p:nvSpPr>
          <p:spPr>
            <a:xfrm>
              <a:off x="3803246" y="797847"/>
              <a:ext cx="6496" cy="122378"/>
            </a:xfrm>
            <a:custGeom>
              <a:rect b="b" l="l" r="r" t="t"/>
              <a:pathLst>
                <a:path extrusionOk="0" h="3052" w="162">
                  <a:moveTo>
                    <a:pt x="1" y="0"/>
                  </a:moveTo>
                  <a:lnTo>
                    <a:pt x="1" y="3051"/>
                  </a:lnTo>
                  <a:lnTo>
                    <a:pt x="162" y="3051"/>
                  </a:lnTo>
                  <a:lnTo>
                    <a:pt x="162" y="107"/>
                  </a:lnTo>
                  <a:cubicBezTo>
                    <a:pt x="108" y="54"/>
                    <a:pt x="54"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 name="Google Shape;1920;p202"/>
            <p:cNvSpPr/>
            <p:nvPr/>
          </p:nvSpPr>
          <p:spPr>
            <a:xfrm>
              <a:off x="2475641" y="1246463"/>
              <a:ext cx="2205" cy="4331"/>
            </a:xfrm>
            <a:custGeom>
              <a:rect b="b" l="l" r="r" t="t"/>
              <a:pathLst>
                <a:path extrusionOk="0" h="108" w="55">
                  <a:moveTo>
                    <a:pt x="54" y="0"/>
                  </a:moveTo>
                  <a:cubicBezTo>
                    <a:pt x="28" y="27"/>
                    <a:pt x="28" y="54"/>
                    <a:pt x="1" y="107"/>
                  </a:cubicBezTo>
                  <a:lnTo>
                    <a:pt x="54" y="107"/>
                  </a:ln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p202"/>
            <p:cNvSpPr/>
            <p:nvPr/>
          </p:nvSpPr>
          <p:spPr>
            <a:xfrm>
              <a:off x="2616265" y="1006036"/>
              <a:ext cx="2165" cy="2205"/>
            </a:xfrm>
            <a:custGeom>
              <a:rect b="b" l="l" r="r" t="t"/>
              <a:pathLst>
                <a:path extrusionOk="0" h="55" w="54">
                  <a:moveTo>
                    <a:pt x="54" y="1"/>
                  </a:moveTo>
                  <a:cubicBezTo>
                    <a:pt x="27" y="27"/>
                    <a:pt x="27" y="27"/>
                    <a:pt x="0" y="54"/>
                  </a:cubicBezTo>
                  <a:lnTo>
                    <a:pt x="54" y="27"/>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 name="Google Shape;1922;p202"/>
            <p:cNvSpPr/>
            <p:nvPr/>
          </p:nvSpPr>
          <p:spPr>
            <a:xfrm>
              <a:off x="2535748" y="1119794"/>
              <a:ext cx="82681" cy="51565"/>
            </a:xfrm>
            <a:custGeom>
              <a:rect b="b" l="l" r="r" t="t"/>
              <a:pathLst>
                <a:path extrusionOk="0" h="1286" w="2062">
                  <a:moveTo>
                    <a:pt x="81" y="1"/>
                  </a:moveTo>
                  <a:cubicBezTo>
                    <a:pt x="54" y="54"/>
                    <a:pt x="27" y="108"/>
                    <a:pt x="1" y="135"/>
                  </a:cubicBezTo>
                  <a:lnTo>
                    <a:pt x="1981" y="1285"/>
                  </a:lnTo>
                  <a:lnTo>
                    <a:pt x="2062" y="1125"/>
                  </a:ln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p202"/>
            <p:cNvSpPr/>
            <p:nvPr/>
          </p:nvSpPr>
          <p:spPr>
            <a:xfrm>
              <a:off x="2711778" y="921268"/>
              <a:ext cx="287659" cy="329521"/>
            </a:xfrm>
            <a:custGeom>
              <a:rect b="b" l="l" r="r" t="t"/>
              <a:pathLst>
                <a:path extrusionOk="0" h="8218" w="7174">
                  <a:moveTo>
                    <a:pt x="3507" y="0"/>
                  </a:moveTo>
                  <a:lnTo>
                    <a:pt x="3507" y="3961"/>
                  </a:lnTo>
                  <a:lnTo>
                    <a:pt x="81" y="1981"/>
                  </a:lnTo>
                  <a:lnTo>
                    <a:pt x="0" y="2141"/>
                  </a:lnTo>
                  <a:lnTo>
                    <a:pt x="3426" y="4095"/>
                  </a:lnTo>
                  <a:lnTo>
                    <a:pt x="0" y="6076"/>
                  </a:lnTo>
                  <a:lnTo>
                    <a:pt x="81" y="6236"/>
                  </a:lnTo>
                  <a:lnTo>
                    <a:pt x="3507" y="4256"/>
                  </a:lnTo>
                  <a:lnTo>
                    <a:pt x="3507" y="8217"/>
                  </a:lnTo>
                  <a:lnTo>
                    <a:pt x="3667" y="8217"/>
                  </a:lnTo>
                  <a:lnTo>
                    <a:pt x="3667" y="4256"/>
                  </a:lnTo>
                  <a:lnTo>
                    <a:pt x="7093" y="6236"/>
                  </a:lnTo>
                  <a:lnTo>
                    <a:pt x="7173" y="6076"/>
                  </a:lnTo>
                  <a:lnTo>
                    <a:pt x="3774" y="4095"/>
                  </a:lnTo>
                  <a:lnTo>
                    <a:pt x="7173"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 name="Google Shape;1924;p202"/>
            <p:cNvSpPr/>
            <p:nvPr/>
          </p:nvSpPr>
          <p:spPr>
            <a:xfrm>
              <a:off x="3092789" y="921268"/>
              <a:ext cx="288742" cy="328439"/>
            </a:xfrm>
            <a:custGeom>
              <a:rect b="b" l="l" r="r" t="t"/>
              <a:pathLst>
                <a:path extrusionOk="0" h="8191" w="7201">
                  <a:moveTo>
                    <a:pt x="3506" y="0"/>
                  </a:moveTo>
                  <a:lnTo>
                    <a:pt x="3506" y="3961"/>
                  </a:lnTo>
                  <a:lnTo>
                    <a:pt x="80" y="1981"/>
                  </a:lnTo>
                  <a:lnTo>
                    <a:pt x="0" y="2141"/>
                  </a:lnTo>
                  <a:lnTo>
                    <a:pt x="3426" y="4095"/>
                  </a:lnTo>
                  <a:lnTo>
                    <a:pt x="0" y="6076"/>
                  </a:lnTo>
                  <a:lnTo>
                    <a:pt x="80" y="6236"/>
                  </a:lnTo>
                  <a:lnTo>
                    <a:pt x="3506" y="4256"/>
                  </a:lnTo>
                  <a:lnTo>
                    <a:pt x="3506" y="8190"/>
                  </a:lnTo>
                  <a:lnTo>
                    <a:pt x="3694" y="8190"/>
                  </a:lnTo>
                  <a:lnTo>
                    <a:pt x="3694" y="4256"/>
                  </a:lnTo>
                  <a:lnTo>
                    <a:pt x="7093" y="6236"/>
                  </a:lnTo>
                  <a:lnTo>
                    <a:pt x="7200" y="6076"/>
                  </a:lnTo>
                  <a:lnTo>
                    <a:pt x="3774" y="4095"/>
                  </a:lnTo>
                  <a:lnTo>
                    <a:pt x="7200" y="2141"/>
                  </a:lnTo>
                  <a:lnTo>
                    <a:pt x="7093"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 name="Google Shape;1925;p202"/>
            <p:cNvSpPr/>
            <p:nvPr/>
          </p:nvSpPr>
          <p:spPr>
            <a:xfrm>
              <a:off x="3474843" y="921268"/>
              <a:ext cx="287659" cy="328439"/>
            </a:xfrm>
            <a:custGeom>
              <a:rect b="b" l="l" r="r" t="t"/>
              <a:pathLst>
                <a:path extrusionOk="0" h="8191" w="7174">
                  <a:moveTo>
                    <a:pt x="3507" y="0"/>
                  </a:moveTo>
                  <a:lnTo>
                    <a:pt x="3480" y="3961"/>
                  </a:lnTo>
                  <a:lnTo>
                    <a:pt x="81" y="1981"/>
                  </a:lnTo>
                  <a:lnTo>
                    <a:pt x="1" y="2141"/>
                  </a:lnTo>
                  <a:lnTo>
                    <a:pt x="3400" y="4095"/>
                  </a:lnTo>
                  <a:lnTo>
                    <a:pt x="1" y="6076"/>
                  </a:lnTo>
                  <a:lnTo>
                    <a:pt x="81" y="6236"/>
                  </a:lnTo>
                  <a:lnTo>
                    <a:pt x="3480" y="4256"/>
                  </a:lnTo>
                  <a:lnTo>
                    <a:pt x="3480" y="8190"/>
                  </a:lnTo>
                  <a:lnTo>
                    <a:pt x="3668" y="8190"/>
                  </a:lnTo>
                  <a:lnTo>
                    <a:pt x="3668" y="4256"/>
                  </a:lnTo>
                  <a:lnTo>
                    <a:pt x="7094" y="6236"/>
                  </a:lnTo>
                  <a:lnTo>
                    <a:pt x="7174" y="6076"/>
                  </a:lnTo>
                  <a:lnTo>
                    <a:pt x="3748" y="4095"/>
                  </a:lnTo>
                  <a:lnTo>
                    <a:pt x="7174" y="2141"/>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 name="Google Shape;1926;p202"/>
            <p:cNvSpPr/>
            <p:nvPr/>
          </p:nvSpPr>
          <p:spPr>
            <a:xfrm>
              <a:off x="3855854" y="953467"/>
              <a:ext cx="287659" cy="296240"/>
            </a:xfrm>
            <a:custGeom>
              <a:rect b="b" l="l" r="r" t="t"/>
              <a:pathLst>
                <a:path extrusionOk="0" h="7388" w="7174">
                  <a:moveTo>
                    <a:pt x="3507" y="0"/>
                  </a:moveTo>
                  <a:lnTo>
                    <a:pt x="3507" y="3158"/>
                  </a:lnTo>
                  <a:lnTo>
                    <a:pt x="81" y="1178"/>
                  </a:lnTo>
                  <a:lnTo>
                    <a:pt x="0" y="1312"/>
                  </a:lnTo>
                  <a:lnTo>
                    <a:pt x="3426" y="3292"/>
                  </a:lnTo>
                  <a:lnTo>
                    <a:pt x="0" y="5273"/>
                  </a:lnTo>
                  <a:lnTo>
                    <a:pt x="81" y="5433"/>
                  </a:lnTo>
                  <a:lnTo>
                    <a:pt x="3507" y="3453"/>
                  </a:lnTo>
                  <a:lnTo>
                    <a:pt x="3507" y="7387"/>
                  </a:lnTo>
                  <a:lnTo>
                    <a:pt x="3667" y="7387"/>
                  </a:lnTo>
                  <a:lnTo>
                    <a:pt x="3667" y="3453"/>
                  </a:lnTo>
                  <a:lnTo>
                    <a:pt x="7093" y="5407"/>
                  </a:lnTo>
                  <a:lnTo>
                    <a:pt x="7174" y="5273"/>
                  </a:lnTo>
                  <a:lnTo>
                    <a:pt x="3748" y="3292"/>
                  </a:lnTo>
                  <a:lnTo>
                    <a:pt x="5434" y="2329"/>
                  </a:lnTo>
                  <a:cubicBezTo>
                    <a:pt x="5380" y="2302"/>
                    <a:pt x="5354" y="2248"/>
                    <a:pt x="5327" y="2195"/>
                  </a:cubicBezTo>
                  <a:lnTo>
                    <a:pt x="3667" y="3158"/>
                  </a:lnTo>
                  <a:lnTo>
                    <a:pt x="3667" y="187"/>
                  </a:lnTo>
                  <a:cubicBezTo>
                    <a:pt x="3614" y="134"/>
                    <a:pt x="3560" y="80"/>
                    <a:pt x="350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 name="Google Shape;1927;p202"/>
            <p:cNvSpPr/>
            <p:nvPr/>
          </p:nvSpPr>
          <p:spPr>
            <a:xfrm>
              <a:off x="2417699" y="1498640"/>
              <a:ext cx="7538" cy="9704"/>
            </a:xfrm>
            <a:custGeom>
              <a:rect b="b" l="l" r="r" t="t"/>
              <a:pathLst>
                <a:path extrusionOk="0" h="242" w="188">
                  <a:moveTo>
                    <a:pt x="1" y="1"/>
                  </a:moveTo>
                  <a:cubicBezTo>
                    <a:pt x="1" y="54"/>
                    <a:pt x="1" y="135"/>
                    <a:pt x="1" y="188"/>
                  </a:cubicBezTo>
                  <a:lnTo>
                    <a:pt x="108" y="242"/>
                  </a:lnTo>
                  <a:lnTo>
                    <a:pt x="188" y="10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 name="Google Shape;1928;p202"/>
            <p:cNvSpPr/>
            <p:nvPr/>
          </p:nvSpPr>
          <p:spPr>
            <a:xfrm>
              <a:off x="2518586" y="1259335"/>
              <a:ext cx="287659" cy="328439"/>
            </a:xfrm>
            <a:custGeom>
              <a:rect b="b" l="l" r="r" t="t"/>
              <a:pathLst>
                <a:path extrusionOk="0" h="8191" w="7174">
                  <a:moveTo>
                    <a:pt x="3507" y="0"/>
                  </a:moveTo>
                  <a:lnTo>
                    <a:pt x="3507" y="3935"/>
                  </a:lnTo>
                  <a:lnTo>
                    <a:pt x="81" y="1981"/>
                  </a:lnTo>
                  <a:lnTo>
                    <a:pt x="0" y="2115"/>
                  </a:lnTo>
                  <a:lnTo>
                    <a:pt x="3426" y="4095"/>
                  </a:lnTo>
                  <a:lnTo>
                    <a:pt x="0" y="6076"/>
                  </a:lnTo>
                  <a:lnTo>
                    <a:pt x="81" y="6210"/>
                  </a:lnTo>
                  <a:lnTo>
                    <a:pt x="3507" y="4229"/>
                  </a:lnTo>
                  <a:lnTo>
                    <a:pt x="3507" y="8191"/>
                  </a:lnTo>
                  <a:lnTo>
                    <a:pt x="3667" y="8191"/>
                  </a:lnTo>
                  <a:lnTo>
                    <a:pt x="3667" y="4229"/>
                  </a:lnTo>
                  <a:lnTo>
                    <a:pt x="7093" y="6210"/>
                  </a:lnTo>
                  <a:lnTo>
                    <a:pt x="7174" y="6076"/>
                  </a:lnTo>
                  <a:lnTo>
                    <a:pt x="3748" y="4095"/>
                  </a:lnTo>
                  <a:lnTo>
                    <a:pt x="7174" y="2115"/>
                  </a:lnTo>
                  <a:lnTo>
                    <a:pt x="7093" y="1981"/>
                  </a:lnTo>
                  <a:lnTo>
                    <a:pt x="3667" y="3935"/>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 name="Google Shape;1929;p202"/>
            <p:cNvSpPr/>
            <p:nvPr/>
          </p:nvSpPr>
          <p:spPr>
            <a:xfrm>
              <a:off x="2899597" y="1259335"/>
              <a:ext cx="287659" cy="328439"/>
            </a:xfrm>
            <a:custGeom>
              <a:rect b="b" l="l" r="r" t="t"/>
              <a:pathLst>
                <a:path extrusionOk="0" h="8191" w="7174">
                  <a:moveTo>
                    <a:pt x="3507" y="0"/>
                  </a:moveTo>
                  <a:lnTo>
                    <a:pt x="3507" y="3935"/>
                  </a:lnTo>
                  <a:lnTo>
                    <a:pt x="81" y="1954"/>
                  </a:lnTo>
                  <a:lnTo>
                    <a:pt x="0" y="2115"/>
                  </a:lnTo>
                  <a:lnTo>
                    <a:pt x="3426" y="4095"/>
                  </a:lnTo>
                  <a:lnTo>
                    <a:pt x="0" y="6049"/>
                  </a:lnTo>
                  <a:lnTo>
                    <a:pt x="81" y="6210"/>
                  </a:lnTo>
                  <a:lnTo>
                    <a:pt x="3507" y="4229"/>
                  </a:lnTo>
                  <a:lnTo>
                    <a:pt x="3507" y="8191"/>
                  </a:lnTo>
                  <a:lnTo>
                    <a:pt x="3667" y="8191"/>
                  </a:lnTo>
                  <a:lnTo>
                    <a:pt x="3667" y="4229"/>
                  </a:lnTo>
                  <a:lnTo>
                    <a:pt x="7093" y="6210"/>
                  </a:lnTo>
                  <a:lnTo>
                    <a:pt x="7173" y="6049"/>
                  </a:lnTo>
                  <a:lnTo>
                    <a:pt x="3774" y="4095"/>
                  </a:lnTo>
                  <a:lnTo>
                    <a:pt x="7173" y="2115"/>
                  </a:lnTo>
                  <a:lnTo>
                    <a:pt x="7093" y="1954"/>
                  </a:lnTo>
                  <a:lnTo>
                    <a:pt x="3667"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 name="Google Shape;1930;p202"/>
            <p:cNvSpPr/>
            <p:nvPr/>
          </p:nvSpPr>
          <p:spPr>
            <a:xfrm>
              <a:off x="3280608" y="1259335"/>
              <a:ext cx="288742" cy="328439"/>
            </a:xfrm>
            <a:custGeom>
              <a:rect b="b" l="l" r="r" t="t"/>
              <a:pathLst>
                <a:path extrusionOk="0" h="8191" w="7201">
                  <a:moveTo>
                    <a:pt x="3506" y="0"/>
                  </a:moveTo>
                  <a:lnTo>
                    <a:pt x="3506" y="3935"/>
                  </a:lnTo>
                  <a:lnTo>
                    <a:pt x="107" y="1954"/>
                  </a:lnTo>
                  <a:lnTo>
                    <a:pt x="0" y="2115"/>
                  </a:lnTo>
                  <a:lnTo>
                    <a:pt x="3426" y="4095"/>
                  </a:lnTo>
                  <a:lnTo>
                    <a:pt x="0" y="6049"/>
                  </a:lnTo>
                  <a:lnTo>
                    <a:pt x="107" y="6210"/>
                  </a:lnTo>
                  <a:lnTo>
                    <a:pt x="3506" y="4229"/>
                  </a:lnTo>
                  <a:lnTo>
                    <a:pt x="3506" y="8191"/>
                  </a:lnTo>
                  <a:lnTo>
                    <a:pt x="3694" y="8191"/>
                  </a:lnTo>
                  <a:lnTo>
                    <a:pt x="3694" y="4229"/>
                  </a:lnTo>
                  <a:lnTo>
                    <a:pt x="7093" y="6210"/>
                  </a:lnTo>
                  <a:lnTo>
                    <a:pt x="7200" y="6049"/>
                  </a:lnTo>
                  <a:lnTo>
                    <a:pt x="3774" y="4095"/>
                  </a:lnTo>
                  <a:lnTo>
                    <a:pt x="7200" y="2115"/>
                  </a:lnTo>
                  <a:lnTo>
                    <a:pt x="7120" y="1954"/>
                  </a:lnTo>
                  <a:lnTo>
                    <a:pt x="3694" y="3935"/>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 name="Google Shape;1931;p202"/>
            <p:cNvSpPr/>
            <p:nvPr/>
          </p:nvSpPr>
          <p:spPr>
            <a:xfrm>
              <a:off x="3662662" y="1258252"/>
              <a:ext cx="287659" cy="329521"/>
            </a:xfrm>
            <a:custGeom>
              <a:rect b="b" l="l" r="r" t="t"/>
              <a:pathLst>
                <a:path extrusionOk="0" h="8218" w="7174">
                  <a:moveTo>
                    <a:pt x="3507" y="0"/>
                  </a:moveTo>
                  <a:lnTo>
                    <a:pt x="3507" y="3962"/>
                  </a:lnTo>
                  <a:lnTo>
                    <a:pt x="81" y="1981"/>
                  </a:lnTo>
                  <a:lnTo>
                    <a:pt x="1" y="2142"/>
                  </a:lnTo>
                  <a:lnTo>
                    <a:pt x="3400" y="4122"/>
                  </a:lnTo>
                  <a:lnTo>
                    <a:pt x="1" y="6076"/>
                  </a:lnTo>
                  <a:lnTo>
                    <a:pt x="81" y="6237"/>
                  </a:lnTo>
                  <a:lnTo>
                    <a:pt x="3507" y="4256"/>
                  </a:lnTo>
                  <a:lnTo>
                    <a:pt x="3507" y="8218"/>
                  </a:lnTo>
                  <a:lnTo>
                    <a:pt x="3668" y="8218"/>
                  </a:lnTo>
                  <a:lnTo>
                    <a:pt x="3668" y="4256"/>
                  </a:lnTo>
                  <a:lnTo>
                    <a:pt x="7094" y="6237"/>
                  </a:lnTo>
                  <a:lnTo>
                    <a:pt x="7174" y="6076"/>
                  </a:lnTo>
                  <a:lnTo>
                    <a:pt x="3748" y="4122"/>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 name="Google Shape;1932;p202"/>
            <p:cNvSpPr/>
            <p:nvPr/>
          </p:nvSpPr>
          <p:spPr>
            <a:xfrm>
              <a:off x="4043673" y="1258252"/>
              <a:ext cx="193230" cy="329521"/>
            </a:xfrm>
            <a:custGeom>
              <a:rect b="b" l="l" r="r" t="t"/>
              <a:pathLst>
                <a:path extrusionOk="0" h="8218" w="4819">
                  <a:moveTo>
                    <a:pt x="3507" y="0"/>
                  </a:moveTo>
                  <a:lnTo>
                    <a:pt x="3507" y="3962"/>
                  </a:lnTo>
                  <a:lnTo>
                    <a:pt x="81" y="1981"/>
                  </a:lnTo>
                  <a:lnTo>
                    <a:pt x="0" y="2142"/>
                  </a:lnTo>
                  <a:lnTo>
                    <a:pt x="3426" y="4096"/>
                  </a:lnTo>
                  <a:lnTo>
                    <a:pt x="0" y="6076"/>
                  </a:lnTo>
                  <a:lnTo>
                    <a:pt x="81" y="6237"/>
                  </a:lnTo>
                  <a:lnTo>
                    <a:pt x="3507" y="4256"/>
                  </a:lnTo>
                  <a:lnTo>
                    <a:pt x="3507" y="8218"/>
                  </a:lnTo>
                  <a:lnTo>
                    <a:pt x="3667" y="8218"/>
                  </a:lnTo>
                  <a:lnTo>
                    <a:pt x="3667" y="4256"/>
                  </a:lnTo>
                  <a:lnTo>
                    <a:pt x="4818" y="4925"/>
                  </a:lnTo>
                  <a:cubicBezTo>
                    <a:pt x="4818" y="4845"/>
                    <a:pt x="4818" y="4765"/>
                    <a:pt x="4792" y="4711"/>
                  </a:cubicBezTo>
                  <a:lnTo>
                    <a:pt x="3774" y="4096"/>
                  </a:lnTo>
                  <a:lnTo>
                    <a:pt x="4604" y="3614"/>
                  </a:lnTo>
                  <a:cubicBezTo>
                    <a:pt x="4604" y="3560"/>
                    <a:pt x="4577" y="3507"/>
                    <a:pt x="4577" y="3453"/>
                  </a:cubicBezTo>
                  <a:lnTo>
                    <a:pt x="3667" y="3962"/>
                  </a:lnTo>
                  <a:lnTo>
                    <a:pt x="3667" y="295"/>
                  </a:lnTo>
                  <a:cubicBezTo>
                    <a:pt x="3641" y="188"/>
                    <a:pt x="3614" y="108"/>
                    <a:pt x="358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 name="Google Shape;1933;p202"/>
            <p:cNvSpPr/>
            <p:nvPr/>
          </p:nvSpPr>
          <p:spPr>
            <a:xfrm>
              <a:off x="2423072" y="1578074"/>
              <a:ext cx="195355" cy="328439"/>
            </a:xfrm>
            <a:custGeom>
              <a:rect b="b" l="l" r="r" t="t"/>
              <a:pathLst>
                <a:path extrusionOk="0" h="8191" w="4872">
                  <a:moveTo>
                    <a:pt x="1205" y="1"/>
                  </a:moveTo>
                  <a:lnTo>
                    <a:pt x="1205" y="3935"/>
                  </a:lnTo>
                  <a:lnTo>
                    <a:pt x="0" y="3266"/>
                  </a:lnTo>
                  <a:lnTo>
                    <a:pt x="0" y="3266"/>
                  </a:lnTo>
                  <a:cubicBezTo>
                    <a:pt x="0" y="3320"/>
                    <a:pt x="27" y="3400"/>
                    <a:pt x="27" y="3480"/>
                  </a:cubicBezTo>
                  <a:lnTo>
                    <a:pt x="1098" y="4096"/>
                  </a:lnTo>
                  <a:lnTo>
                    <a:pt x="214" y="4604"/>
                  </a:lnTo>
                  <a:cubicBezTo>
                    <a:pt x="241" y="4658"/>
                    <a:pt x="241" y="4738"/>
                    <a:pt x="268" y="4792"/>
                  </a:cubicBezTo>
                  <a:lnTo>
                    <a:pt x="1205" y="4256"/>
                  </a:lnTo>
                  <a:lnTo>
                    <a:pt x="1205" y="8030"/>
                  </a:lnTo>
                  <a:cubicBezTo>
                    <a:pt x="1205" y="8084"/>
                    <a:pt x="1232" y="8137"/>
                    <a:pt x="1258" y="8191"/>
                  </a:cubicBezTo>
                  <a:lnTo>
                    <a:pt x="1365" y="8191"/>
                  </a:lnTo>
                  <a:lnTo>
                    <a:pt x="1365" y="4256"/>
                  </a:lnTo>
                  <a:lnTo>
                    <a:pt x="4791" y="6210"/>
                  </a:lnTo>
                  <a:lnTo>
                    <a:pt x="4872" y="6076"/>
                  </a:lnTo>
                  <a:lnTo>
                    <a:pt x="1446" y="4096"/>
                  </a:lnTo>
                  <a:lnTo>
                    <a:pt x="4872" y="2115"/>
                  </a:lnTo>
                  <a:lnTo>
                    <a:pt x="4791" y="1981"/>
                  </a:lnTo>
                  <a:lnTo>
                    <a:pt x="1365" y="3935"/>
                  </a:lnTo>
                  <a:lnTo>
                    <a:pt x="1365"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 name="Google Shape;1934;p202"/>
            <p:cNvSpPr/>
            <p:nvPr/>
          </p:nvSpPr>
          <p:spPr>
            <a:xfrm>
              <a:off x="2711778" y="1578074"/>
              <a:ext cx="287659" cy="328439"/>
            </a:xfrm>
            <a:custGeom>
              <a:rect b="b" l="l" r="r" t="t"/>
              <a:pathLst>
                <a:path extrusionOk="0" h="8191" w="7174">
                  <a:moveTo>
                    <a:pt x="3507" y="1"/>
                  </a:moveTo>
                  <a:lnTo>
                    <a:pt x="3507" y="3935"/>
                  </a:lnTo>
                  <a:lnTo>
                    <a:pt x="81" y="1981"/>
                  </a:lnTo>
                  <a:lnTo>
                    <a:pt x="0" y="2115"/>
                  </a:lnTo>
                  <a:lnTo>
                    <a:pt x="3426" y="4096"/>
                  </a:lnTo>
                  <a:lnTo>
                    <a:pt x="0" y="6076"/>
                  </a:lnTo>
                  <a:lnTo>
                    <a:pt x="81" y="6210"/>
                  </a:lnTo>
                  <a:lnTo>
                    <a:pt x="3507" y="4256"/>
                  </a:lnTo>
                  <a:lnTo>
                    <a:pt x="3507" y="8191"/>
                  </a:lnTo>
                  <a:lnTo>
                    <a:pt x="3667" y="8191"/>
                  </a:lnTo>
                  <a:lnTo>
                    <a:pt x="3667" y="4256"/>
                  </a:lnTo>
                  <a:lnTo>
                    <a:pt x="7093" y="6210"/>
                  </a:lnTo>
                  <a:lnTo>
                    <a:pt x="7173" y="6076"/>
                  </a:lnTo>
                  <a:lnTo>
                    <a:pt x="3774" y="4096"/>
                  </a:lnTo>
                  <a:lnTo>
                    <a:pt x="7173" y="2115"/>
                  </a:lnTo>
                  <a:lnTo>
                    <a:pt x="7093" y="1981"/>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 name="Google Shape;1935;p202"/>
            <p:cNvSpPr/>
            <p:nvPr/>
          </p:nvSpPr>
          <p:spPr>
            <a:xfrm>
              <a:off x="3092789" y="1578074"/>
              <a:ext cx="288742" cy="328439"/>
            </a:xfrm>
            <a:custGeom>
              <a:rect b="b" l="l" r="r" t="t"/>
              <a:pathLst>
                <a:path extrusionOk="0" h="8191" w="7201">
                  <a:moveTo>
                    <a:pt x="3506" y="1"/>
                  </a:moveTo>
                  <a:lnTo>
                    <a:pt x="3506" y="3935"/>
                  </a:lnTo>
                  <a:lnTo>
                    <a:pt x="80" y="1981"/>
                  </a:lnTo>
                  <a:lnTo>
                    <a:pt x="0" y="2115"/>
                  </a:lnTo>
                  <a:lnTo>
                    <a:pt x="3426" y="4096"/>
                  </a:lnTo>
                  <a:lnTo>
                    <a:pt x="0" y="6076"/>
                  </a:lnTo>
                  <a:lnTo>
                    <a:pt x="80" y="6210"/>
                  </a:lnTo>
                  <a:lnTo>
                    <a:pt x="3506" y="4230"/>
                  </a:lnTo>
                  <a:lnTo>
                    <a:pt x="3506" y="8191"/>
                  </a:lnTo>
                  <a:lnTo>
                    <a:pt x="3694" y="8191"/>
                  </a:lnTo>
                  <a:lnTo>
                    <a:pt x="3694" y="4230"/>
                  </a:lnTo>
                  <a:lnTo>
                    <a:pt x="7093" y="6210"/>
                  </a:lnTo>
                  <a:lnTo>
                    <a:pt x="7200" y="6076"/>
                  </a:lnTo>
                  <a:lnTo>
                    <a:pt x="3774" y="4096"/>
                  </a:lnTo>
                  <a:lnTo>
                    <a:pt x="7200" y="2115"/>
                  </a:lnTo>
                  <a:lnTo>
                    <a:pt x="7093" y="1981"/>
                  </a:lnTo>
                  <a:lnTo>
                    <a:pt x="3694" y="3935"/>
                  </a:lnTo>
                  <a:lnTo>
                    <a:pt x="369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 name="Google Shape;1936;p202"/>
            <p:cNvSpPr/>
            <p:nvPr/>
          </p:nvSpPr>
          <p:spPr>
            <a:xfrm>
              <a:off x="3474843" y="1578074"/>
              <a:ext cx="287659" cy="328439"/>
            </a:xfrm>
            <a:custGeom>
              <a:rect b="b" l="l" r="r" t="t"/>
              <a:pathLst>
                <a:path extrusionOk="0" h="8191" w="7174">
                  <a:moveTo>
                    <a:pt x="3507" y="1"/>
                  </a:moveTo>
                  <a:lnTo>
                    <a:pt x="3507" y="3935"/>
                  </a:lnTo>
                  <a:lnTo>
                    <a:pt x="81" y="1955"/>
                  </a:lnTo>
                  <a:lnTo>
                    <a:pt x="1" y="2115"/>
                  </a:lnTo>
                  <a:lnTo>
                    <a:pt x="3400" y="4096"/>
                  </a:lnTo>
                  <a:lnTo>
                    <a:pt x="1" y="6050"/>
                  </a:lnTo>
                  <a:lnTo>
                    <a:pt x="81" y="6210"/>
                  </a:lnTo>
                  <a:lnTo>
                    <a:pt x="3507" y="4230"/>
                  </a:lnTo>
                  <a:lnTo>
                    <a:pt x="3480" y="8191"/>
                  </a:lnTo>
                  <a:lnTo>
                    <a:pt x="3668" y="8191"/>
                  </a:lnTo>
                  <a:lnTo>
                    <a:pt x="3668" y="4230"/>
                  </a:lnTo>
                  <a:lnTo>
                    <a:pt x="7094" y="6210"/>
                  </a:lnTo>
                  <a:lnTo>
                    <a:pt x="7174" y="6050"/>
                  </a:lnTo>
                  <a:lnTo>
                    <a:pt x="3748" y="4096"/>
                  </a:lnTo>
                  <a:lnTo>
                    <a:pt x="7174" y="2115"/>
                  </a:lnTo>
                  <a:lnTo>
                    <a:pt x="7094" y="1955"/>
                  </a:lnTo>
                  <a:lnTo>
                    <a:pt x="3668" y="3935"/>
                  </a:lnTo>
                  <a:lnTo>
                    <a:pt x="366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p202"/>
            <p:cNvSpPr/>
            <p:nvPr/>
          </p:nvSpPr>
          <p:spPr>
            <a:xfrm>
              <a:off x="3855854" y="1578074"/>
              <a:ext cx="287659" cy="328439"/>
            </a:xfrm>
            <a:custGeom>
              <a:rect b="b" l="l" r="r" t="t"/>
              <a:pathLst>
                <a:path extrusionOk="0" h="8191" w="7174">
                  <a:moveTo>
                    <a:pt x="3507" y="1"/>
                  </a:moveTo>
                  <a:lnTo>
                    <a:pt x="3507" y="3935"/>
                  </a:lnTo>
                  <a:lnTo>
                    <a:pt x="81" y="1955"/>
                  </a:lnTo>
                  <a:lnTo>
                    <a:pt x="0" y="2115"/>
                  </a:lnTo>
                  <a:lnTo>
                    <a:pt x="3426" y="4096"/>
                  </a:lnTo>
                  <a:lnTo>
                    <a:pt x="0" y="6050"/>
                  </a:lnTo>
                  <a:lnTo>
                    <a:pt x="81" y="6210"/>
                  </a:lnTo>
                  <a:lnTo>
                    <a:pt x="3507" y="4230"/>
                  </a:lnTo>
                  <a:lnTo>
                    <a:pt x="3507" y="8191"/>
                  </a:lnTo>
                  <a:lnTo>
                    <a:pt x="3667" y="8191"/>
                  </a:lnTo>
                  <a:lnTo>
                    <a:pt x="3667" y="4230"/>
                  </a:lnTo>
                  <a:lnTo>
                    <a:pt x="7093" y="6210"/>
                  </a:lnTo>
                  <a:lnTo>
                    <a:pt x="7174" y="6050"/>
                  </a:lnTo>
                  <a:lnTo>
                    <a:pt x="3748" y="4096"/>
                  </a:lnTo>
                  <a:lnTo>
                    <a:pt x="7174" y="2115"/>
                  </a:lnTo>
                  <a:lnTo>
                    <a:pt x="7093" y="1955"/>
                  </a:lnTo>
                  <a:lnTo>
                    <a:pt x="3667" y="3935"/>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 name="Google Shape;1938;p202"/>
            <p:cNvSpPr/>
            <p:nvPr/>
          </p:nvSpPr>
          <p:spPr>
            <a:xfrm>
              <a:off x="2518586" y="1919388"/>
              <a:ext cx="287659" cy="293033"/>
            </a:xfrm>
            <a:custGeom>
              <a:rect b="b" l="l" r="r" t="t"/>
              <a:pathLst>
                <a:path extrusionOk="0" h="7308" w="7174">
                  <a:moveTo>
                    <a:pt x="3507" y="0"/>
                  </a:moveTo>
                  <a:lnTo>
                    <a:pt x="3507" y="3961"/>
                  </a:lnTo>
                  <a:lnTo>
                    <a:pt x="81" y="1981"/>
                  </a:lnTo>
                  <a:lnTo>
                    <a:pt x="0" y="2141"/>
                  </a:lnTo>
                  <a:lnTo>
                    <a:pt x="3426" y="4095"/>
                  </a:lnTo>
                  <a:lnTo>
                    <a:pt x="1767" y="5059"/>
                  </a:lnTo>
                  <a:cubicBezTo>
                    <a:pt x="1821" y="5086"/>
                    <a:pt x="1847" y="5139"/>
                    <a:pt x="1874" y="5193"/>
                  </a:cubicBezTo>
                  <a:lnTo>
                    <a:pt x="3507" y="4256"/>
                  </a:lnTo>
                  <a:lnTo>
                    <a:pt x="3507" y="7120"/>
                  </a:lnTo>
                  <a:cubicBezTo>
                    <a:pt x="3560" y="7200"/>
                    <a:pt x="3614" y="7254"/>
                    <a:pt x="3667" y="7307"/>
                  </a:cubicBezTo>
                  <a:lnTo>
                    <a:pt x="3667" y="4256"/>
                  </a:lnTo>
                  <a:lnTo>
                    <a:pt x="7093" y="6236"/>
                  </a:lnTo>
                  <a:lnTo>
                    <a:pt x="7174" y="6076"/>
                  </a:lnTo>
                  <a:lnTo>
                    <a:pt x="3748" y="4095"/>
                  </a:lnTo>
                  <a:lnTo>
                    <a:pt x="7174" y="2141"/>
                  </a:lnTo>
                  <a:lnTo>
                    <a:pt x="7093" y="1981"/>
                  </a:lnTo>
                  <a:lnTo>
                    <a:pt x="3667" y="3961"/>
                  </a:lnTo>
                  <a:lnTo>
                    <a:pt x="366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 name="Google Shape;1939;p202"/>
            <p:cNvSpPr/>
            <p:nvPr/>
          </p:nvSpPr>
          <p:spPr>
            <a:xfrm>
              <a:off x="2899597" y="1919388"/>
              <a:ext cx="287659" cy="328439"/>
            </a:xfrm>
            <a:custGeom>
              <a:rect b="b" l="l" r="r" t="t"/>
              <a:pathLst>
                <a:path extrusionOk="0" h="8191" w="7174">
                  <a:moveTo>
                    <a:pt x="3507" y="0"/>
                  </a:moveTo>
                  <a:lnTo>
                    <a:pt x="3507" y="3961"/>
                  </a:lnTo>
                  <a:lnTo>
                    <a:pt x="81" y="1981"/>
                  </a:lnTo>
                  <a:lnTo>
                    <a:pt x="0" y="2141"/>
                  </a:lnTo>
                  <a:lnTo>
                    <a:pt x="3426" y="4095"/>
                  </a:lnTo>
                  <a:lnTo>
                    <a:pt x="0" y="6076"/>
                  </a:lnTo>
                  <a:lnTo>
                    <a:pt x="81" y="6236"/>
                  </a:lnTo>
                  <a:lnTo>
                    <a:pt x="3507" y="4256"/>
                  </a:lnTo>
                  <a:lnTo>
                    <a:pt x="3507" y="8190"/>
                  </a:lnTo>
                  <a:lnTo>
                    <a:pt x="3667" y="8190"/>
                  </a:lnTo>
                  <a:lnTo>
                    <a:pt x="3667" y="4256"/>
                  </a:lnTo>
                  <a:lnTo>
                    <a:pt x="7093" y="6236"/>
                  </a:lnTo>
                  <a:lnTo>
                    <a:pt x="7173" y="6076"/>
                  </a:lnTo>
                  <a:lnTo>
                    <a:pt x="3774" y="4095"/>
                  </a:lnTo>
                  <a:lnTo>
                    <a:pt x="7173" y="2141"/>
                  </a:lnTo>
                  <a:lnTo>
                    <a:pt x="7093" y="1981"/>
                  </a:lnTo>
                  <a:lnTo>
                    <a:pt x="3667" y="3961"/>
                  </a:lnTo>
                  <a:lnTo>
                    <a:pt x="3667"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 name="Google Shape;1940;p202"/>
            <p:cNvSpPr/>
            <p:nvPr/>
          </p:nvSpPr>
          <p:spPr>
            <a:xfrm>
              <a:off x="3280608" y="1919388"/>
              <a:ext cx="288742" cy="328439"/>
            </a:xfrm>
            <a:custGeom>
              <a:rect b="b" l="l" r="r" t="t"/>
              <a:pathLst>
                <a:path extrusionOk="0" h="8191" w="7201">
                  <a:moveTo>
                    <a:pt x="3506" y="0"/>
                  </a:moveTo>
                  <a:lnTo>
                    <a:pt x="3506" y="3961"/>
                  </a:lnTo>
                  <a:lnTo>
                    <a:pt x="107" y="1981"/>
                  </a:lnTo>
                  <a:lnTo>
                    <a:pt x="0" y="2115"/>
                  </a:lnTo>
                  <a:lnTo>
                    <a:pt x="3426" y="4095"/>
                  </a:lnTo>
                  <a:lnTo>
                    <a:pt x="0" y="6076"/>
                  </a:lnTo>
                  <a:lnTo>
                    <a:pt x="107" y="6236"/>
                  </a:lnTo>
                  <a:lnTo>
                    <a:pt x="3506" y="4256"/>
                  </a:lnTo>
                  <a:lnTo>
                    <a:pt x="3506" y="8190"/>
                  </a:lnTo>
                  <a:lnTo>
                    <a:pt x="3694" y="8190"/>
                  </a:lnTo>
                  <a:lnTo>
                    <a:pt x="3694" y="4256"/>
                  </a:lnTo>
                  <a:lnTo>
                    <a:pt x="7093" y="6236"/>
                  </a:lnTo>
                  <a:lnTo>
                    <a:pt x="7200" y="6076"/>
                  </a:lnTo>
                  <a:lnTo>
                    <a:pt x="3774" y="4095"/>
                  </a:lnTo>
                  <a:lnTo>
                    <a:pt x="7200" y="2115"/>
                  </a:lnTo>
                  <a:lnTo>
                    <a:pt x="7120" y="1981"/>
                  </a:lnTo>
                  <a:lnTo>
                    <a:pt x="3694" y="3961"/>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 name="Google Shape;1941;p202"/>
            <p:cNvSpPr/>
            <p:nvPr/>
          </p:nvSpPr>
          <p:spPr>
            <a:xfrm>
              <a:off x="3662662" y="1919388"/>
              <a:ext cx="287659" cy="328439"/>
            </a:xfrm>
            <a:custGeom>
              <a:rect b="b" l="l" r="r" t="t"/>
              <a:pathLst>
                <a:path extrusionOk="0" h="8191" w="7174">
                  <a:moveTo>
                    <a:pt x="3507" y="0"/>
                  </a:moveTo>
                  <a:lnTo>
                    <a:pt x="3507" y="3961"/>
                  </a:lnTo>
                  <a:lnTo>
                    <a:pt x="81" y="1981"/>
                  </a:lnTo>
                  <a:lnTo>
                    <a:pt x="1" y="2115"/>
                  </a:lnTo>
                  <a:lnTo>
                    <a:pt x="3400" y="4095"/>
                  </a:lnTo>
                  <a:lnTo>
                    <a:pt x="1" y="6076"/>
                  </a:lnTo>
                  <a:lnTo>
                    <a:pt x="81" y="6210"/>
                  </a:lnTo>
                  <a:lnTo>
                    <a:pt x="3507" y="4256"/>
                  </a:lnTo>
                  <a:lnTo>
                    <a:pt x="3507" y="8190"/>
                  </a:lnTo>
                  <a:lnTo>
                    <a:pt x="3668" y="8190"/>
                  </a:lnTo>
                  <a:lnTo>
                    <a:pt x="3668" y="4256"/>
                  </a:lnTo>
                  <a:lnTo>
                    <a:pt x="7094" y="6210"/>
                  </a:lnTo>
                  <a:lnTo>
                    <a:pt x="7174" y="6076"/>
                  </a:lnTo>
                  <a:lnTo>
                    <a:pt x="3748" y="4095"/>
                  </a:lnTo>
                  <a:lnTo>
                    <a:pt x="7174" y="2115"/>
                  </a:lnTo>
                  <a:lnTo>
                    <a:pt x="7094" y="1981"/>
                  </a:lnTo>
                  <a:lnTo>
                    <a:pt x="3668" y="3961"/>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 name="Google Shape;1942;p202"/>
            <p:cNvSpPr/>
            <p:nvPr/>
          </p:nvSpPr>
          <p:spPr>
            <a:xfrm>
              <a:off x="4043673" y="1998782"/>
              <a:ext cx="78391" cy="49400"/>
            </a:xfrm>
            <a:custGeom>
              <a:rect b="b" l="l" r="r" t="t"/>
              <a:pathLst>
                <a:path extrusionOk="0" h="1232" w="1955">
                  <a:moveTo>
                    <a:pt x="81" y="1"/>
                  </a:moveTo>
                  <a:lnTo>
                    <a:pt x="0" y="135"/>
                  </a:lnTo>
                  <a:lnTo>
                    <a:pt x="1874" y="1232"/>
                  </a:lnTo>
                  <a:cubicBezTo>
                    <a:pt x="1901" y="1178"/>
                    <a:pt x="1928" y="1125"/>
                    <a:pt x="1954" y="1071"/>
                  </a:cubicBezTo>
                  <a:lnTo>
                    <a:pt x="8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 name="Google Shape;1943;p202"/>
            <p:cNvSpPr/>
            <p:nvPr/>
          </p:nvSpPr>
          <p:spPr>
            <a:xfrm>
              <a:off x="2884560" y="2317561"/>
              <a:ext cx="114879" cy="68727"/>
            </a:xfrm>
            <a:custGeom>
              <a:rect b="b" l="l" r="r" t="t"/>
              <a:pathLst>
                <a:path extrusionOk="0" h="1714" w="2865">
                  <a:moveTo>
                    <a:pt x="2784" y="0"/>
                  </a:moveTo>
                  <a:lnTo>
                    <a:pt x="1" y="1606"/>
                  </a:lnTo>
                  <a:cubicBezTo>
                    <a:pt x="54" y="1660"/>
                    <a:pt x="108" y="1686"/>
                    <a:pt x="161" y="1713"/>
                  </a:cubicBezTo>
                  <a:lnTo>
                    <a:pt x="2864" y="161"/>
                  </a:lnTo>
                  <a:lnTo>
                    <a:pt x="278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 name="Google Shape;1944;p202"/>
            <p:cNvSpPr/>
            <p:nvPr/>
          </p:nvSpPr>
          <p:spPr>
            <a:xfrm>
              <a:off x="2852362" y="2238127"/>
              <a:ext cx="6496" cy="129916"/>
            </a:xfrm>
            <a:custGeom>
              <a:rect b="b" l="l" r="r" t="t"/>
              <a:pathLst>
                <a:path extrusionOk="0" h="3240" w="162">
                  <a:moveTo>
                    <a:pt x="1" y="0"/>
                  </a:moveTo>
                  <a:lnTo>
                    <a:pt x="1" y="3132"/>
                  </a:lnTo>
                  <a:cubicBezTo>
                    <a:pt x="54" y="3159"/>
                    <a:pt x="108" y="3212"/>
                    <a:pt x="161" y="3239"/>
                  </a:cubicBezTo>
                  <a:lnTo>
                    <a:pt x="16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 name="Google Shape;1945;p202"/>
            <p:cNvSpPr/>
            <p:nvPr/>
          </p:nvSpPr>
          <p:spPr>
            <a:xfrm>
              <a:off x="3092789" y="2238127"/>
              <a:ext cx="288742" cy="255461"/>
            </a:xfrm>
            <a:custGeom>
              <a:rect b="b" l="l" r="r" t="t"/>
              <a:pathLst>
                <a:path extrusionOk="0" h="6371" w="7201">
                  <a:moveTo>
                    <a:pt x="3506" y="0"/>
                  </a:moveTo>
                  <a:lnTo>
                    <a:pt x="3506" y="3962"/>
                  </a:lnTo>
                  <a:lnTo>
                    <a:pt x="80" y="1981"/>
                  </a:lnTo>
                  <a:lnTo>
                    <a:pt x="0" y="2142"/>
                  </a:lnTo>
                  <a:lnTo>
                    <a:pt x="3426" y="4096"/>
                  </a:lnTo>
                  <a:lnTo>
                    <a:pt x="455" y="5835"/>
                  </a:lnTo>
                  <a:cubicBezTo>
                    <a:pt x="535" y="5835"/>
                    <a:pt x="616" y="5862"/>
                    <a:pt x="696" y="5889"/>
                  </a:cubicBezTo>
                  <a:lnTo>
                    <a:pt x="3506" y="4256"/>
                  </a:lnTo>
                  <a:lnTo>
                    <a:pt x="3506" y="6371"/>
                  </a:lnTo>
                  <a:lnTo>
                    <a:pt x="3694" y="6371"/>
                  </a:lnTo>
                  <a:lnTo>
                    <a:pt x="3694" y="4256"/>
                  </a:lnTo>
                  <a:lnTo>
                    <a:pt x="7093" y="6237"/>
                  </a:lnTo>
                  <a:lnTo>
                    <a:pt x="7200" y="6076"/>
                  </a:lnTo>
                  <a:lnTo>
                    <a:pt x="3774" y="4096"/>
                  </a:lnTo>
                  <a:lnTo>
                    <a:pt x="7200" y="2142"/>
                  </a:lnTo>
                  <a:lnTo>
                    <a:pt x="7093" y="1981"/>
                  </a:lnTo>
                  <a:lnTo>
                    <a:pt x="3694" y="3962"/>
                  </a:lnTo>
                  <a:lnTo>
                    <a:pt x="3694"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 name="Google Shape;1946;p202"/>
            <p:cNvSpPr/>
            <p:nvPr/>
          </p:nvSpPr>
          <p:spPr>
            <a:xfrm>
              <a:off x="3474843" y="2238127"/>
              <a:ext cx="287659" cy="247963"/>
            </a:xfrm>
            <a:custGeom>
              <a:rect b="b" l="l" r="r" t="t"/>
              <a:pathLst>
                <a:path extrusionOk="0" h="6184" w="7174">
                  <a:moveTo>
                    <a:pt x="3507" y="0"/>
                  </a:moveTo>
                  <a:lnTo>
                    <a:pt x="3480" y="3962"/>
                  </a:lnTo>
                  <a:lnTo>
                    <a:pt x="81" y="1981"/>
                  </a:lnTo>
                  <a:lnTo>
                    <a:pt x="1" y="2142"/>
                  </a:lnTo>
                  <a:lnTo>
                    <a:pt x="3400" y="4096"/>
                  </a:lnTo>
                  <a:lnTo>
                    <a:pt x="1" y="6076"/>
                  </a:lnTo>
                  <a:lnTo>
                    <a:pt x="54" y="6183"/>
                  </a:lnTo>
                  <a:lnTo>
                    <a:pt x="161" y="6183"/>
                  </a:lnTo>
                  <a:lnTo>
                    <a:pt x="3480" y="4256"/>
                  </a:lnTo>
                  <a:lnTo>
                    <a:pt x="3480" y="5354"/>
                  </a:lnTo>
                  <a:cubicBezTo>
                    <a:pt x="3560" y="5327"/>
                    <a:pt x="3614" y="5327"/>
                    <a:pt x="3668" y="5300"/>
                  </a:cubicBezTo>
                  <a:lnTo>
                    <a:pt x="3668" y="4256"/>
                  </a:lnTo>
                  <a:lnTo>
                    <a:pt x="4765" y="4899"/>
                  </a:lnTo>
                  <a:cubicBezTo>
                    <a:pt x="4845" y="4872"/>
                    <a:pt x="4899" y="4845"/>
                    <a:pt x="4979" y="4818"/>
                  </a:cubicBezTo>
                  <a:lnTo>
                    <a:pt x="3748" y="4096"/>
                  </a:lnTo>
                  <a:lnTo>
                    <a:pt x="7174" y="2142"/>
                  </a:lnTo>
                  <a:lnTo>
                    <a:pt x="7094" y="1981"/>
                  </a:lnTo>
                  <a:lnTo>
                    <a:pt x="3668" y="3962"/>
                  </a:lnTo>
                  <a:lnTo>
                    <a:pt x="3668"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 name="Google Shape;1947;p202"/>
            <p:cNvSpPr/>
            <p:nvPr/>
          </p:nvSpPr>
          <p:spPr>
            <a:xfrm>
              <a:off x="3855854" y="2317561"/>
              <a:ext cx="12911" cy="9704"/>
            </a:xfrm>
            <a:custGeom>
              <a:rect b="b" l="l" r="r" t="t"/>
              <a:pathLst>
                <a:path extrusionOk="0" h="242" w="322">
                  <a:moveTo>
                    <a:pt x="81" y="0"/>
                  </a:moveTo>
                  <a:lnTo>
                    <a:pt x="0" y="134"/>
                  </a:lnTo>
                  <a:lnTo>
                    <a:pt x="161" y="241"/>
                  </a:lnTo>
                  <a:cubicBezTo>
                    <a:pt x="215" y="214"/>
                    <a:pt x="268" y="161"/>
                    <a:pt x="322" y="134"/>
                  </a:cubicBezTo>
                  <a:lnTo>
                    <a:pt x="8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48" name="Google Shape;1948;p202"/>
          <p:cNvSpPr txBox="1"/>
          <p:nvPr>
            <p:ph type="title"/>
          </p:nvPr>
        </p:nvSpPr>
        <p:spPr>
          <a:xfrm>
            <a:off x="713225" y="528150"/>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solidFill>
                  <a:schemeClr val="accent2"/>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949" name="Google Shape;1949;p202"/>
          <p:cNvSpPr txBox="1"/>
          <p:nvPr>
            <p:ph idx="1" type="subTitle"/>
          </p:nvPr>
        </p:nvSpPr>
        <p:spPr>
          <a:xfrm>
            <a:off x="713225" y="1091875"/>
            <a:ext cx="6028800" cy="3431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Char char="●"/>
              <a:defRPr sz="1400"/>
            </a:lvl1pPr>
            <a:lvl2pPr lvl="1" algn="l">
              <a:lnSpc>
                <a:spcPct val="100000"/>
              </a:lnSpc>
              <a:spcBef>
                <a:spcPts val="0"/>
              </a:spcBef>
              <a:spcAft>
                <a:spcPts val="0"/>
              </a:spcAft>
              <a:buClr>
                <a:schemeClr val="lt1"/>
              </a:buClr>
              <a:buSzPts val="1000"/>
              <a:buFont typeface="Anaheim"/>
              <a:buChar char="○"/>
              <a:defRPr/>
            </a:lvl2pPr>
            <a:lvl3pPr lvl="2" algn="l">
              <a:lnSpc>
                <a:spcPct val="100000"/>
              </a:lnSpc>
              <a:spcBef>
                <a:spcPts val="0"/>
              </a:spcBef>
              <a:spcAft>
                <a:spcPts val="0"/>
              </a:spcAft>
              <a:buClr>
                <a:schemeClr val="lt1"/>
              </a:buClr>
              <a:buSzPts val="1000"/>
              <a:buFont typeface="Anaheim"/>
              <a:buChar char="■"/>
              <a:defRPr/>
            </a:lvl3pPr>
            <a:lvl4pPr lvl="3" algn="l">
              <a:lnSpc>
                <a:spcPct val="100000"/>
              </a:lnSpc>
              <a:spcBef>
                <a:spcPts val="0"/>
              </a:spcBef>
              <a:spcAft>
                <a:spcPts val="0"/>
              </a:spcAft>
              <a:buClr>
                <a:schemeClr val="lt1"/>
              </a:buClr>
              <a:buSzPts val="1000"/>
              <a:buFont typeface="Anaheim"/>
              <a:buChar char="●"/>
              <a:defRPr/>
            </a:lvl4pPr>
            <a:lvl5pPr lvl="4" algn="l">
              <a:lnSpc>
                <a:spcPct val="100000"/>
              </a:lnSpc>
              <a:spcBef>
                <a:spcPts val="0"/>
              </a:spcBef>
              <a:spcAft>
                <a:spcPts val="0"/>
              </a:spcAft>
              <a:buClr>
                <a:schemeClr val="lt1"/>
              </a:buClr>
              <a:buSzPts val="1000"/>
              <a:buFont typeface="Anaheim"/>
              <a:buChar char="○"/>
              <a:defRPr/>
            </a:lvl5pPr>
            <a:lvl6pPr lvl="5" algn="l">
              <a:lnSpc>
                <a:spcPct val="100000"/>
              </a:lnSpc>
              <a:spcBef>
                <a:spcPts val="0"/>
              </a:spcBef>
              <a:spcAft>
                <a:spcPts val="0"/>
              </a:spcAft>
              <a:buClr>
                <a:schemeClr val="lt1"/>
              </a:buClr>
              <a:buSzPts val="1000"/>
              <a:buFont typeface="Anaheim"/>
              <a:buChar char="■"/>
              <a:defRPr/>
            </a:lvl6pPr>
            <a:lvl7pPr lvl="6" algn="l">
              <a:lnSpc>
                <a:spcPct val="100000"/>
              </a:lnSpc>
              <a:spcBef>
                <a:spcPts val="0"/>
              </a:spcBef>
              <a:spcAft>
                <a:spcPts val="0"/>
              </a:spcAft>
              <a:buClr>
                <a:schemeClr val="lt1"/>
              </a:buClr>
              <a:buSzPts val="1000"/>
              <a:buFont typeface="Anaheim"/>
              <a:buChar char="●"/>
              <a:defRPr/>
            </a:lvl7pPr>
            <a:lvl8pPr lvl="7" algn="l">
              <a:lnSpc>
                <a:spcPct val="100000"/>
              </a:lnSpc>
              <a:spcBef>
                <a:spcPts val="0"/>
              </a:spcBef>
              <a:spcAft>
                <a:spcPts val="0"/>
              </a:spcAft>
              <a:buClr>
                <a:schemeClr val="lt1"/>
              </a:buClr>
              <a:buSzPts val="1000"/>
              <a:buFont typeface="Anaheim"/>
              <a:buChar char="○"/>
              <a:defRPr/>
            </a:lvl8pPr>
            <a:lvl9pPr lvl="8" algn="l">
              <a:lnSpc>
                <a:spcPct val="100000"/>
              </a:lnSpc>
              <a:spcBef>
                <a:spcPts val="0"/>
              </a:spcBef>
              <a:spcAft>
                <a:spcPts val="0"/>
              </a:spcAft>
              <a:buClr>
                <a:schemeClr val="lt1"/>
              </a:buClr>
              <a:buSzPts val="1000"/>
              <a:buFont typeface="Anaheim"/>
              <a:buChar char="■"/>
              <a:defRPr/>
            </a:lvl9pPr>
          </a:lstStyle>
          <a:p/>
        </p:txBody>
      </p:sp>
      <p:sp>
        <p:nvSpPr>
          <p:cNvPr id="1950" name="Google Shape;1950;p202"/>
          <p:cNvSpPr/>
          <p:nvPr/>
        </p:nvSpPr>
        <p:spPr>
          <a:xfrm>
            <a:off x="-749900" y="3073920"/>
            <a:ext cx="1774800" cy="17748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951" name="Shape 1951"/>
        <p:cNvGrpSpPr/>
        <p:nvPr/>
      </p:nvGrpSpPr>
      <p:grpSpPr>
        <a:xfrm>
          <a:off x="0" y="0"/>
          <a:ext cx="0" cy="0"/>
          <a:chOff x="0" y="0"/>
          <a:chExt cx="0" cy="0"/>
        </a:xfrm>
      </p:grpSpPr>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47">
    <p:spTree>
      <p:nvGrpSpPr>
        <p:cNvPr id="1952" name="Shape 1952"/>
        <p:cNvGrpSpPr/>
        <p:nvPr/>
      </p:nvGrpSpPr>
      <p:grpSpPr>
        <a:xfrm>
          <a:off x="0" y="0"/>
          <a:ext cx="0" cy="0"/>
          <a:chOff x="0" y="0"/>
          <a:chExt cx="0" cy="0"/>
        </a:xfrm>
      </p:grpSpPr>
      <p:grpSp>
        <p:nvGrpSpPr>
          <p:cNvPr id="1953" name="Google Shape;1953;p210"/>
          <p:cNvGrpSpPr/>
          <p:nvPr/>
        </p:nvGrpSpPr>
        <p:grpSpPr>
          <a:xfrm flipH="1">
            <a:off x="6914055" y="-80449"/>
            <a:ext cx="2277317" cy="5304377"/>
            <a:chOff x="224725" y="566950"/>
            <a:chExt cx="1850875" cy="4311100"/>
          </a:xfrm>
        </p:grpSpPr>
        <p:sp>
          <p:nvSpPr>
            <p:cNvPr id="1954" name="Google Shape;1954;p210"/>
            <p:cNvSpPr/>
            <p:nvPr/>
          </p:nvSpPr>
          <p:spPr>
            <a:xfrm>
              <a:off x="1914975" y="566950"/>
              <a:ext cx="160625" cy="2033000"/>
            </a:xfrm>
            <a:custGeom>
              <a:rect b="b" l="l" r="r" t="t"/>
              <a:pathLst>
                <a:path extrusionOk="0" h="81320" w="6425">
                  <a:moveTo>
                    <a:pt x="126" y="1"/>
                  </a:moveTo>
                  <a:cubicBezTo>
                    <a:pt x="81" y="1"/>
                    <a:pt x="44" y="24"/>
                    <a:pt x="27" y="57"/>
                  </a:cubicBezTo>
                  <a:cubicBezTo>
                    <a:pt x="27" y="84"/>
                    <a:pt x="27" y="110"/>
                    <a:pt x="27" y="137"/>
                  </a:cubicBezTo>
                  <a:cubicBezTo>
                    <a:pt x="27" y="164"/>
                    <a:pt x="27"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45" y="15394"/>
                    <a:pt x="2945" y="15447"/>
                    <a:pt x="2945" y="15501"/>
                  </a:cubicBezTo>
                  <a:cubicBezTo>
                    <a:pt x="2998" y="17321"/>
                    <a:pt x="1848" y="19248"/>
                    <a:pt x="108" y="20292"/>
                  </a:cubicBezTo>
                  <a:cubicBezTo>
                    <a:pt x="54" y="20292"/>
                    <a:pt x="27" y="20318"/>
                    <a:pt x="27" y="20372"/>
                  </a:cubicBezTo>
                  <a:cubicBezTo>
                    <a:pt x="1" y="20425"/>
                    <a:pt x="27" y="20479"/>
                    <a:pt x="81" y="20506"/>
                  </a:cubicBezTo>
                  <a:cubicBezTo>
                    <a:pt x="1794" y="21496"/>
                    <a:pt x="2865" y="23316"/>
                    <a:pt x="2945" y="25324"/>
                  </a:cubicBezTo>
                  <a:cubicBezTo>
                    <a:pt x="2945" y="25350"/>
                    <a:pt x="2972" y="25404"/>
                    <a:pt x="2998" y="25431"/>
                  </a:cubicBezTo>
                  <a:cubicBezTo>
                    <a:pt x="4952" y="26394"/>
                    <a:pt x="6157" y="28348"/>
                    <a:pt x="6157" y="30543"/>
                  </a:cubicBezTo>
                  <a:cubicBezTo>
                    <a:pt x="6157" y="32711"/>
                    <a:pt x="4952" y="34665"/>
                    <a:pt x="2998" y="35628"/>
                  </a:cubicBezTo>
                  <a:cubicBezTo>
                    <a:pt x="2945" y="35655"/>
                    <a:pt x="2918" y="35709"/>
                    <a:pt x="2945" y="35762"/>
                  </a:cubicBezTo>
                  <a:cubicBezTo>
                    <a:pt x="3106"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1" y="81297"/>
                    <a:pt x="104" y="81320"/>
                    <a:pt x="145" y="81320"/>
                  </a:cubicBezTo>
                  <a:cubicBezTo>
                    <a:pt x="170" y="81320"/>
                    <a:pt x="194" y="81311"/>
                    <a:pt x="215" y="81290"/>
                  </a:cubicBezTo>
                  <a:cubicBezTo>
                    <a:pt x="2008" y="80273"/>
                    <a:pt x="3106" y="78427"/>
                    <a:pt x="3186" y="76366"/>
                  </a:cubicBezTo>
                  <a:cubicBezTo>
                    <a:pt x="5166" y="75322"/>
                    <a:pt x="6424" y="73314"/>
                    <a:pt x="6424" y="71066"/>
                  </a:cubicBezTo>
                  <a:cubicBezTo>
                    <a:pt x="6424" y="68818"/>
                    <a:pt x="5166" y="66784"/>
                    <a:pt x="3186" y="65766"/>
                  </a:cubicBezTo>
                  <a:cubicBezTo>
                    <a:pt x="3106" y="63786"/>
                    <a:pt x="2062" y="61992"/>
                    <a:pt x="375" y="60922"/>
                  </a:cubicBezTo>
                  <a:cubicBezTo>
                    <a:pt x="2062" y="59878"/>
                    <a:pt x="3106" y="58085"/>
                    <a:pt x="3186" y="56104"/>
                  </a:cubicBezTo>
                  <a:cubicBezTo>
                    <a:pt x="5166" y="55060"/>
                    <a:pt x="6424" y="53053"/>
                    <a:pt x="6424" y="50804"/>
                  </a:cubicBezTo>
                  <a:cubicBezTo>
                    <a:pt x="6424" y="48556"/>
                    <a:pt x="5166" y="46522"/>
                    <a:pt x="3186" y="45505"/>
                  </a:cubicBezTo>
                  <a:cubicBezTo>
                    <a:pt x="3159" y="43604"/>
                    <a:pt x="2088" y="41731"/>
                    <a:pt x="375" y="40660"/>
                  </a:cubicBezTo>
                  <a:cubicBezTo>
                    <a:pt x="1901" y="39723"/>
                    <a:pt x="3320" y="37877"/>
                    <a:pt x="3186" y="35816"/>
                  </a:cubicBezTo>
                  <a:cubicBezTo>
                    <a:pt x="5193" y="34799"/>
                    <a:pt x="6424" y="32764"/>
                    <a:pt x="6424" y="30543"/>
                  </a:cubicBezTo>
                  <a:cubicBezTo>
                    <a:pt x="6424" y="28295"/>
                    <a:pt x="5166" y="26260"/>
                    <a:pt x="3186" y="25243"/>
                  </a:cubicBezTo>
                  <a:cubicBezTo>
                    <a:pt x="3106" y="23236"/>
                    <a:pt x="2062" y="21443"/>
                    <a:pt x="375" y="20399"/>
                  </a:cubicBezTo>
                  <a:cubicBezTo>
                    <a:pt x="2088" y="19328"/>
                    <a:pt x="3186" y="17454"/>
                    <a:pt x="3186" y="15608"/>
                  </a:cubicBezTo>
                  <a:cubicBezTo>
                    <a:pt x="3186" y="15608"/>
                    <a:pt x="3186" y="15581"/>
                    <a:pt x="3186" y="15554"/>
                  </a:cubicBezTo>
                  <a:cubicBezTo>
                    <a:pt x="5166" y="14537"/>
                    <a:pt x="6424" y="12503"/>
                    <a:pt x="6424" y="10255"/>
                  </a:cubicBezTo>
                  <a:cubicBezTo>
                    <a:pt x="6424" y="8033"/>
                    <a:pt x="5166" y="5999"/>
                    <a:pt x="3186" y="4982"/>
                  </a:cubicBezTo>
                  <a:lnTo>
                    <a:pt x="3186" y="4955"/>
                  </a:lnTo>
                  <a:cubicBezTo>
                    <a:pt x="3186" y="3028"/>
                    <a:pt x="2008" y="1074"/>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 name="Google Shape;1955;p210"/>
            <p:cNvSpPr/>
            <p:nvPr/>
          </p:nvSpPr>
          <p:spPr>
            <a:xfrm>
              <a:off x="1761075" y="818875"/>
              <a:ext cx="160625" cy="2032875"/>
            </a:xfrm>
            <a:custGeom>
              <a:rect b="b" l="l" r="r" t="t"/>
              <a:pathLst>
                <a:path extrusionOk="0" h="81315" w="6425">
                  <a:moveTo>
                    <a:pt x="149" y="1"/>
                  </a:moveTo>
                  <a:cubicBezTo>
                    <a:pt x="110" y="1"/>
                    <a:pt x="71" y="20"/>
                    <a:pt x="54" y="70"/>
                  </a:cubicBezTo>
                  <a:cubicBezTo>
                    <a:pt x="27" y="70"/>
                    <a:pt x="27" y="97"/>
                    <a:pt x="27" y="124"/>
                  </a:cubicBezTo>
                  <a:cubicBezTo>
                    <a:pt x="27" y="178"/>
                    <a:pt x="54" y="204"/>
                    <a:pt x="81" y="231"/>
                  </a:cubicBezTo>
                  <a:cubicBezTo>
                    <a:pt x="1821" y="1248"/>
                    <a:pt x="2972" y="3175"/>
                    <a:pt x="2945" y="5022"/>
                  </a:cubicBezTo>
                  <a:cubicBezTo>
                    <a:pt x="2945" y="5076"/>
                    <a:pt x="2972" y="5129"/>
                    <a:pt x="2998" y="5156"/>
                  </a:cubicBezTo>
                  <a:cubicBezTo>
                    <a:pt x="4952" y="6119"/>
                    <a:pt x="6183" y="8073"/>
                    <a:pt x="6183" y="10268"/>
                  </a:cubicBezTo>
                  <a:cubicBezTo>
                    <a:pt x="6183" y="12436"/>
                    <a:pt x="4952" y="14390"/>
                    <a:pt x="2998" y="15354"/>
                  </a:cubicBezTo>
                  <a:cubicBezTo>
                    <a:pt x="2972" y="15380"/>
                    <a:pt x="2945" y="15461"/>
                    <a:pt x="2945" y="15487"/>
                  </a:cubicBezTo>
                  <a:cubicBezTo>
                    <a:pt x="2998" y="17334"/>
                    <a:pt x="1847" y="19235"/>
                    <a:pt x="108" y="20278"/>
                  </a:cubicBezTo>
                  <a:cubicBezTo>
                    <a:pt x="81" y="20278"/>
                    <a:pt x="27" y="20305"/>
                    <a:pt x="27" y="20359"/>
                  </a:cubicBezTo>
                  <a:cubicBezTo>
                    <a:pt x="27" y="20412"/>
                    <a:pt x="27" y="20466"/>
                    <a:pt x="81" y="20493"/>
                  </a:cubicBezTo>
                  <a:cubicBezTo>
                    <a:pt x="1821" y="21510"/>
                    <a:pt x="2891" y="23303"/>
                    <a:pt x="2945" y="25310"/>
                  </a:cubicBezTo>
                  <a:cubicBezTo>
                    <a:pt x="2945" y="25364"/>
                    <a:pt x="2972" y="25391"/>
                    <a:pt x="2998" y="25417"/>
                  </a:cubicBezTo>
                  <a:cubicBezTo>
                    <a:pt x="4952" y="26381"/>
                    <a:pt x="6183" y="28362"/>
                    <a:pt x="6183" y="30530"/>
                  </a:cubicBezTo>
                  <a:cubicBezTo>
                    <a:pt x="6183" y="32698"/>
                    <a:pt x="4952" y="34652"/>
                    <a:pt x="2998" y="35642"/>
                  </a:cubicBezTo>
                  <a:cubicBezTo>
                    <a:pt x="2972" y="35642"/>
                    <a:pt x="2945" y="35695"/>
                    <a:pt x="2945" y="35749"/>
                  </a:cubicBezTo>
                  <a:cubicBezTo>
                    <a:pt x="3105" y="37837"/>
                    <a:pt x="1633" y="39630"/>
                    <a:pt x="108" y="40540"/>
                  </a:cubicBezTo>
                  <a:cubicBezTo>
                    <a:pt x="81" y="40540"/>
                    <a:pt x="27" y="40594"/>
                    <a:pt x="27" y="40620"/>
                  </a:cubicBezTo>
                  <a:cubicBezTo>
                    <a:pt x="27" y="40674"/>
                    <a:pt x="27" y="40727"/>
                    <a:pt x="81" y="40754"/>
                  </a:cubicBezTo>
                  <a:cubicBezTo>
                    <a:pt x="1821" y="41771"/>
                    <a:pt x="2945" y="43645"/>
                    <a:pt x="2945" y="45545"/>
                  </a:cubicBezTo>
                  <a:cubicBezTo>
                    <a:pt x="2945" y="45545"/>
                    <a:pt x="2945" y="45545"/>
                    <a:pt x="2945" y="45572"/>
                  </a:cubicBezTo>
                  <a:cubicBezTo>
                    <a:pt x="2945" y="45626"/>
                    <a:pt x="2972" y="45652"/>
                    <a:pt x="2998" y="45679"/>
                  </a:cubicBezTo>
                  <a:cubicBezTo>
                    <a:pt x="4952" y="46669"/>
                    <a:pt x="6183" y="48623"/>
                    <a:pt x="6183" y="50791"/>
                  </a:cubicBezTo>
                  <a:cubicBezTo>
                    <a:pt x="6183" y="52959"/>
                    <a:pt x="4952" y="54913"/>
                    <a:pt x="2998" y="55904"/>
                  </a:cubicBezTo>
                  <a:cubicBezTo>
                    <a:pt x="2972" y="55930"/>
                    <a:pt x="2945" y="55957"/>
                    <a:pt x="2945" y="56011"/>
                  </a:cubicBezTo>
                  <a:cubicBezTo>
                    <a:pt x="2891" y="57991"/>
                    <a:pt x="1847" y="59785"/>
                    <a:pt x="108" y="60802"/>
                  </a:cubicBezTo>
                  <a:cubicBezTo>
                    <a:pt x="81" y="60828"/>
                    <a:pt x="27" y="60855"/>
                    <a:pt x="27" y="60882"/>
                  </a:cubicBezTo>
                  <a:cubicBezTo>
                    <a:pt x="27" y="60935"/>
                    <a:pt x="27" y="60989"/>
                    <a:pt x="81" y="61016"/>
                  </a:cubicBezTo>
                  <a:cubicBezTo>
                    <a:pt x="1821" y="62033"/>
                    <a:pt x="2891" y="63826"/>
                    <a:pt x="2945" y="65834"/>
                  </a:cubicBezTo>
                  <a:cubicBezTo>
                    <a:pt x="2945" y="65887"/>
                    <a:pt x="2972" y="65914"/>
                    <a:pt x="2998" y="65941"/>
                  </a:cubicBezTo>
                  <a:cubicBezTo>
                    <a:pt x="4952" y="66931"/>
                    <a:pt x="6183" y="68885"/>
                    <a:pt x="6183" y="71053"/>
                  </a:cubicBezTo>
                  <a:cubicBezTo>
                    <a:pt x="6183" y="73221"/>
                    <a:pt x="4952" y="75175"/>
                    <a:pt x="2998" y="76165"/>
                  </a:cubicBezTo>
                  <a:cubicBezTo>
                    <a:pt x="2972" y="76192"/>
                    <a:pt x="2945" y="76219"/>
                    <a:pt x="2945" y="76272"/>
                  </a:cubicBezTo>
                  <a:cubicBezTo>
                    <a:pt x="2891" y="78280"/>
                    <a:pt x="1821" y="80073"/>
                    <a:pt x="81" y="81090"/>
                  </a:cubicBezTo>
                  <a:cubicBezTo>
                    <a:pt x="27" y="81117"/>
                    <a:pt x="1" y="81197"/>
                    <a:pt x="54" y="81251"/>
                  </a:cubicBezTo>
                  <a:cubicBezTo>
                    <a:pt x="74" y="81290"/>
                    <a:pt x="122" y="81315"/>
                    <a:pt x="167" y="81315"/>
                  </a:cubicBezTo>
                  <a:cubicBezTo>
                    <a:pt x="184" y="81315"/>
                    <a:pt x="200" y="81311"/>
                    <a:pt x="215" y="81304"/>
                  </a:cubicBezTo>
                  <a:cubicBezTo>
                    <a:pt x="2008" y="80260"/>
                    <a:pt x="3105" y="78413"/>
                    <a:pt x="3186" y="76352"/>
                  </a:cubicBezTo>
                  <a:cubicBezTo>
                    <a:pt x="5193" y="75309"/>
                    <a:pt x="6424" y="73301"/>
                    <a:pt x="6424" y="71053"/>
                  </a:cubicBezTo>
                  <a:cubicBezTo>
                    <a:pt x="6424" y="68805"/>
                    <a:pt x="5193" y="66797"/>
                    <a:pt x="3186" y="65753"/>
                  </a:cubicBezTo>
                  <a:cubicBezTo>
                    <a:pt x="3132" y="63773"/>
                    <a:pt x="2088" y="61979"/>
                    <a:pt x="402" y="60909"/>
                  </a:cubicBezTo>
                  <a:cubicBezTo>
                    <a:pt x="2088" y="59865"/>
                    <a:pt x="3132" y="58072"/>
                    <a:pt x="3186" y="56091"/>
                  </a:cubicBezTo>
                  <a:cubicBezTo>
                    <a:pt x="5193" y="55047"/>
                    <a:pt x="6424" y="53040"/>
                    <a:pt x="6424" y="50791"/>
                  </a:cubicBezTo>
                  <a:cubicBezTo>
                    <a:pt x="6424" y="48543"/>
                    <a:pt x="5193" y="46536"/>
                    <a:pt x="3186" y="45492"/>
                  </a:cubicBezTo>
                  <a:cubicBezTo>
                    <a:pt x="3186" y="43591"/>
                    <a:pt x="2088" y="41718"/>
                    <a:pt x="402" y="40647"/>
                  </a:cubicBezTo>
                  <a:cubicBezTo>
                    <a:pt x="1901" y="39710"/>
                    <a:pt x="3320" y="37890"/>
                    <a:pt x="3186" y="35829"/>
                  </a:cubicBezTo>
                  <a:cubicBezTo>
                    <a:pt x="5193" y="34785"/>
                    <a:pt x="6424" y="32751"/>
                    <a:pt x="6424" y="30530"/>
                  </a:cubicBezTo>
                  <a:cubicBezTo>
                    <a:pt x="6424" y="28281"/>
                    <a:pt x="5193" y="26247"/>
                    <a:pt x="3186" y="25230"/>
                  </a:cubicBezTo>
                  <a:cubicBezTo>
                    <a:pt x="3105" y="23223"/>
                    <a:pt x="2062" y="21429"/>
                    <a:pt x="402" y="20386"/>
                  </a:cubicBezTo>
                  <a:cubicBezTo>
                    <a:pt x="2115" y="19315"/>
                    <a:pt x="3212" y="17415"/>
                    <a:pt x="3186" y="15541"/>
                  </a:cubicBezTo>
                  <a:cubicBezTo>
                    <a:pt x="5193" y="14524"/>
                    <a:pt x="6424" y="12490"/>
                    <a:pt x="6424" y="10268"/>
                  </a:cubicBezTo>
                  <a:cubicBezTo>
                    <a:pt x="6424" y="8020"/>
                    <a:pt x="5193" y="5986"/>
                    <a:pt x="3186" y="4969"/>
                  </a:cubicBezTo>
                  <a:lnTo>
                    <a:pt x="3186" y="4942"/>
                  </a:lnTo>
                  <a:cubicBezTo>
                    <a:pt x="3186" y="3041"/>
                    <a:pt x="2008" y="1061"/>
                    <a:pt x="215" y="17"/>
                  </a:cubicBezTo>
                  <a:cubicBezTo>
                    <a:pt x="195" y="7"/>
                    <a:pt x="172" y="1"/>
                    <a:pt x="1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 name="Google Shape;1956;p210"/>
            <p:cNvSpPr/>
            <p:nvPr/>
          </p:nvSpPr>
          <p:spPr>
            <a:xfrm>
              <a:off x="1607850" y="566950"/>
              <a:ext cx="159950" cy="2033000"/>
            </a:xfrm>
            <a:custGeom>
              <a:rect b="b" l="l" r="r" t="t"/>
              <a:pathLst>
                <a:path extrusionOk="0" h="81320" w="6398">
                  <a:moveTo>
                    <a:pt x="119" y="1"/>
                  </a:moveTo>
                  <a:cubicBezTo>
                    <a:pt x="81" y="1"/>
                    <a:pt x="44" y="24"/>
                    <a:pt x="27" y="57"/>
                  </a:cubicBezTo>
                  <a:cubicBezTo>
                    <a:pt x="0"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71" y="17347"/>
                    <a:pt x="1847" y="19248"/>
                    <a:pt x="81" y="20292"/>
                  </a:cubicBezTo>
                  <a:cubicBezTo>
                    <a:pt x="54" y="20292"/>
                    <a:pt x="27" y="20318"/>
                    <a:pt x="0"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0"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64" y="58004"/>
                    <a:pt x="1820" y="59798"/>
                    <a:pt x="81" y="60815"/>
                  </a:cubicBezTo>
                  <a:cubicBezTo>
                    <a:pt x="54" y="60815"/>
                    <a:pt x="27" y="60868"/>
                    <a:pt x="0" y="60895"/>
                  </a:cubicBezTo>
                  <a:cubicBezTo>
                    <a:pt x="0" y="60949"/>
                    <a:pt x="27" y="61002"/>
                    <a:pt x="81" y="61029"/>
                  </a:cubicBezTo>
                  <a:cubicBezTo>
                    <a:pt x="1820" y="62046"/>
                    <a:pt x="2864"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64" y="78266"/>
                    <a:pt x="1820" y="80086"/>
                    <a:pt x="81" y="81076"/>
                  </a:cubicBezTo>
                  <a:cubicBezTo>
                    <a:pt x="27" y="81130"/>
                    <a:pt x="0" y="81183"/>
                    <a:pt x="27" y="81264"/>
                  </a:cubicBezTo>
                  <a:cubicBezTo>
                    <a:pt x="44" y="81297"/>
                    <a:pt x="81" y="81320"/>
                    <a:pt x="119" y="81320"/>
                  </a:cubicBezTo>
                  <a:cubicBezTo>
                    <a:pt x="143" y="81320"/>
                    <a:pt x="167" y="81311"/>
                    <a:pt x="188" y="81290"/>
                  </a:cubicBezTo>
                  <a:cubicBezTo>
                    <a:pt x="1981"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61" y="41731"/>
                    <a:pt x="375" y="40660"/>
                  </a:cubicBezTo>
                  <a:cubicBezTo>
                    <a:pt x="1901" y="39723"/>
                    <a:pt x="3292" y="37877"/>
                    <a:pt x="3185" y="35816"/>
                  </a:cubicBezTo>
                  <a:cubicBezTo>
                    <a:pt x="5166" y="34799"/>
                    <a:pt x="6397" y="32764"/>
                    <a:pt x="6397" y="30543"/>
                  </a:cubicBezTo>
                  <a:cubicBezTo>
                    <a:pt x="6397" y="28295"/>
                    <a:pt x="5166" y="26260"/>
                    <a:pt x="3185" y="25243"/>
                  </a:cubicBezTo>
                  <a:cubicBezTo>
                    <a:pt x="3078" y="23236"/>
                    <a:pt x="2061" y="21443"/>
                    <a:pt x="375" y="20399"/>
                  </a:cubicBezTo>
                  <a:cubicBezTo>
                    <a:pt x="2061" y="19328"/>
                    <a:pt x="3185" y="17454"/>
                    <a:pt x="3185" y="15608"/>
                  </a:cubicBezTo>
                  <a:cubicBezTo>
                    <a:pt x="3185" y="15608"/>
                    <a:pt x="3185" y="1558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 name="Google Shape;1957;p210"/>
            <p:cNvSpPr/>
            <p:nvPr/>
          </p:nvSpPr>
          <p:spPr>
            <a:xfrm>
              <a:off x="1453950" y="818875"/>
              <a:ext cx="160600" cy="2032875"/>
            </a:xfrm>
            <a:custGeom>
              <a:rect b="b" l="l" r="r" t="t"/>
              <a:pathLst>
                <a:path extrusionOk="0" h="81315" w="6424">
                  <a:moveTo>
                    <a:pt x="136" y="1"/>
                  </a:moveTo>
                  <a:cubicBezTo>
                    <a:pt x="95" y="1"/>
                    <a:pt x="61" y="20"/>
                    <a:pt x="27" y="70"/>
                  </a:cubicBezTo>
                  <a:cubicBezTo>
                    <a:pt x="27" y="70"/>
                    <a:pt x="27" y="97"/>
                    <a:pt x="27" y="124"/>
                  </a:cubicBezTo>
                  <a:cubicBezTo>
                    <a:pt x="27" y="178"/>
                    <a:pt x="27"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34"/>
                    <a:pt x="2944" y="15487"/>
                  </a:cubicBezTo>
                  <a:cubicBezTo>
                    <a:pt x="2944" y="15514"/>
                    <a:pt x="2944" y="15568"/>
                    <a:pt x="2944" y="15595"/>
                  </a:cubicBezTo>
                  <a:cubicBezTo>
                    <a:pt x="2944" y="17415"/>
                    <a:pt x="1820" y="19261"/>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44" y="35642"/>
                    <a:pt x="2918"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72"/>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27" y="81251"/>
                  </a:cubicBezTo>
                  <a:cubicBezTo>
                    <a:pt x="66" y="81290"/>
                    <a:pt x="120" y="81315"/>
                    <a:pt x="167" y="81315"/>
                  </a:cubicBezTo>
                  <a:cubicBezTo>
                    <a:pt x="184" y="81315"/>
                    <a:pt x="200" y="81311"/>
                    <a:pt x="214" y="81304"/>
                  </a:cubicBezTo>
                  <a:cubicBezTo>
                    <a:pt x="2008" y="80260"/>
                    <a:pt x="3105" y="78413"/>
                    <a:pt x="3185" y="76352"/>
                  </a:cubicBezTo>
                  <a:cubicBezTo>
                    <a:pt x="5166" y="75309"/>
                    <a:pt x="6424" y="73301"/>
                    <a:pt x="6424" y="71053"/>
                  </a:cubicBezTo>
                  <a:cubicBezTo>
                    <a:pt x="6424" y="68805"/>
                    <a:pt x="5166" y="66797"/>
                    <a:pt x="3185" y="65753"/>
                  </a:cubicBezTo>
                  <a:cubicBezTo>
                    <a:pt x="3105" y="63773"/>
                    <a:pt x="2061" y="61979"/>
                    <a:pt x="375" y="60909"/>
                  </a:cubicBezTo>
                  <a:cubicBezTo>
                    <a:pt x="2061" y="59865"/>
                    <a:pt x="3105" y="58072"/>
                    <a:pt x="3185" y="56091"/>
                  </a:cubicBezTo>
                  <a:cubicBezTo>
                    <a:pt x="5166" y="55047"/>
                    <a:pt x="6424" y="53040"/>
                    <a:pt x="6424" y="50791"/>
                  </a:cubicBezTo>
                  <a:cubicBezTo>
                    <a:pt x="6424" y="48543"/>
                    <a:pt x="5193" y="46536"/>
                    <a:pt x="3185" y="45492"/>
                  </a:cubicBezTo>
                  <a:cubicBezTo>
                    <a:pt x="3159" y="43591"/>
                    <a:pt x="2088" y="41718"/>
                    <a:pt x="375" y="40647"/>
                  </a:cubicBezTo>
                  <a:cubicBezTo>
                    <a:pt x="1901" y="39710"/>
                    <a:pt x="3319" y="37890"/>
                    <a:pt x="3185" y="35829"/>
                  </a:cubicBezTo>
                  <a:cubicBezTo>
                    <a:pt x="5193" y="34785"/>
                    <a:pt x="6424" y="32751"/>
                    <a:pt x="6424" y="30530"/>
                  </a:cubicBezTo>
                  <a:cubicBezTo>
                    <a:pt x="6424" y="28281"/>
                    <a:pt x="5166" y="26247"/>
                    <a:pt x="3185" y="25230"/>
                  </a:cubicBezTo>
                  <a:cubicBezTo>
                    <a:pt x="3105" y="23223"/>
                    <a:pt x="2061" y="21429"/>
                    <a:pt x="375"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cubicBezTo>
                    <a:pt x="3185" y="3041"/>
                    <a:pt x="2008" y="1061"/>
                    <a:pt x="214" y="17"/>
                  </a:cubicBezTo>
                  <a:cubicBezTo>
                    <a:pt x="185" y="7"/>
                    <a:pt x="159" y="1"/>
                    <a:pt x="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210"/>
            <p:cNvSpPr/>
            <p:nvPr/>
          </p:nvSpPr>
          <p:spPr>
            <a:xfrm>
              <a:off x="1300050" y="566950"/>
              <a:ext cx="160600" cy="2033000"/>
            </a:xfrm>
            <a:custGeom>
              <a:rect b="b" l="l" r="r" t="t"/>
              <a:pathLst>
                <a:path extrusionOk="0" h="81320" w="6424">
                  <a:moveTo>
                    <a:pt x="146" y="1"/>
                  </a:moveTo>
                  <a:cubicBezTo>
                    <a:pt x="107" y="1"/>
                    <a:pt x="70" y="24"/>
                    <a:pt x="54" y="57"/>
                  </a:cubicBezTo>
                  <a:cubicBezTo>
                    <a:pt x="27" y="84"/>
                    <a:pt x="27" y="110"/>
                    <a:pt x="27" y="137"/>
                  </a:cubicBezTo>
                  <a:cubicBezTo>
                    <a:pt x="27" y="164"/>
                    <a:pt x="54" y="217"/>
                    <a:pt x="80" y="244"/>
                  </a:cubicBezTo>
                  <a:cubicBezTo>
                    <a:pt x="1820" y="1261"/>
                    <a:pt x="2971" y="3188"/>
                    <a:pt x="2944" y="5035"/>
                  </a:cubicBezTo>
                  <a:cubicBezTo>
                    <a:pt x="2944" y="5089"/>
                    <a:pt x="2971" y="5142"/>
                    <a:pt x="3025" y="5169"/>
                  </a:cubicBezTo>
                  <a:cubicBezTo>
                    <a:pt x="4952" y="6133"/>
                    <a:pt x="6183" y="8086"/>
                    <a:pt x="6183" y="10255"/>
                  </a:cubicBezTo>
                  <a:cubicBezTo>
                    <a:pt x="6183" y="12449"/>
                    <a:pt x="4952" y="14403"/>
                    <a:pt x="3025" y="15367"/>
                  </a:cubicBezTo>
                  <a:cubicBezTo>
                    <a:pt x="2971" y="15394"/>
                    <a:pt x="2944" y="15447"/>
                    <a:pt x="2944" y="15501"/>
                  </a:cubicBezTo>
                  <a:cubicBezTo>
                    <a:pt x="2998" y="17321"/>
                    <a:pt x="1847" y="19248"/>
                    <a:pt x="107" y="20292"/>
                  </a:cubicBezTo>
                  <a:cubicBezTo>
                    <a:pt x="80" y="20292"/>
                    <a:pt x="54" y="20318"/>
                    <a:pt x="27" y="20372"/>
                  </a:cubicBezTo>
                  <a:cubicBezTo>
                    <a:pt x="27" y="20425"/>
                    <a:pt x="27" y="20479"/>
                    <a:pt x="80" y="20506"/>
                  </a:cubicBezTo>
                  <a:cubicBezTo>
                    <a:pt x="1820" y="21496"/>
                    <a:pt x="2891" y="23316"/>
                    <a:pt x="2944" y="25324"/>
                  </a:cubicBezTo>
                  <a:cubicBezTo>
                    <a:pt x="2944" y="25350"/>
                    <a:pt x="2971" y="25404"/>
                    <a:pt x="3025" y="25431"/>
                  </a:cubicBezTo>
                  <a:cubicBezTo>
                    <a:pt x="4952" y="26394"/>
                    <a:pt x="6183" y="28348"/>
                    <a:pt x="6183" y="30543"/>
                  </a:cubicBezTo>
                  <a:cubicBezTo>
                    <a:pt x="6183" y="32711"/>
                    <a:pt x="4952" y="34665"/>
                    <a:pt x="3025" y="35628"/>
                  </a:cubicBezTo>
                  <a:cubicBezTo>
                    <a:pt x="2971" y="35655"/>
                    <a:pt x="2944" y="35709"/>
                    <a:pt x="2944" y="35762"/>
                  </a:cubicBezTo>
                  <a:cubicBezTo>
                    <a:pt x="3105" y="37823"/>
                    <a:pt x="1633" y="39643"/>
                    <a:pt x="107" y="40553"/>
                  </a:cubicBezTo>
                  <a:cubicBezTo>
                    <a:pt x="80" y="40553"/>
                    <a:pt x="54" y="40580"/>
                    <a:pt x="27" y="40633"/>
                  </a:cubicBezTo>
                  <a:cubicBezTo>
                    <a:pt x="27" y="40687"/>
                    <a:pt x="27" y="40741"/>
                    <a:pt x="80" y="40767"/>
                  </a:cubicBezTo>
                  <a:cubicBezTo>
                    <a:pt x="1820" y="41784"/>
                    <a:pt x="2944" y="43658"/>
                    <a:pt x="2944" y="45532"/>
                  </a:cubicBezTo>
                  <a:cubicBezTo>
                    <a:pt x="2944" y="45558"/>
                    <a:pt x="2944" y="45558"/>
                    <a:pt x="2944" y="45585"/>
                  </a:cubicBezTo>
                  <a:cubicBezTo>
                    <a:pt x="2944" y="45612"/>
                    <a:pt x="2971" y="45665"/>
                    <a:pt x="3025" y="45692"/>
                  </a:cubicBezTo>
                  <a:cubicBezTo>
                    <a:pt x="4952" y="46656"/>
                    <a:pt x="6183" y="48636"/>
                    <a:pt x="6183" y="50804"/>
                  </a:cubicBezTo>
                  <a:cubicBezTo>
                    <a:pt x="6183" y="52972"/>
                    <a:pt x="4952" y="54926"/>
                    <a:pt x="3025" y="55917"/>
                  </a:cubicBezTo>
                  <a:cubicBezTo>
                    <a:pt x="2971" y="55917"/>
                    <a:pt x="2944" y="55970"/>
                    <a:pt x="2944" y="56024"/>
                  </a:cubicBezTo>
                  <a:cubicBezTo>
                    <a:pt x="2891" y="58004"/>
                    <a:pt x="1847" y="59798"/>
                    <a:pt x="107" y="60815"/>
                  </a:cubicBezTo>
                  <a:cubicBezTo>
                    <a:pt x="80" y="60815"/>
                    <a:pt x="54" y="60868"/>
                    <a:pt x="27" y="60895"/>
                  </a:cubicBezTo>
                  <a:cubicBezTo>
                    <a:pt x="27" y="60949"/>
                    <a:pt x="27" y="61002"/>
                    <a:pt x="80" y="61029"/>
                  </a:cubicBezTo>
                  <a:cubicBezTo>
                    <a:pt x="1820" y="62046"/>
                    <a:pt x="2891" y="63839"/>
                    <a:pt x="2944" y="65847"/>
                  </a:cubicBezTo>
                  <a:cubicBezTo>
                    <a:pt x="2944" y="65900"/>
                    <a:pt x="2971" y="65927"/>
                    <a:pt x="3025" y="65954"/>
                  </a:cubicBezTo>
                  <a:cubicBezTo>
                    <a:pt x="4952" y="66944"/>
                    <a:pt x="6183" y="68898"/>
                    <a:pt x="6183" y="71066"/>
                  </a:cubicBezTo>
                  <a:cubicBezTo>
                    <a:pt x="6183" y="73234"/>
                    <a:pt x="4952" y="75188"/>
                    <a:pt x="3025" y="76178"/>
                  </a:cubicBezTo>
                  <a:cubicBezTo>
                    <a:pt x="2971" y="76178"/>
                    <a:pt x="2944" y="76232"/>
                    <a:pt x="2944" y="76285"/>
                  </a:cubicBezTo>
                  <a:cubicBezTo>
                    <a:pt x="2891" y="78266"/>
                    <a:pt x="1820" y="80086"/>
                    <a:pt x="80" y="81076"/>
                  </a:cubicBezTo>
                  <a:cubicBezTo>
                    <a:pt x="27" y="81130"/>
                    <a:pt x="0" y="81183"/>
                    <a:pt x="54" y="81264"/>
                  </a:cubicBezTo>
                  <a:cubicBezTo>
                    <a:pt x="70" y="81297"/>
                    <a:pt x="107" y="81320"/>
                    <a:pt x="146" y="81320"/>
                  </a:cubicBezTo>
                  <a:cubicBezTo>
                    <a:pt x="169" y="81320"/>
                    <a:pt x="194" y="81311"/>
                    <a:pt x="214" y="81290"/>
                  </a:cubicBezTo>
                  <a:cubicBezTo>
                    <a:pt x="2007" y="80273"/>
                    <a:pt x="3105" y="78427"/>
                    <a:pt x="3185" y="76366"/>
                  </a:cubicBezTo>
                  <a:cubicBezTo>
                    <a:pt x="5193" y="75322"/>
                    <a:pt x="6424" y="73314"/>
                    <a:pt x="6424" y="71066"/>
                  </a:cubicBezTo>
                  <a:cubicBezTo>
                    <a:pt x="6424" y="68818"/>
                    <a:pt x="5193" y="66784"/>
                    <a:pt x="3185" y="65766"/>
                  </a:cubicBezTo>
                  <a:cubicBezTo>
                    <a:pt x="3132" y="63786"/>
                    <a:pt x="2088" y="61992"/>
                    <a:pt x="402" y="60922"/>
                  </a:cubicBezTo>
                  <a:cubicBezTo>
                    <a:pt x="2088" y="59878"/>
                    <a:pt x="3132" y="58085"/>
                    <a:pt x="3185" y="56104"/>
                  </a:cubicBezTo>
                  <a:cubicBezTo>
                    <a:pt x="5193" y="55060"/>
                    <a:pt x="6424" y="53053"/>
                    <a:pt x="6424" y="50804"/>
                  </a:cubicBezTo>
                  <a:cubicBezTo>
                    <a:pt x="6424" y="48556"/>
                    <a:pt x="5193" y="46522"/>
                    <a:pt x="3185" y="45505"/>
                  </a:cubicBezTo>
                  <a:cubicBezTo>
                    <a:pt x="3185" y="43604"/>
                    <a:pt x="2088" y="41731"/>
                    <a:pt x="402" y="40660"/>
                  </a:cubicBezTo>
                  <a:cubicBezTo>
                    <a:pt x="1927" y="39723"/>
                    <a:pt x="3319" y="37903"/>
                    <a:pt x="3212" y="35816"/>
                  </a:cubicBezTo>
                  <a:cubicBezTo>
                    <a:pt x="5193" y="34799"/>
                    <a:pt x="6424" y="32764"/>
                    <a:pt x="6424" y="30543"/>
                  </a:cubicBezTo>
                  <a:cubicBezTo>
                    <a:pt x="6424" y="28295"/>
                    <a:pt x="5193" y="26260"/>
                    <a:pt x="3185" y="25243"/>
                  </a:cubicBezTo>
                  <a:cubicBezTo>
                    <a:pt x="3105" y="23236"/>
                    <a:pt x="2061" y="21443"/>
                    <a:pt x="402" y="20399"/>
                  </a:cubicBezTo>
                  <a:cubicBezTo>
                    <a:pt x="2088" y="19328"/>
                    <a:pt x="3185" y="17454"/>
                    <a:pt x="3185" y="15608"/>
                  </a:cubicBezTo>
                  <a:cubicBezTo>
                    <a:pt x="3185" y="15608"/>
                    <a:pt x="3185" y="15581"/>
                    <a:pt x="3185" y="15554"/>
                  </a:cubicBezTo>
                  <a:cubicBezTo>
                    <a:pt x="5193" y="14537"/>
                    <a:pt x="6424" y="12503"/>
                    <a:pt x="6424" y="10255"/>
                  </a:cubicBezTo>
                  <a:cubicBezTo>
                    <a:pt x="6424" y="8033"/>
                    <a:pt x="5193" y="5999"/>
                    <a:pt x="3185" y="4982"/>
                  </a:cubicBezTo>
                  <a:lnTo>
                    <a:pt x="3185" y="4955"/>
                  </a:lnTo>
                  <a:cubicBezTo>
                    <a:pt x="3185" y="3028"/>
                    <a:pt x="2007" y="1074"/>
                    <a:pt x="214" y="30"/>
                  </a:cubicBezTo>
                  <a:cubicBezTo>
                    <a:pt x="194" y="10"/>
                    <a:pt x="169"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 name="Google Shape;1959;p210"/>
            <p:cNvSpPr/>
            <p:nvPr/>
          </p:nvSpPr>
          <p:spPr>
            <a:xfrm>
              <a:off x="1146800" y="818875"/>
              <a:ext cx="159950" cy="2032875"/>
            </a:xfrm>
            <a:custGeom>
              <a:rect b="b" l="l" r="r" t="t"/>
              <a:pathLst>
                <a:path extrusionOk="0" h="81315" w="6398">
                  <a:moveTo>
                    <a:pt x="123" y="1"/>
                  </a:moveTo>
                  <a:cubicBezTo>
                    <a:pt x="83" y="1"/>
                    <a:pt x="44" y="20"/>
                    <a:pt x="28" y="70"/>
                  </a:cubicBezTo>
                  <a:cubicBezTo>
                    <a:pt x="28" y="70"/>
                    <a:pt x="1" y="97"/>
                    <a:pt x="1" y="124"/>
                  </a:cubicBezTo>
                  <a:cubicBezTo>
                    <a:pt x="1" y="178"/>
                    <a:pt x="28" y="204"/>
                    <a:pt x="81" y="231"/>
                  </a:cubicBezTo>
                  <a:cubicBezTo>
                    <a:pt x="1821" y="1248"/>
                    <a:pt x="2972" y="3175"/>
                    <a:pt x="2918" y="5022"/>
                  </a:cubicBezTo>
                  <a:cubicBezTo>
                    <a:pt x="2918" y="5076"/>
                    <a:pt x="2945" y="5129"/>
                    <a:pt x="2998" y="5156"/>
                  </a:cubicBezTo>
                  <a:cubicBezTo>
                    <a:pt x="4952" y="6119"/>
                    <a:pt x="6157" y="8073"/>
                    <a:pt x="6157" y="10268"/>
                  </a:cubicBezTo>
                  <a:cubicBezTo>
                    <a:pt x="6157" y="12436"/>
                    <a:pt x="4952" y="14390"/>
                    <a:pt x="2998" y="15354"/>
                  </a:cubicBezTo>
                  <a:cubicBezTo>
                    <a:pt x="2945" y="15380"/>
                    <a:pt x="2918" y="15434"/>
                    <a:pt x="2918" y="15487"/>
                  </a:cubicBezTo>
                  <a:cubicBezTo>
                    <a:pt x="2998" y="17334"/>
                    <a:pt x="1848" y="19235"/>
                    <a:pt x="81" y="20278"/>
                  </a:cubicBezTo>
                  <a:cubicBezTo>
                    <a:pt x="54" y="20278"/>
                    <a:pt x="28" y="20305"/>
                    <a:pt x="1" y="20359"/>
                  </a:cubicBezTo>
                  <a:cubicBezTo>
                    <a:pt x="1" y="20412"/>
                    <a:pt x="28" y="20466"/>
                    <a:pt x="81" y="20493"/>
                  </a:cubicBezTo>
                  <a:cubicBezTo>
                    <a:pt x="1794" y="21510"/>
                    <a:pt x="2865" y="23303"/>
                    <a:pt x="2918" y="25310"/>
                  </a:cubicBezTo>
                  <a:cubicBezTo>
                    <a:pt x="2918" y="25364"/>
                    <a:pt x="2945"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079" y="37837"/>
                    <a:pt x="1633" y="39630"/>
                    <a:pt x="81" y="40540"/>
                  </a:cubicBezTo>
                  <a:cubicBezTo>
                    <a:pt x="54" y="40540"/>
                    <a:pt x="28" y="40594"/>
                    <a:pt x="1" y="40620"/>
                  </a:cubicBezTo>
                  <a:cubicBezTo>
                    <a:pt x="1" y="40674"/>
                    <a:pt x="28"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81" y="60802"/>
                  </a:cubicBezTo>
                  <a:cubicBezTo>
                    <a:pt x="54" y="60828"/>
                    <a:pt x="28" y="60855"/>
                    <a:pt x="1" y="60882"/>
                  </a:cubicBezTo>
                  <a:cubicBezTo>
                    <a:pt x="1" y="60935"/>
                    <a:pt x="28"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8" y="81117"/>
                    <a:pt x="1" y="81197"/>
                    <a:pt x="28" y="81251"/>
                  </a:cubicBezTo>
                  <a:cubicBezTo>
                    <a:pt x="47" y="81290"/>
                    <a:pt x="95" y="81315"/>
                    <a:pt x="151" y="81315"/>
                  </a:cubicBezTo>
                  <a:cubicBezTo>
                    <a:pt x="172" y="81315"/>
                    <a:pt x="193" y="81311"/>
                    <a:pt x="215" y="81304"/>
                  </a:cubicBezTo>
                  <a:cubicBezTo>
                    <a:pt x="1981" y="80260"/>
                    <a:pt x="3106" y="78413"/>
                    <a:pt x="3186" y="76352"/>
                  </a:cubicBezTo>
                  <a:cubicBezTo>
                    <a:pt x="5167" y="75309"/>
                    <a:pt x="6398" y="73301"/>
                    <a:pt x="6398" y="71053"/>
                  </a:cubicBezTo>
                  <a:cubicBezTo>
                    <a:pt x="6398" y="68805"/>
                    <a:pt x="5167" y="66797"/>
                    <a:pt x="3186" y="65753"/>
                  </a:cubicBezTo>
                  <a:cubicBezTo>
                    <a:pt x="3106" y="63773"/>
                    <a:pt x="2062" y="61979"/>
                    <a:pt x="375" y="60909"/>
                  </a:cubicBezTo>
                  <a:cubicBezTo>
                    <a:pt x="2062" y="59865"/>
                    <a:pt x="3106" y="58072"/>
                    <a:pt x="3186" y="56091"/>
                  </a:cubicBezTo>
                  <a:cubicBezTo>
                    <a:pt x="5167" y="55047"/>
                    <a:pt x="6398" y="53040"/>
                    <a:pt x="6398" y="50791"/>
                  </a:cubicBezTo>
                  <a:cubicBezTo>
                    <a:pt x="6398" y="48543"/>
                    <a:pt x="5167" y="46536"/>
                    <a:pt x="3186" y="45492"/>
                  </a:cubicBezTo>
                  <a:cubicBezTo>
                    <a:pt x="3159" y="43591"/>
                    <a:pt x="2088" y="41718"/>
                    <a:pt x="375" y="40647"/>
                  </a:cubicBezTo>
                  <a:cubicBezTo>
                    <a:pt x="1901" y="39710"/>
                    <a:pt x="3293" y="37890"/>
                    <a:pt x="3186" y="35829"/>
                  </a:cubicBezTo>
                  <a:cubicBezTo>
                    <a:pt x="5167" y="34785"/>
                    <a:pt x="6398" y="32751"/>
                    <a:pt x="6398" y="30530"/>
                  </a:cubicBezTo>
                  <a:cubicBezTo>
                    <a:pt x="6398" y="28281"/>
                    <a:pt x="5167" y="26247"/>
                    <a:pt x="3186" y="25230"/>
                  </a:cubicBezTo>
                  <a:cubicBezTo>
                    <a:pt x="3079" y="23223"/>
                    <a:pt x="2062" y="21429"/>
                    <a:pt x="375" y="20386"/>
                  </a:cubicBezTo>
                  <a:cubicBezTo>
                    <a:pt x="2088" y="19315"/>
                    <a:pt x="3186" y="17415"/>
                    <a:pt x="3186" y="15541"/>
                  </a:cubicBezTo>
                  <a:cubicBezTo>
                    <a:pt x="5167" y="14524"/>
                    <a:pt x="6398" y="12490"/>
                    <a:pt x="6398" y="10268"/>
                  </a:cubicBezTo>
                  <a:cubicBezTo>
                    <a:pt x="6398" y="8020"/>
                    <a:pt x="5167" y="5986"/>
                    <a:pt x="3186" y="4969"/>
                  </a:cubicBezTo>
                  <a:lnTo>
                    <a:pt x="3186" y="4942"/>
                  </a:lnTo>
                  <a:cubicBezTo>
                    <a:pt x="3186" y="3041"/>
                    <a:pt x="1981" y="1061"/>
                    <a:pt x="188" y="17"/>
                  </a:cubicBezTo>
                  <a:cubicBezTo>
                    <a:pt x="169" y="7"/>
                    <a:pt x="145"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 name="Google Shape;1960;p210"/>
            <p:cNvSpPr/>
            <p:nvPr/>
          </p:nvSpPr>
          <p:spPr>
            <a:xfrm>
              <a:off x="992900" y="566950"/>
              <a:ext cx="160625" cy="2033000"/>
            </a:xfrm>
            <a:custGeom>
              <a:rect b="b" l="l" r="r" t="t"/>
              <a:pathLst>
                <a:path extrusionOk="0" h="81320" w="6425">
                  <a:moveTo>
                    <a:pt x="145" y="1"/>
                  </a:moveTo>
                  <a:cubicBezTo>
                    <a:pt x="104" y="1"/>
                    <a:pt x="60" y="24"/>
                    <a:pt x="27" y="57"/>
                  </a:cubicBezTo>
                  <a:cubicBezTo>
                    <a:pt x="27" y="84"/>
                    <a:pt x="27" y="110"/>
                    <a:pt x="27" y="137"/>
                  </a:cubicBezTo>
                  <a:cubicBezTo>
                    <a:pt x="27" y="164"/>
                    <a:pt x="54" y="217"/>
                    <a:pt x="81" y="244"/>
                  </a:cubicBezTo>
                  <a:cubicBezTo>
                    <a:pt x="1821" y="1261"/>
                    <a:pt x="2972" y="3188"/>
                    <a:pt x="2945" y="5035"/>
                  </a:cubicBezTo>
                  <a:cubicBezTo>
                    <a:pt x="2945" y="5089"/>
                    <a:pt x="2972" y="5142"/>
                    <a:pt x="2998" y="5169"/>
                  </a:cubicBezTo>
                  <a:cubicBezTo>
                    <a:pt x="4952" y="6133"/>
                    <a:pt x="6157" y="8086"/>
                    <a:pt x="6157" y="10255"/>
                  </a:cubicBezTo>
                  <a:cubicBezTo>
                    <a:pt x="6157" y="12449"/>
                    <a:pt x="4952" y="14403"/>
                    <a:pt x="2998" y="15367"/>
                  </a:cubicBezTo>
                  <a:cubicBezTo>
                    <a:pt x="2972" y="15394"/>
                    <a:pt x="2945" y="15447"/>
                    <a:pt x="2945" y="15501"/>
                  </a:cubicBezTo>
                  <a:cubicBezTo>
                    <a:pt x="2998" y="17347"/>
                    <a:pt x="1847" y="19248"/>
                    <a:pt x="108" y="20292"/>
                  </a:cubicBezTo>
                  <a:cubicBezTo>
                    <a:pt x="54" y="20292"/>
                    <a:pt x="27" y="20318"/>
                    <a:pt x="27" y="20372"/>
                  </a:cubicBezTo>
                  <a:cubicBezTo>
                    <a:pt x="1" y="20425"/>
                    <a:pt x="27" y="20479"/>
                    <a:pt x="81" y="20506"/>
                  </a:cubicBezTo>
                  <a:cubicBezTo>
                    <a:pt x="1794" y="21496"/>
                    <a:pt x="2865" y="23289"/>
                    <a:pt x="2945" y="25324"/>
                  </a:cubicBezTo>
                  <a:cubicBezTo>
                    <a:pt x="2945" y="25350"/>
                    <a:pt x="2972" y="25404"/>
                    <a:pt x="2998" y="25431"/>
                  </a:cubicBezTo>
                  <a:cubicBezTo>
                    <a:pt x="4952" y="26394"/>
                    <a:pt x="6157" y="28348"/>
                    <a:pt x="6157" y="30543"/>
                  </a:cubicBezTo>
                  <a:cubicBezTo>
                    <a:pt x="6157" y="32711"/>
                    <a:pt x="4952" y="34665"/>
                    <a:pt x="2998" y="35628"/>
                  </a:cubicBezTo>
                  <a:cubicBezTo>
                    <a:pt x="2972" y="35655"/>
                    <a:pt x="2945" y="35709"/>
                    <a:pt x="2945" y="35762"/>
                  </a:cubicBezTo>
                  <a:cubicBezTo>
                    <a:pt x="3105" y="37823"/>
                    <a:pt x="1633" y="39643"/>
                    <a:pt x="108" y="40553"/>
                  </a:cubicBezTo>
                  <a:cubicBezTo>
                    <a:pt x="54" y="40553"/>
                    <a:pt x="27" y="40580"/>
                    <a:pt x="27" y="40633"/>
                  </a:cubicBezTo>
                  <a:cubicBezTo>
                    <a:pt x="1" y="40687"/>
                    <a:pt x="27" y="40741"/>
                    <a:pt x="81" y="40767"/>
                  </a:cubicBezTo>
                  <a:cubicBezTo>
                    <a:pt x="1821" y="41784"/>
                    <a:pt x="2945" y="43658"/>
                    <a:pt x="2945" y="45532"/>
                  </a:cubicBezTo>
                  <a:cubicBezTo>
                    <a:pt x="2945" y="45558"/>
                    <a:pt x="2945" y="45558"/>
                    <a:pt x="2945" y="45585"/>
                  </a:cubicBezTo>
                  <a:cubicBezTo>
                    <a:pt x="2945" y="45612"/>
                    <a:pt x="2972" y="45665"/>
                    <a:pt x="2998" y="45692"/>
                  </a:cubicBezTo>
                  <a:cubicBezTo>
                    <a:pt x="4952" y="46656"/>
                    <a:pt x="6157" y="48636"/>
                    <a:pt x="6157" y="50804"/>
                  </a:cubicBezTo>
                  <a:cubicBezTo>
                    <a:pt x="6157" y="52972"/>
                    <a:pt x="4952" y="54926"/>
                    <a:pt x="2998" y="55917"/>
                  </a:cubicBezTo>
                  <a:cubicBezTo>
                    <a:pt x="2972" y="55917"/>
                    <a:pt x="2945" y="55970"/>
                    <a:pt x="2945" y="56024"/>
                  </a:cubicBezTo>
                  <a:cubicBezTo>
                    <a:pt x="2891" y="58004"/>
                    <a:pt x="1821" y="59798"/>
                    <a:pt x="108" y="60815"/>
                  </a:cubicBezTo>
                  <a:cubicBezTo>
                    <a:pt x="54" y="60815"/>
                    <a:pt x="27" y="60868"/>
                    <a:pt x="27" y="60895"/>
                  </a:cubicBezTo>
                  <a:cubicBezTo>
                    <a:pt x="1" y="60949"/>
                    <a:pt x="27" y="61002"/>
                    <a:pt x="81" y="61029"/>
                  </a:cubicBezTo>
                  <a:cubicBezTo>
                    <a:pt x="1821" y="62046"/>
                    <a:pt x="2891" y="63839"/>
                    <a:pt x="2945" y="65847"/>
                  </a:cubicBezTo>
                  <a:cubicBezTo>
                    <a:pt x="2945" y="65900"/>
                    <a:pt x="2972" y="65927"/>
                    <a:pt x="2998" y="65954"/>
                  </a:cubicBezTo>
                  <a:cubicBezTo>
                    <a:pt x="4952" y="66944"/>
                    <a:pt x="6157" y="68898"/>
                    <a:pt x="6157" y="71066"/>
                  </a:cubicBezTo>
                  <a:cubicBezTo>
                    <a:pt x="6157" y="73234"/>
                    <a:pt x="4952" y="75188"/>
                    <a:pt x="2998" y="76178"/>
                  </a:cubicBezTo>
                  <a:cubicBezTo>
                    <a:pt x="2972" y="76178"/>
                    <a:pt x="2945" y="76232"/>
                    <a:pt x="2945" y="76285"/>
                  </a:cubicBezTo>
                  <a:cubicBezTo>
                    <a:pt x="2891" y="78266"/>
                    <a:pt x="1821" y="80086"/>
                    <a:pt x="81" y="81076"/>
                  </a:cubicBezTo>
                  <a:cubicBezTo>
                    <a:pt x="27" y="81130"/>
                    <a:pt x="1" y="81183"/>
                    <a:pt x="27" y="81264"/>
                  </a:cubicBezTo>
                  <a:cubicBezTo>
                    <a:pt x="60" y="81297"/>
                    <a:pt x="104" y="81320"/>
                    <a:pt x="145" y="81320"/>
                  </a:cubicBezTo>
                  <a:cubicBezTo>
                    <a:pt x="170" y="81320"/>
                    <a:pt x="194" y="81311"/>
                    <a:pt x="215" y="81290"/>
                  </a:cubicBezTo>
                  <a:cubicBezTo>
                    <a:pt x="2008" y="80273"/>
                    <a:pt x="3105" y="78427"/>
                    <a:pt x="3186" y="76366"/>
                  </a:cubicBezTo>
                  <a:cubicBezTo>
                    <a:pt x="5193" y="75322"/>
                    <a:pt x="6424" y="73314"/>
                    <a:pt x="6424" y="71066"/>
                  </a:cubicBezTo>
                  <a:cubicBezTo>
                    <a:pt x="6424" y="68818"/>
                    <a:pt x="5193" y="66784"/>
                    <a:pt x="3186" y="65766"/>
                  </a:cubicBezTo>
                  <a:cubicBezTo>
                    <a:pt x="3105" y="63786"/>
                    <a:pt x="2088" y="61992"/>
                    <a:pt x="402" y="60922"/>
                  </a:cubicBezTo>
                  <a:cubicBezTo>
                    <a:pt x="2088" y="59878"/>
                    <a:pt x="3105" y="58085"/>
                    <a:pt x="3186" y="56104"/>
                  </a:cubicBezTo>
                  <a:cubicBezTo>
                    <a:pt x="5193" y="55060"/>
                    <a:pt x="6424" y="53053"/>
                    <a:pt x="6424" y="50804"/>
                  </a:cubicBezTo>
                  <a:cubicBezTo>
                    <a:pt x="6424" y="48556"/>
                    <a:pt x="5193" y="46522"/>
                    <a:pt x="3186" y="45505"/>
                  </a:cubicBezTo>
                  <a:cubicBezTo>
                    <a:pt x="3159" y="43604"/>
                    <a:pt x="2088" y="41731"/>
                    <a:pt x="402" y="40660"/>
                  </a:cubicBezTo>
                  <a:cubicBezTo>
                    <a:pt x="1901" y="39723"/>
                    <a:pt x="3320" y="37877"/>
                    <a:pt x="3186" y="35816"/>
                  </a:cubicBezTo>
                  <a:cubicBezTo>
                    <a:pt x="5193" y="34799"/>
                    <a:pt x="6424" y="32764"/>
                    <a:pt x="6424" y="30543"/>
                  </a:cubicBezTo>
                  <a:cubicBezTo>
                    <a:pt x="6424" y="28295"/>
                    <a:pt x="5193" y="26260"/>
                    <a:pt x="3186" y="25243"/>
                  </a:cubicBezTo>
                  <a:cubicBezTo>
                    <a:pt x="3105" y="23236"/>
                    <a:pt x="2062" y="21443"/>
                    <a:pt x="402" y="20399"/>
                  </a:cubicBezTo>
                  <a:cubicBezTo>
                    <a:pt x="2088" y="19328"/>
                    <a:pt x="3186" y="17454"/>
                    <a:pt x="3186" y="15608"/>
                  </a:cubicBezTo>
                  <a:cubicBezTo>
                    <a:pt x="3186" y="15608"/>
                    <a:pt x="3186" y="15581"/>
                    <a:pt x="3186" y="15554"/>
                  </a:cubicBezTo>
                  <a:cubicBezTo>
                    <a:pt x="5193" y="14537"/>
                    <a:pt x="6424" y="12503"/>
                    <a:pt x="6424" y="10255"/>
                  </a:cubicBezTo>
                  <a:cubicBezTo>
                    <a:pt x="6424" y="8033"/>
                    <a:pt x="5193" y="5999"/>
                    <a:pt x="3186" y="4982"/>
                  </a:cubicBezTo>
                  <a:lnTo>
                    <a:pt x="3186" y="4955"/>
                  </a:lnTo>
                  <a:cubicBezTo>
                    <a:pt x="3186" y="3028"/>
                    <a:pt x="2008" y="1074"/>
                    <a:pt x="215" y="30"/>
                  </a:cubicBezTo>
                  <a:cubicBezTo>
                    <a:pt x="194" y="10"/>
                    <a:pt x="170" y="1"/>
                    <a:pt x="1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 name="Google Shape;1961;p210"/>
            <p:cNvSpPr/>
            <p:nvPr/>
          </p:nvSpPr>
          <p:spPr>
            <a:xfrm>
              <a:off x="839675" y="818875"/>
              <a:ext cx="159950" cy="2032875"/>
            </a:xfrm>
            <a:custGeom>
              <a:rect b="b" l="l" r="r" t="t"/>
              <a:pathLst>
                <a:path extrusionOk="0" h="81315" w="6398">
                  <a:moveTo>
                    <a:pt x="122" y="1"/>
                  </a:moveTo>
                  <a:cubicBezTo>
                    <a:pt x="83" y="1"/>
                    <a:pt x="44" y="20"/>
                    <a:pt x="27" y="70"/>
                  </a:cubicBezTo>
                  <a:cubicBezTo>
                    <a:pt x="0" y="70"/>
                    <a:pt x="0" y="97"/>
                    <a:pt x="0" y="124"/>
                  </a:cubicBezTo>
                  <a:cubicBezTo>
                    <a:pt x="0" y="178"/>
                    <a:pt x="27" y="204"/>
                    <a:pt x="54" y="231"/>
                  </a:cubicBezTo>
                  <a:cubicBezTo>
                    <a:pt x="1794" y="1248"/>
                    <a:pt x="2971" y="3175"/>
                    <a:pt x="2918" y="5022"/>
                  </a:cubicBezTo>
                  <a:cubicBezTo>
                    <a:pt x="2918" y="5076"/>
                    <a:pt x="2945" y="5129"/>
                    <a:pt x="2998" y="5156"/>
                  </a:cubicBezTo>
                  <a:cubicBezTo>
                    <a:pt x="4925" y="6119"/>
                    <a:pt x="6156" y="8073"/>
                    <a:pt x="6156" y="10268"/>
                  </a:cubicBezTo>
                  <a:cubicBezTo>
                    <a:pt x="6156" y="12436"/>
                    <a:pt x="4925" y="14390"/>
                    <a:pt x="2998" y="15354"/>
                  </a:cubicBezTo>
                  <a:cubicBezTo>
                    <a:pt x="2945" y="15380"/>
                    <a:pt x="2918" y="15434"/>
                    <a:pt x="2918" y="15487"/>
                  </a:cubicBezTo>
                  <a:cubicBezTo>
                    <a:pt x="2971" y="17334"/>
                    <a:pt x="1847" y="19235"/>
                    <a:pt x="81" y="20278"/>
                  </a:cubicBezTo>
                  <a:cubicBezTo>
                    <a:pt x="54" y="20278"/>
                    <a:pt x="27" y="20305"/>
                    <a:pt x="0" y="20359"/>
                  </a:cubicBezTo>
                  <a:cubicBezTo>
                    <a:pt x="0" y="20412"/>
                    <a:pt x="27" y="20466"/>
                    <a:pt x="54" y="20493"/>
                  </a:cubicBezTo>
                  <a:cubicBezTo>
                    <a:pt x="1794" y="21510"/>
                    <a:pt x="2864" y="23303"/>
                    <a:pt x="2918" y="25310"/>
                  </a:cubicBezTo>
                  <a:cubicBezTo>
                    <a:pt x="2918" y="25364"/>
                    <a:pt x="2945" y="25391"/>
                    <a:pt x="2998" y="25417"/>
                  </a:cubicBezTo>
                  <a:cubicBezTo>
                    <a:pt x="4925" y="26381"/>
                    <a:pt x="6156" y="28362"/>
                    <a:pt x="6156" y="30530"/>
                  </a:cubicBezTo>
                  <a:cubicBezTo>
                    <a:pt x="6156" y="32698"/>
                    <a:pt x="4925" y="34652"/>
                    <a:pt x="2998" y="35642"/>
                  </a:cubicBezTo>
                  <a:cubicBezTo>
                    <a:pt x="2945" y="35642"/>
                    <a:pt x="2918" y="35695"/>
                    <a:pt x="2918" y="35749"/>
                  </a:cubicBezTo>
                  <a:cubicBezTo>
                    <a:pt x="3078" y="37837"/>
                    <a:pt x="1606" y="39630"/>
                    <a:pt x="81" y="40540"/>
                  </a:cubicBezTo>
                  <a:cubicBezTo>
                    <a:pt x="54" y="40540"/>
                    <a:pt x="27" y="40594"/>
                    <a:pt x="0" y="40620"/>
                  </a:cubicBezTo>
                  <a:cubicBezTo>
                    <a:pt x="0" y="40674"/>
                    <a:pt x="27" y="40727"/>
                    <a:pt x="54" y="40754"/>
                  </a:cubicBezTo>
                  <a:cubicBezTo>
                    <a:pt x="1794" y="41771"/>
                    <a:pt x="2918" y="43645"/>
                    <a:pt x="2918" y="45545"/>
                  </a:cubicBezTo>
                  <a:cubicBezTo>
                    <a:pt x="2918" y="45545"/>
                    <a:pt x="2918" y="45545"/>
                    <a:pt x="2918" y="45572"/>
                  </a:cubicBezTo>
                  <a:cubicBezTo>
                    <a:pt x="2918" y="45626"/>
                    <a:pt x="2945" y="45652"/>
                    <a:pt x="2998" y="45679"/>
                  </a:cubicBezTo>
                  <a:cubicBezTo>
                    <a:pt x="4925" y="46669"/>
                    <a:pt x="6156" y="48623"/>
                    <a:pt x="6156" y="50791"/>
                  </a:cubicBezTo>
                  <a:cubicBezTo>
                    <a:pt x="6156" y="52959"/>
                    <a:pt x="4925" y="54913"/>
                    <a:pt x="2998" y="55904"/>
                  </a:cubicBezTo>
                  <a:cubicBezTo>
                    <a:pt x="2945" y="55930"/>
                    <a:pt x="2918" y="55957"/>
                    <a:pt x="2918" y="56011"/>
                  </a:cubicBezTo>
                  <a:cubicBezTo>
                    <a:pt x="2864" y="57991"/>
                    <a:pt x="1820" y="59785"/>
                    <a:pt x="81" y="60802"/>
                  </a:cubicBezTo>
                  <a:cubicBezTo>
                    <a:pt x="54" y="60828"/>
                    <a:pt x="27" y="60855"/>
                    <a:pt x="0" y="60882"/>
                  </a:cubicBezTo>
                  <a:cubicBezTo>
                    <a:pt x="0" y="60935"/>
                    <a:pt x="27" y="60989"/>
                    <a:pt x="54" y="61016"/>
                  </a:cubicBezTo>
                  <a:cubicBezTo>
                    <a:pt x="1794" y="62033"/>
                    <a:pt x="2864" y="63826"/>
                    <a:pt x="2918" y="65834"/>
                  </a:cubicBezTo>
                  <a:cubicBezTo>
                    <a:pt x="2918" y="65887"/>
                    <a:pt x="2945" y="65914"/>
                    <a:pt x="2998" y="65941"/>
                  </a:cubicBezTo>
                  <a:cubicBezTo>
                    <a:pt x="4925" y="66931"/>
                    <a:pt x="6156" y="68885"/>
                    <a:pt x="6156" y="71053"/>
                  </a:cubicBezTo>
                  <a:cubicBezTo>
                    <a:pt x="6156" y="73221"/>
                    <a:pt x="4925" y="75175"/>
                    <a:pt x="2998" y="76165"/>
                  </a:cubicBezTo>
                  <a:cubicBezTo>
                    <a:pt x="2945" y="76192"/>
                    <a:pt x="2918" y="76219"/>
                    <a:pt x="2918" y="76272"/>
                  </a:cubicBezTo>
                  <a:cubicBezTo>
                    <a:pt x="2864" y="78280"/>
                    <a:pt x="1794" y="80073"/>
                    <a:pt x="81" y="81090"/>
                  </a:cubicBezTo>
                  <a:cubicBezTo>
                    <a:pt x="0" y="81117"/>
                    <a:pt x="0" y="81197"/>
                    <a:pt x="27" y="81251"/>
                  </a:cubicBezTo>
                  <a:cubicBezTo>
                    <a:pt x="47" y="81290"/>
                    <a:pt x="95" y="81315"/>
                    <a:pt x="140" y="81315"/>
                  </a:cubicBezTo>
                  <a:cubicBezTo>
                    <a:pt x="157" y="81315"/>
                    <a:pt x="173" y="81311"/>
                    <a:pt x="188" y="81304"/>
                  </a:cubicBezTo>
                  <a:cubicBezTo>
                    <a:pt x="1981" y="80260"/>
                    <a:pt x="3105" y="78413"/>
                    <a:pt x="3159" y="76352"/>
                  </a:cubicBezTo>
                  <a:cubicBezTo>
                    <a:pt x="5166" y="75309"/>
                    <a:pt x="6397" y="73301"/>
                    <a:pt x="6397" y="71053"/>
                  </a:cubicBezTo>
                  <a:cubicBezTo>
                    <a:pt x="6397" y="68805"/>
                    <a:pt x="5166" y="66797"/>
                    <a:pt x="3159" y="65753"/>
                  </a:cubicBezTo>
                  <a:cubicBezTo>
                    <a:pt x="3105" y="63773"/>
                    <a:pt x="2061" y="61979"/>
                    <a:pt x="375" y="60909"/>
                  </a:cubicBezTo>
                  <a:cubicBezTo>
                    <a:pt x="2061" y="59865"/>
                    <a:pt x="3105" y="58072"/>
                    <a:pt x="3159" y="56091"/>
                  </a:cubicBezTo>
                  <a:cubicBezTo>
                    <a:pt x="5166" y="55047"/>
                    <a:pt x="6397" y="53040"/>
                    <a:pt x="6397" y="50791"/>
                  </a:cubicBezTo>
                  <a:cubicBezTo>
                    <a:pt x="6397" y="48543"/>
                    <a:pt x="5166" y="46536"/>
                    <a:pt x="3159" y="45492"/>
                  </a:cubicBezTo>
                  <a:cubicBezTo>
                    <a:pt x="3159" y="43591"/>
                    <a:pt x="2061" y="41718"/>
                    <a:pt x="375" y="40647"/>
                  </a:cubicBezTo>
                  <a:cubicBezTo>
                    <a:pt x="1901" y="39710"/>
                    <a:pt x="3292" y="37890"/>
                    <a:pt x="3185" y="35829"/>
                  </a:cubicBezTo>
                  <a:cubicBezTo>
                    <a:pt x="5166" y="34785"/>
                    <a:pt x="6397" y="32751"/>
                    <a:pt x="6397" y="30530"/>
                  </a:cubicBezTo>
                  <a:cubicBezTo>
                    <a:pt x="6397" y="28281"/>
                    <a:pt x="5166" y="26247"/>
                    <a:pt x="3159" y="25230"/>
                  </a:cubicBezTo>
                  <a:cubicBezTo>
                    <a:pt x="3078" y="23223"/>
                    <a:pt x="2035" y="21429"/>
                    <a:pt x="375" y="20386"/>
                  </a:cubicBezTo>
                  <a:cubicBezTo>
                    <a:pt x="2061" y="19315"/>
                    <a:pt x="3159" y="17441"/>
                    <a:pt x="3159" y="15595"/>
                  </a:cubicBezTo>
                  <a:cubicBezTo>
                    <a:pt x="3159" y="15595"/>
                    <a:pt x="3159" y="15568"/>
                    <a:pt x="3159" y="15541"/>
                  </a:cubicBezTo>
                  <a:cubicBezTo>
                    <a:pt x="5166" y="14524"/>
                    <a:pt x="6397" y="12490"/>
                    <a:pt x="6397" y="10268"/>
                  </a:cubicBezTo>
                  <a:cubicBezTo>
                    <a:pt x="6397" y="8020"/>
                    <a:pt x="5166" y="5986"/>
                    <a:pt x="3159" y="4969"/>
                  </a:cubicBezTo>
                  <a:lnTo>
                    <a:pt x="3159" y="4942"/>
                  </a:lnTo>
                  <a:cubicBezTo>
                    <a:pt x="3159" y="3041"/>
                    <a:pt x="1981" y="1061"/>
                    <a:pt x="188" y="17"/>
                  </a:cubicBezTo>
                  <a:cubicBezTo>
                    <a:pt x="168" y="7"/>
                    <a:pt x="145" y="1"/>
                    <a:pt x="1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 name="Google Shape;1962;p210"/>
            <p:cNvSpPr/>
            <p:nvPr/>
          </p:nvSpPr>
          <p:spPr>
            <a:xfrm>
              <a:off x="685775" y="566950"/>
              <a:ext cx="159950" cy="2033000"/>
            </a:xfrm>
            <a:custGeom>
              <a:rect b="b" l="l" r="r" t="t"/>
              <a:pathLst>
                <a:path extrusionOk="0" h="81320" w="6398">
                  <a:moveTo>
                    <a:pt x="119" y="1"/>
                  </a:moveTo>
                  <a:cubicBezTo>
                    <a:pt x="81" y="1"/>
                    <a:pt x="44" y="24"/>
                    <a:pt x="27" y="57"/>
                  </a:cubicBezTo>
                  <a:cubicBezTo>
                    <a:pt x="27" y="84"/>
                    <a:pt x="0" y="110"/>
                    <a:pt x="0" y="137"/>
                  </a:cubicBezTo>
                  <a:cubicBezTo>
                    <a:pt x="0" y="164"/>
                    <a:pt x="27" y="217"/>
                    <a:pt x="81" y="244"/>
                  </a:cubicBezTo>
                  <a:cubicBezTo>
                    <a:pt x="1820" y="1261"/>
                    <a:pt x="2944" y="3188"/>
                    <a:pt x="2918" y="5035"/>
                  </a:cubicBezTo>
                  <a:cubicBezTo>
                    <a:pt x="2918" y="5089"/>
                    <a:pt x="2944" y="5142"/>
                    <a:pt x="2998" y="5169"/>
                  </a:cubicBezTo>
                  <a:cubicBezTo>
                    <a:pt x="4952" y="6133"/>
                    <a:pt x="6156" y="8086"/>
                    <a:pt x="6156" y="10255"/>
                  </a:cubicBezTo>
                  <a:cubicBezTo>
                    <a:pt x="6156" y="12449"/>
                    <a:pt x="4952" y="14403"/>
                    <a:pt x="2998" y="15367"/>
                  </a:cubicBezTo>
                  <a:cubicBezTo>
                    <a:pt x="2944" y="15394"/>
                    <a:pt x="2918" y="15447"/>
                    <a:pt x="2918" y="15501"/>
                  </a:cubicBezTo>
                  <a:cubicBezTo>
                    <a:pt x="2998" y="17347"/>
                    <a:pt x="1847" y="19248"/>
                    <a:pt x="81" y="20292"/>
                  </a:cubicBezTo>
                  <a:cubicBezTo>
                    <a:pt x="54" y="20292"/>
                    <a:pt x="27" y="20318"/>
                    <a:pt x="27" y="20372"/>
                  </a:cubicBezTo>
                  <a:cubicBezTo>
                    <a:pt x="0" y="20425"/>
                    <a:pt x="27" y="20479"/>
                    <a:pt x="81" y="20506"/>
                  </a:cubicBezTo>
                  <a:cubicBezTo>
                    <a:pt x="1794" y="21496"/>
                    <a:pt x="2864" y="23316"/>
                    <a:pt x="2918" y="25324"/>
                  </a:cubicBezTo>
                  <a:cubicBezTo>
                    <a:pt x="2918" y="25350"/>
                    <a:pt x="2944" y="25404"/>
                    <a:pt x="2998" y="25431"/>
                  </a:cubicBezTo>
                  <a:cubicBezTo>
                    <a:pt x="4952" y="26394"/>
                    <a:pt x="6156" y="28348"/>
                    <a:pt x="6156" y="30543"/>
                  </a:cubicBezTo>
                  <a:cubicBezTo>
                    <a:pt x="6156" y="32711"/>
                    <a:pt x="4952" y="34665"/>
                    <a:pt x="2998" y="35628"/>
                  </a:cubicBezTo>
                  <a:cubicBezTo>
                    <a:pt x="2944" y="35655"/>
                    <a:pt x="2918" y="35709"/>
                    <a:pt x="2918" y="35762"/>
                  </a:cubicBezTo>
                  <a:cubicBezTo>
                    <a:pt x="3078" y="37823"/>
                    <a:pt x="1633" y="39643"/>
                    <a:pt x="81" y="40553"/>
                  </a:cubicBezTo>
                  <a:cubicBezTo>
                    <a:pt x="54" y="40553"/>
                    <a:pt x="27" y="40580"/>
                    <a:pt x="27" y="40633"/>
                  </a:cubicBezTo>
                  <a:cubicBezTo>
                    <a:pt x="0" y="40687"/>
                    <a:pt x="27" y="40741"/>
                    <a:pt x="81" y="40767"/>
                  </a:cubicBezTo>
                  <a:cubicBezTo>
                    <a:pt x="1820" y="41784"/>
                    <a:pt x="2918" y="43658"/>
                    <a:pt x="2918" y="45532"/>
                  </a:cubicBezTo>
                  <a:cubicBezTo>
                    <a:pt x="2918" y="45558"/>
                    <a:pt x="2918" y="45558"/>
                    <a:pt x="2918" y="45585"/>
                  </a:cubicBezTo>
                  <a:cubicBezTo>
                    <a:pt x="2918" y="45612"/>
                    <a:pt x="2944" y="45665"/>
                    <a:pt x="2998" y="45692"/>
                  </a:cubicBezTo>
                  <a:cubicBezTo>
                    <a:pt x="4952" y="46656"/>
                    <a:pt x="6156" y="48636"/>
                    <a:pt x="6156" y="50804"/>
                  </a:cubicBezTo>
                  <a:cubicBezTo>
                    <a:pt x="6156" y="52972"/>
                    <a:pt x="4952" y="54926"/>
                    <a:pt x="2998" y="55917"/>
                  </a:cubicBezTo>
                  <a:cubicBezTo>
                    <a:pt x="2944" y="55917"/>
                    <a:pt x="2918" y="55970"/>
                    <a:pt x="2918" y="56024"/>
                  </a:cubicBezTo>
                  <a:cubicBezTo>
                    <a:pt x="2891" y="58004"/>
                    <a:pt x="1820" y="59798"/>
                    <a:pt x="81" y="60815"/>
                  </a:cubicBezTo>
                  <a:cubicBezTo>
                    <a:pt x="54" y="60815"/>
                    <a:pt x="27" y="60868"/>
                    <a:pt x="27" y="60895"/>
                  </a:cubicBezTo>
                  <a:cubicBezTo>
                    <a:pt x="0" y="60949"/>
                    <a:pt x="27" y="61002"/>
                    <a:pt x="81" y="61029"/>
                  </a:cubicBezTo>
                  <a:cubicBezTo>
                    <a:pt x="1820" y="62046"/>
                    <a:pt x="2891" y="63839"/>
                    <a:pt x="2918" y="65847"/>
                  </a:cubicBezTo>
                  <a:cubicBezTo>
                    <a:pt x="2918" y="65900"/>
                    <a:pt x="2944" y="65927"/>
                    <a:pt x="2998" y="65954"/>
                  </a:cubicBezTo>
                  <a:cubicBezTo>
                    <a:pt x="4952" y="66944"/>
                    <a:pt x="6156" y="68898"/>
                    <a:pt x="6156" y="71066"/>
                  </a:cubicBezTo>
                  <a:cubicBezTo>
                    <a:pt x="6156" y="73234"/>
                    <a:pt x="4952" y="75188"/>
                    <a:pt x="2998" y="76178"/>
                  </a:cubicBezTo>
                  <a:cubicBezTo>
                    <a:pt x="2944" y="76178"/>
                    <a:pt x="2918" y="76232"/>
                    <a:pt x="2918" y="76285"/>
                  </a:cubicBezTo>
                  <a:cubicBezTo>
                    <a:pt x="2891" y="78293"/>
                    <a:pt x="1820" y="80086"/>
                    <a:pt x="81" y="81076"/>
                  </a:cubicBezTo>
                  <a:cubicBezTo>
                    <a:pt x="27" y="81130"/>
                    <a:pt x="0" y="81183"/>
                    <a:pt x="27" y="81264"/>
                  </a:cubicBezTo>
                  <a:cubicBezTo>
                    <a:pt x="60" y="81297"/>
                    <a:pt x="93" y="81320"/>
                    <a:pt x="133" y="81320"/>
                  </a:cubicBezTo>
                  <a:cubicBezTo>
                    <a:pt x="157" y="81320"/>
                    <a:pt x="184" y="81311"/>
                    <a:pt x="214" y="81290"/>
                  </a:cubicBezTo>
                  <a:cubicBezTo>
                    <a:pt x="2008" y="80273"/>
                    <a:pt x="3105" y="78427"/>
                    <a:pt x="3185" y="76366"/>
                  </a:cubicBezTo>
                  <a:cubicBezTo>
                    <a:pt x="5166" y="75322"/>
                    <a:pt x="6397" y="73314"/>
                    <a:pt x="6397" y="71066"/>
                  </a:cubicBezTo>
                  <a:cubicBezTo>
                    <a:pt x="6397" y="68818"/>
                    <a:pt x="5166" y="66784"/>
                    <a:pt x="3185" y="65766"/>
                  </a:cubicBezTo>
                  <a:cubicBezTo>
                    <a:pt x="3105" y="63786"/>
                    <a:pt x="2061" y="61992"/>
                    <a:pt x="375" y="60922"/>
                  </a:cubicBezTo>
                  <a:cubicBezTo>
                    <a:pt x="2061" y="59878"/>
                    <a:pt x="3105" y="58085"/>
                    <a:pt x="3185" y="56104"/>
                  </a:cubicBezTo>
                  <a:cubicBezTo>
                    <a:pt x="5166" y="55060"/>
                    <a:pt x="6397" y="53053"/>
                    <a:pt x="6397" y="50804"/>
                  </a:cubicBezTo>
                  <a:cubicBezTo>
                    <a:pt x="6397" y="48556"/>
                    <a:pt x="5166" y="46522"/>
                    <a:pt x="3185" y="45505"/>
                  </a:cubicBezTo>
                  <a:cubicBezTo>
                    <a:pt x="3159" y="43604"/>
                    <a:pt x="2088" y="41731"/>
                    <a:pt x="375" y="40660"/>
                  </a:cubicBezTo>
                  <a:cubicBezTo>
                    <a:pt x="1901" y="39723"/>
                    <a:pt x="3292" y="37903"/>
                    <a:pt x="3185" y="35816"/>
                  </a:cubicBezTo>
                  <a:cubicBezTo>
                    <a:pt x="5166" y="34799"/>
                    <a:pt x="6397" y="32764"/>
                    <a:pt x="6397" y="30543"/>
                  </a:cubicBezTo>
                  <a:cubicBezTo>
                    <a:pt x="6397" y="28295"/>
                    <a:pt x="5166" y="26260"/>
                    <a:pt x="3185" y="25243"/>
                  </a:cubicBezTo>
                  <a:cubicBezTo>
                    <a:pt x="3078" y="23236"/>
                    <a:pt x="2061" y="21443"/>
                    <a:pt x="375" y="20399"/>
                  </a:cubicBezTo>
                  <a:cubicBezTo>
                    <a:pt x="2088" y="19328"/>
                    <a:pt x="3185" y="17401"/>
                    <a:pt x="3185" y="15554"/>
                  </a:cubicBezTo>
                  <a:cubicBezTo>
                    <a:pt x="5166" y="14537"/>
                    <a:pt x="6397" y="12503"/>
                    <a:pt x="6397" y="10255"/>
                  </a:cubicBezTo>
                  <a:cubicBezTo>
                    <a:pt x="6397" y="8033"/>
                    <a:pt x="5166" y="5999"/>
                    <a:pt x="3185" y="4982"/>
                  </a:cubicBezTo>
                  <a:lnTo>
                    <a:pt x="3185" y="4955"/>
                  </a:lnTo>
                  <a:cubicBezTo>
                    <a:pt x="3185" y="3028"/>
                    <a:pt x="1981" y="1074"/>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 name="Google Shape;1963;p210"/>
            <p:cNvSpPr/>
            <p:nvPr/>
          </p:nvSpPr>
          <p:spPr>
            <a:xfrm>
              <a:off x="531875" y="818875"/>
              <a:ext cx="160600" cy="2032875"/>
            </a:xfrm>
            <a:custGeom>
              <a:rect b="b" l="l" r="r" t="t"/>
              <a:pathLst>
                <a:path extrusionOk="0" h="81315" w="6424">
                  <a:moveTo>
                    <a:pt x="147" y="1"/>
                  </a:moveTo>
                  <a:cubicBezTo>
                    <a:pt x="106" y="1"/>
                    <a:pt x="61" y="20"/>
                    <a:pt x="27" y="70"/>
                  </a:cubicBezTo>
                  <a:cubicBezTo>
                    <a:pt x="27" y="70"/>
                    <a:pt x="27" y="97"/>
                    <a:pt x="27" y="124"/>
                  </a:cubicBezTo>
                  <a:cubicBezTo>
                    <a:pt x="27" y="178"/>
                    <a:pt x="54" y="204"/>
                    <a:pt x="80" y="231"/>
                  </a:cubicBezTo>
                  <a:cubicBezTo>
                    <a:pt x="1820" y="1248"/>
                    <a:pt x="2971" y="3175"/>
                    <a:pt x="2944" y="5022"/>
                  </a:cubicBezTo>
                  <a:cubicBezTo>
                    <a:pt x="2944" y="5076"/>
                    <a:pt x="2971" y="5129"/>
                    <a:pt x="2998" y="5156"/>
                  </a:cubicBezTo>
                  <a:cubicBezTo>
                    <a:pt x="4952" y="6119"/>
                    <a:pt x="6156" y="8073"/>
                    <a:pt x="6156" y="10268"/>
                  </a:cubicBezTo>
                  <a:cubicBezTo>
                    <a:pt x="6156" y="12436"/>
                    <a:pt x="4952" y="14390"/>
                    <a:pt x="2998" y="15354"/>
                  </a:cubicBezTo>
                  <a:cubicBezTo>
                    <a:pt x="2971" y="15380"/>
                    <a:pt x="2944" y="15461"/>
                    <a:pt x="2944" y="15487"/>
                  </a:cubicBezTo>
                  <a:cubicBezTo>
                    <a:pt x="2998" y="17334"/>
                    <a:pt x="1847" y="19235"/>
                    <a:pt x="107" y="20278"/>
                  </a:cubicBezTo>
                  <a:cubicBezTo>
                    <a:pt x="54" y="20278"/>
                    <a:pt x="27" y="20305"/>
                    <a:pt x="27" y="20359"/>
                  </a:cubicBezTo>
                  <a:cubicBezTo>
                    <a:pt x="0" y="20412"/>
                    <a:pt x="27" y="20466"/>
                    <a:pt x="80" y="20493"/>
                  </a:cubicBezTo>
                  <a:cubicBezTo>
                    <a:pt x="1793" y="21510"/>
                    <a:pt x="2864" y="23303"/>
                    <a:pt x="2944" y="25310"/>
                  </a:cubicBezTo>
                  <a:cubicBezTo>
                    <a:pt x="2944" y="25364"/>
                    <a:pt x="2971" y="25391"/>
                    <a:pt x="2998" y="25417"/>
                  </a:cubicBezTo>
                  <a:cubicBezTo>
                    <a:pt x="4952" y="26381"/>
                    <a:pt x="6156" y="28362"/>
                    <a:pt x="6156" y="30530"/>
                  </a:cubicBezTo>
                  <a:cubicBezTo>
                    <a:pt x="6156" y="32698"/>
                    <a:pt x="4952" y="34652"/>
                    <a:pt x="2998" y="35642"/>
                  </a:cubicBezTo>
                  <a:cubicBezTo>
                    <a:pt x="2971" y="35642"/>
                    <a:pt x="2944" y="35695"/>
                    <a:pt x="2944" y="35749"/>
                  </a:cubicBezTo>
                  <a:cubicBezTo>
                    <a:pt x="3105" y="37837"/>
                    <a:pt x="1633" y="39630"/>
                    <a:pt x="107" y="40540"/>
                  </a:cubicBezTo>
                  <a:cubicBezTo>
                    <a:pt x="54" y="40540"/>
                    <a:pt x="27" y="40594"/>
                    <a:pt x="27" y="40620"/>
                  </a:cubicBezTo>
                  <a:cubicBezTo>
                    <a:pt x="0" y="40674"/>
                    <a:pt x="27" y="40727"/>
                    <a:pt x="80" y="40754"/>
                  </a:cubicBezTo>
                  <a:cubicBezTo>
                    <a:pt x="1820" y="41771"/>
                    <a:pt x="2944" y="43645"/>
                    <a:pt x="2944" y="45545"/>
                  </a:cubicBezTo>
                  <a:cubicBezTo>
                    <a:pt x="2944" y="45545"/>
                    <a:pt x="2944" y="45545"/>
                    <a:pt x="2944" y="45572"/>
                  </a:cubicBezTo>
                  <a:cubicBezTo>
                    <a:pt x="2944" y="45626"/>
                    <a:pt x="2971" y="45652"/>
                    <a:pt x="2998" y="45679"/>
                  </a:cubicBezTo>
                  <a:cubicBezTo>
                    <a:pt x="4952" y="46669"/>
                    <a:pt x="6156" y="48623"/>
                    <a:pt x="6156" y="50791"/>
                  </a:cubicBezTo>
                  <a:cubicBezTo>
                    <a:pt x="6156" y="52959"/>
                    <a:pt x="4952" y="54913"/>
                    <a:pt x="2998" y="55904"/>
                  </a:cubicBezTo>
                  <a:cubicBezTo>
                    <a:pt x="2971" y="55930"/>
                    <a:pt x="2944" y="55957"/>
                    <a:pt x="2944" y="56011"/>
                  </a:cubicBezTo>
                  <a:cubicBezTo>
                    <a:pt x="2891" y="57991"/>
                    <a:pt x="1820" y="59785"/>
                    <a:pt x="107" y="60802"/>
                  </a:cubicBezTo>
                  <a:cubicBezTo>
                    <a:pt x="54" y="60828"/>
                    <a:pt x="27" y="60855"/>
                    <a:pt x="27" y="60882"/>
                  </a:cubicBezTo>
                  <a:cubicBezTo>
                    <a:pt x="0" y="60935"/>
                    <a:pt x="27" y="60989"/>
                    <a:pt x="80" y="61016"/>
                  </a:cubicBezTo>
                  <a:cubicBezTo>
                    <a:pt x="1820" y="62033"/>
                    <a:pt x="2891" y="63826"/>
                    <a:pt x="2944" y="65834"/>
                  </a:cubicBezTo>
                  <a:cubicBezTo>
                    <a:pt x="2944" y="65887"/>
                    <a:pt x="2971" y="65914"/>
                    <a:pt x="2998" y="65941"/>
                  </a:cubicBezTo>
                  <a:cubicBezTo>
                    <a:pt x="4952" y="66931"/>
                    <a:pt x="6156" y="68885"/>
                    <a:pt x="6156" y="71053"/>
                  </a:cubicBezTo>
                  <a:cubicBezTo>
                    <a:pt x="6156" y="73221"/>
                    <a:pt x="4952" y="75175"/>
                    <a:pt x="2998" y="76165"/>
                  </a:cubicBezTo>
                  <a:cubicBezTo>
                    <a:pt x="2971" y="76192"/>
                    <a:pt x="2944" y="76219"/>
                    <a:pt x="2944" y="76272"/>
                  </a:cubicBezTo>
                  <a:cubicBezTo>
                    <a:pt x="2891" y="78280"/>
                    <a:pt x="1820" y="80073"/>
                    <a:pt x="80" y="81090"/>
                  </a:cubicBezTo>
                  <a:cubicBezTo>
                    <a:pt x="27" y="81117"/>
                    <a:pt x="0" y="81197"/>
                    <a:pt x="54" y="81251"/>
                  </a:cubicBezTo>
                  <a:cubicBezTo>
                    <a:pt x="73" y="81290"/>
                    <a:pt x="122" y="81315"/>
                    <a:pt x="167" y="81315"/>
                  </a:cubicBezTo>
                  <a:cubicBezTo>
                    <a:pt x="184" y="81315"/>
                    <a:pt x="200" y="81311"/>
                    <a:pt x="214" y="81304"/>
                  </a:cubicBezTo>
                  <a:cubicBezTo>
                    <a:pt x="2008" y="80260"/>
                    <a:pt x="3105" y="78413"/>
                    <a:pt x="3185" y="76352"/>
                  </a:cubicBezTo>
                  <a:cubicBezTo>
                    <a:pt x="5193" y="75309"/>
                    <a:pt x="6424" y="73301"/>
                    <a:pt x="6424" y="71053"/>
                  </a:cubicBezTo>
                  <a:cubicBezTo>
                    <a:pt x="6424" y="68805"/>
                    <a:pt x="5193" y="66797"/>
                    <a:pt x="3185" y="65753"/>
                  </a:cubicBezTo>
                  <a:cubicBezTo>
                    <a:pt x="3105" y="63773"/>
                    <a:pt x="2088" y="61979"/>
                    <a:pt x="402" y="60909"/>
                  </a:cubicBezTo>
                  <a:cubicBezTo>
                    <a:pt x="2088" y="59865"/>
                    <a:pt x="3105" y="58072"/>
                    <a:pt x="3185" y="56091"/>
                  </a:cubicBezTo>
                  <a:cubicBezTo>
                    <a:pt x="5193" y="55047"/>
                    <a:pt x="6424" y="53040"/>
                    <a:pt x="6424" y="50791"/>
                  </a:cubicBezTo>
                  <a:cubicBezTo>
                    <a:pt x="6424" y="48543"/>
                    <a:pt x="5193" y="46536"/>
                    <a:pt x="3185" y="45492"/>
                  </a:cubicBezTo>
                  <a:cubicBezTo>
                    <a:pt x="3185" y="43591"/>
                    <a:pt x="2088" y="41718"/>
                    <a:pt x="402" y="40647"/>
                  </a:cubicBezTo>
                  <a:cubicBezTo>
                    <a:pt x="1900" y="39710"/>
                    <a:pt x="3319" y="37890"/>
                    <a:pt x="3185" y="35829"/>
                  </a:cubicBezTo>
                  <a:cubicBezTo>
                    <a:pt x="5193" y="34785"/>
                    <a:pt x="6424" y="32751"/>
                    <a:pt x="6424" y="30530"/>
                  </a:cubicBezTo>
                  <a:cubicBezTo>
                    <a:pt x="6424" y="28281"/>
                    <a:pt x="5193" y="26247"/>
                    <a:pt x="3185" y="25230"/>
                  </a:cubicBezTo>
                  <a:cubicBezTo>
                    <a:pt x="3105" y="23223"/>
                    <a:pt x="2061" y="21429"/>
                    <a:pt x="402" y="20386"/>
                  </a:cubicBezTo>
                  <a:cubicBezTo>
                    <a:pt x="2088" y="19315"/>
                    <a:pt x="3185" y="17441"/>
                    <a:pt x="3185" y="15595"/>
                  </a:cubicBezTo>
                  <a:cubicBezTo>
                    <a:pt x="3185" y="15595"/>
                    <a:pt x="3185" y="15568"/>
                    <a:pt x="3185" y="15541"/>
                  </a:cubicBezTo>
                  <a:cubicBezTo>
                    <a:pt x="5193" y="14524"/>
                    <a:pt x="6424" y="12490"/>
                    <a:pt x="6424" y="10268"/>
                  </a:cubicBezTo>
                  <a:cubicBezTo>
                    <a:pt x="6424" y="8020"/>
                    <a:pt x="5193" y="5986"/>
                    <a:pt x="3185" y="4969"/>
                  </a:cubicBezTo>
                  <a:lnTo>
                    <a:pt x="3185" y="4942"/>
                  </a:lnTo>
                  <a:cubicBezTo>
                    <a:pt x="3185" y="3041"/>
                    <a:pt x="2008" y="1061"/>
                    <a:pt x="214" y="17"/>
                  </a:cubicBezTo>
                  <a:cubicBezTo>
                    <a:pt x="195" y="7"/>
                    <a:pt x="171" y="1"/>
                    <a:pt x="1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p210"/>
            <p:cNvSpPr/>
            <p:nvPr/>
          </p:nvSpPr>
          <p:spPr>
            <a:xfrm>
              <a:off x="378625" y="566950"/>
              <a:ext cx="159950" cy="2033000"/>
            </a:xfrm>
            <a:custGeom>
              <a:rect b="b" l="l" r="r" t="t"/>
              <a:pathLst>
                <a:path extrusionOk="0" h="81320" w="6398">
                  <a:moveTo>
                    <a:pt x="120" y="1"/>
                  </a:moveTo>
                  <a:cubicBezTo>
                    <a:pt x="81" y="1"/>
                    <a:pt x="44" y="24"/>
                    <a:pt x="28" y="57"/>
                  </a:cubicBezTo>
                  <a:cubicBezTo>
                    <a:pt x="1" y="84"/>
                    <a:pt x="1" y="110"/>
                    <a:pt x="1" y="137"/>
                  </a:cubicBezTo>
                  <a:cubicBezTo>
                    <a:pt x="1" y="164"/>
                    <a:pt x="28" y="217"/>
                    <a:pt x="54" y="244"/>
                  </a:cubicBezTo>
                  <a:cubicBezTo>
                    <a:pt x="1821" y="1261"/>
                    <a:pt x="2972" y="3188"/>
                    <a:pt x="2918" y="5035"/>
                  </a:cubicBezTo>
                  <a:cubicBezTo>
                    <a:pt x="2918" y="5116"/>
                    <a:pt x="2945" y="5142"/>
                    <a:pt x="2999" y="5169"/>
                  </a:cubicBezTo>
                  <a:cubicBezTo>
                    <a:pt x="4952" y="6133"/>
                    <a:pt x="6157" y="8086"/>
                    <a:pt x="6157" y="10255"/>
                  </a:cubicBezTo>
                  <a:cubicBezTo>
                    <a:pt x="6157" y="12449"/>
                    <a:pt x="4952" y="14403"/>
                    <a:pt x="2999" y="15367"/>
                  </a:cubicBezTo>
                  <a:cubicBezTo>
                    <a:pt x="2945" y="15394"/>
                    <a:pt x="2918" y="15447"/>
                    <a:pt x="2918" y="15501"/>
                  </a:cubicBezTo>
                  <a:cubicBezTo>
                    <a:pt x="2972" y="17347"/>
                    <a:pt x="1848" y="19248"/>
                    <a:pt x="81" y="20292"/>
                  </a:cubicBezTo>
                  <a:cubicBezTo>
                    <a:pt x="54" y="20292"/>
                    <a:pt x="28" y="20318"/>
                    <a:pt x="1" y="20372"/>
                  </a:cubicBezTo>
                  <a:cubicBezTo>
                    <a:pt x="1" y="20425"/>
                    <a:pt x="28" y="20479"/>
                    <a:pt x="54" y="20506"/>
                  </a:cubicBezTo>
                  <a:cubicBezTo>
                    <a:pt x="1794" y="21496"/>
                    <a:pt x="2865" y="23316"/>
                    <a:pt x="2918" y="25324"/>
                  </a:cubicBezTo>
                  <a:cubicBezTo>
                    <a:pt x="2918" y="25350"/>
                    <a:pt x="2945" y="25404"/>
                    <a:pt x="2999" y="25431"/>
                  </a:cubicBezTo>
                  <a:cubicBezTo>
                    <a:pt x="4952" y="26394"/>
                    <a:pt x="6157" y="28348"/>
                    <a:pt x="6157" y="30543"/>
                  </a:cubicBezTo>
                  <a:cubicBezTo>
                    <a:pt x="6157" y="32711"/>
                    <a:pt x="4952" y="34665"/>
                    <a:pt x="2999" y="35628"/>
                  </a:cubicBezTo>
                  <a:cubicBezTo>
                    <a:pt x="2945" y="35655"/>
                    <a:pt x="2918" y="35709"/>
                    <a:pt x="2918" y="35762"/>
                  </a:cubicBezTo>
                  <a:cubicBezTo>
                    <a:pt x="3079" y="37823"/>
                    <a:pt x="1607" y="39643"/>
                    <a:pt x="81" y="40553"/>
                  </a:cubicBezTo>
                  <a:cubicBezTo>
                    <a:pt x="54" y="40553"/>
                    <a:pt x="28" y="40580"/>
                    <a:pt x="1" y="40633"/>
                  </a:cubicBezTo>
                  <a:cubicBezTo>
                    <a:pt x="1" y="40687"/>
                    <a:pt x="28" y="40741"/>
                    <a:pt x="54" y="40767"/>
                  </a:cubicBezTo>
                  <a:cubicBezTo>
                    <a:pt x="1794" y="41784"/>
                    <a:pt x="2918" y="43658"/>
                    <a:pt x="2918" y="45532"/>
                  </a:cubicBezTo>
                  <a:cubicBezTo>
                    <a:pt x="2918" y="45558"/>
                    <a:pt x="2918" y="45558"/>
                    <a:pt x="2918" y="45585"/>
                  </a:cubicBezTo>
                  <a:cubicBezTo>
                    <a:pt x="2918" y="45612"/>
                    <a:pt x="2945" y="45665"/>
                    <a:pt x="2999" y="45692"/>
                  </a:cubicBezTo>
                  <a:cubicBezTo>
                    <a:pt x="4952" y="46656"/>
                    <a:pt x="6157" y="48636"/>
                    <a:pt x="6157" y="50804"/>
                  </a:cubicBezTo>
                  <a:cubicBezTo>
                    <a:pt x="6157" y="52972"/>
                    <a:pt x="4952" y="54926"/>
                    <a:pt x="2999" y="55917"/>
                  </a:cubicBezTo>
                  <a:cubicBezTo>
                    <a:pt x="2945" y="55917"/>
                    <a:pt x="2918" y="55970"/>
                    <a:pt x="2918" y="56024"/>
                  </a:cubicBezTo>
                  <a:cubicBezTo>
                    <a:pt x="2865" y="58004"/>
                    <a:pt x="1821" y="59798"/>
                    <a:pt x="81" y="60815"/>
                  </a:cubicBezTo>
                  <a:cubicBezTo>
                    <a:pt x="54" y="60815"/>
                    <a:pt x="28" y="60868"/>
                    <a:pt x="1" y="60895"/>
                  </a:cubicBezTo>
                  <a:cubicBezTo>
                    <a:pt x="1" y="60949"/>
                    <a:pt x="28" y="61002"/>
                    <a:pt x="54" y="61029"/>
                  </a:cubicBezTo>
                  <a:cubicBezTo>
                    <a:pt x="1794" y="62046"/>
                    <a:pt x="2865" y="63839"/>
                    <a:pt x="2918" y="65847"/>
                  </a:cubicBezTo>
                  <a:cubicBezTo>
                    <a:pt x="2918" y="65900"/>
                    <a:pt x="2945" y="65927"/>
                    <a:pt x="2999" y="65954"/>
                  </a:cubicBezTo>
                  <a:cubicBezTo>
                    <a:pt x="4952" y="66944"/>
                    <a:pt x="6157" y="68898"/>
                    <a:pt x="6157" y="71066"/>
                  </a:cubicBezTo>
                  <a:cubicBezTo>
                    <a:pt x="6157" y="73234"/>
                    <a:pt x="4952" y="75188"/>
                    <a:pt x="2999" y="76178"/>
                  </a:cubicBezTo>
                  <a:cubicBezTo>
                    <a:pt x="2945" y="76178"/>
                    <a:pt x="2918" y="76232"/>
                    <a:pt x="2918" y="76285"/>
                  </a:cubicBezTo>
                  <a:cubicBezTo>
                    <a:pt x="2865" y="78293"/>
                    <a:pt x="1821" y="80086"/>
                    <a:pt x="81" y="81076"/>
                  </a:cubicBezTo>
                  <a:cubicBezTo>
                    <a:pt x="1" y="81130"/>
                    <a:pt x="1" y="81183"/>
                    <a:pt x="28" y="81264"/>
                  </a:cubicBezTo>
                  <a:cubicBezTo>
                    <a:pt x="44" y="81297"/>
                    <a:pt x="81" y="81320"/>
                    <a:pt x="120" y="81320"/>
                  </a:cubicBezTo>
                  <a:cubicBezTo>
                    <a:pt x="143" y="81320"/>
                    <a:pt x="168" y="81311"/>
                    <a:pt x="188" y="81290"/>
                  </a:cubicBezTo>
                  <a:cubicBezTo>
                    <a:pt x="1981" y="80273"/>
                    <a:pt x="3106" y="78427"/>
                    <a:pt x="3159" y="76366"/>
                  </a:cubicBezTo>
                  <a:cubicBezTo>
                    <a:pt x="5167" y="75322"/>
                    <a:pt x="6398" y="73314"/>
                    <a:pt x="6398" y="71066"/>
                  </a:cubicBezTo>
                  <a:cubicBezTo>
                    <a:pt x="6398" y="68818"/>
                    <a:pt x="5167" y="66784"/>
                    <a:pt x="3159" y="65766"/>
                  </a:cubicBezTo>
                  <a:cubicBezTo>
                    <a:pt x="3106" y="63786"/>
                    <a:pt x="2062" y="61992"/>
                    <a:pt x="376" y="60922"/>
                  </a:cubicBezTo>
                  <a:cubicBezTo>
                    <a:pt x="2062" y="59878"/>
                    <a:pt x="3106" y="58085"/>
                    <a:pt x="3159" y="56104"/>
                  </a:cubicBezTo>
                  <a:cubicBezTo>
                    <a:pt x="5167" y="55060"/>
                    <a:pt x="6398" y="53053"/>
                    <a:pt x="6398" y="50804"/>
                  </a:cubicBezTo>
                  <a:cubicBezTo>
                    <a:pt x="6398" y="48556"/>
                    <a:pt x="5167" y="46522"/>
                    <a:pt x="3159" y="45505"/>
                  </a:cubicBezTo>
                  <a:cubicBezTo>
                    <a:pt x="3159" y="43604"/>
                    <a:pt x="2062" y="41731"/>
                    <a:pt x="376" y="40660"/>
                  </a:cubicBezTo>
                  <a:cubicBezTo>
                    <a:pt x="1901" y="39723"/>
                    <a:pt x="3293" y="37903"/>
                    <a:pt x="3186" y="35816"/>
                  </a:cubicBezTo>
                  <a:cubicBezTo>
                    <a:pt x="5167" y="34799"/>
                    <a:pt x="6398" y="32764"/>
                    <a:pt x="6398" y="30543"/>
                  </a:cubicBezTo>
                  <a:cubicBezTo>
                    <a:pt x="6398" y="28295"/>
                    <a:pt x="5167" y="26260"/>
                    <a:pt x="3159" y="25243"/>
                  </a:cubicBezTo>
                  <a:cubicBezTo>
                    <a:pt x="3079" y="23236"/>
                    <a:pt x="2035" y="21443"/>
                    <a:pt x="376" y="20399"/>
                  </a:cubicBezTo>
                  <a:cubicBezTo>
                    <a:pt x="2089" y="19328"/>
                    <a:pt x="3186" y="17401"/>
                    <a:pt x="3186" y="15554"/>
                  </a:cubicBezTo>
                  <a:cubicBezTo>
                    <a:pt x="5167" y="14537"/>
                    <a:pt x="6398" y="12503"/>
                    <a:pt x="6398" y="10255"/>
                  </a:cubicBezTo>
                  <a:cubicBezTo>
                    <a:pt x="6398" y="8033"/>
                    <a:pt x="5167" y="5999"/>
                    <a:pt x="3186" y="4982"/>
                  </a:cubicBezTo>
                  <a:lnTo>
                    <a:pt x="3186" y="4955"/>
                  </a:lnTo>
                  <a:cubicBezTo>
                    <a:pt x="3186" y="3028"/>
                    <a:pt x="1981" y="1074"/>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 name="Google Shape;1965;p210"/>
            <p:cNvSpPr/>
            <p:nvPr/>
          </p:nvSpPr>
          <p:spPr>
            <a:xfrm>
              <a:off x="224725" y="818875"/>
              <a:ext cx="159950" cy="2032875"/>
            </a:xfrm>
            <a:custGeom>
              <a:rect b="b" l="l" r="r" t="t"/>
              <a:pathLst>
                <a:path extrusionOk="0" h="81315" w="6398">
                  <a:moveTo>
                    <a:pt x="129" y="1"/>
                  </a:moveTo>
                  <a:cubicBezTo>
                    <a:pt x="83" y="1"/>
                    <a:pt x="44" y="20"/>
                    <a:pt x="27" y="70"/>
                  </a:cubicBezTo>
                  <a:cubicBezTo>
                    <a:pt x="27" y="70"/>
                    <a:pt x="1" y="97"/>
                    <a:pt x="1" y="124"/>
                  </a:cubicBezTo>
                  <a:cubicBezTo>
                    <a:pt x="1" y="178"/>
                    <a:pt x="27" y="204"/>
                    <a:pt x="81" y="231"/>
                  </a:cubicBezTo>
                  <a:cubicBezTo>
                    <a:pt x="1821" y="1248"/>
                    <a:pt x="2972" y="3175"/>
                    <a:pt x="2918" y="5022"/>
                  </a:cubicBezTo>
                  <a:cubicBezTo>
                    <a:pt x="2945" y="5076"/>
                    <a:pt x="2945" y="5129"/>
                    <a:pt x="2998" y="5156"/>
                  </a:cubicBezTo>
                  <a:cubicBezTo>
                    <a:pt x="4952" y="6119"/>
                    <a:pt x="6157" y="8073"/>
                    <a:pt x="6157" y="10268"/>
                  </a:cubicBezTo>
                  <a:cubicBezTo>
                    <a:pt x="6157" y="12436"/>
                    <a:pt x="4952" y="14390"/>
                    <a:pt x="2998" y="15354"/>
                  </a:cubicBezTo>
                  <a:cubicBezTo>
                    <a:pt x="2945" y="15380"/>
                    <a:pt x="2918" y="15461"/>
                    <a:pt x="2918" y="15487"/>
                  </a:cubicBezTo>
                  <a:cubicBezTo>
                    <a:pt x="2998" y="17334"/>
                    <a:pt x="1848" y="19235"/>
                    <a:pt x="108" y="20278"/>
                  </a:cubicBezTo>
                  <a:cubicBezTo>
                    <a:pt x="54" y="20278"/>
                    <a:pt x="27" y="20305"/>
                    <a:pt x="27" y="20359"/>
                  </a:cubicBezTo>
                  <a:cubicBezTo>
                    <a:pt x="1" y="20412"/>
                    <a:pt x="27" y="20466"/>
                    <a:pt x="81" y="20493"/>
                  </a:cubicBezTo>
                  <a:cubicBezTo>
                    <a:pt x="1794" y="21510"/>
                    <a:pt x="2865" y="23303"/>
                    <a:pt x="2918" y="25310"/>
                  </a:cubicBezTo>
                  <a:cubicBezTo>
                    <a:pt x="2945" y="25364"/>
                    <a:pt x="2972" y="25391"/>
                    <a:pt x="2998" y="25417"/>
                  </a:cubicBezTo>
                  <a:cubicBezTo>
                    <a:pt x="4952" y="26381"/>
                    <a:pt x="6157" y="28362"/>
                    <a:pt x="6157" y="30530"/>
                  </a:cubicBezTo>
                  <a:cubicBezTo>
                    <a:pt x="6157" y="32698"/>
                    <a:pt x="4952" y="34652"/>
                    <a:pt x="2998" y="35642"/>
                  </a:cubicBezTo>
                  <a:cubicBezTo>
                    <a:pt x="2945" y="35642"/>
                    <a:pt x="2918" y="35695"/>
                    <a:pt x="2918" y="35749"/>
                  </a:cubicBezTo>
                  <a:cubicBezTo>
                    <a:pt x="3106" y="37837"/>
                    <a:pt x="1633" y="39630"/>
                    <a:pt x="108" y="40540"/>
                  </a:cubicBezTo>
                  <a:cubicBezTo>
                    <a:pt x="54" y="40540"/>
                    <a:pt x="27" y="40594"/>
                    <a:pt x="27" y="40620"/>
                  </a:cubicBezTo>
                  <a:cubicBezTo>
                    <a:pt x="1" y="40674"/>
                    <a:pt x="27" y="40727"/>
                    <a:pt x="81" y="40754"/>
                  </a:cubicBezTo>
                  <a:cubicBezTo>
                    <a:pt x="1821" y="41771"/>
                    <a:pt x="2918" y="43645"/>
                    <a:pt x="2918" y="45545"/>
                  </a:cubicBezTo>
                  <a:cubicBezTo>
                    <a:pt x="2918" y="45545"/>
                    <a:pt x="2918" y="45545"/>
                    <a:pt x="2918" y="45572"/>
                  </a:cubicBezTo>
                  <a:cubicBezTo>
                    <a:pt x="2918" y="45626"/>
                    <a:pt x="2945" y="45652"/>
                    <a:pt x="2998" y="45679"/>
                  </a:cubicBezTo>
                  <a:cubicBezTo>
                    <a:pt x="4952" y="46669"/>
                    <a:pt x="6157" y="48623"/>
                    <a:pt x="6157" y="50791"/>
                  </a:cubicBezTo>
                  <a:cubicBezTo>
                    <a:pt x="6157" y="52959"/>
                    <a:pt x="4952" y="54913"/>
                    <a:pt x="2998" y="55904"/>
                  </a:cubicBezTo>
                  <a:cubicBezTo>
                    <a:pt x="2945" y="55930"/>
                    <a:pt x="2918" y="55957"/>
                    <a:pt x="2918" y="56011"/>
                  </a:cubicBezTo>
                  <a:cubicBezTo>
                    <a:pt x="2891" y="57991"/>
                    <a:pt x="1821" y="59785"/>
                    <a:pt x="108" y="60802"/>
                  </a:cubicBezTo>
                  <a:cubicBezTo>
                    <a:pt x="54" y="60828"/>
                    <a:pt x="27" y="60855"/>
                    <a:pt x="27" y="60882"/>
                  </a:cubicBezTo>
                  <a:cubicBezTo>
                    <a:pt x="1" y="60935"/>
                    <a:pt x="27" y="60989"/>
                    <a:pt x="81" y="61016"/>
                  </a:cubicBezTo>
                  <a:cubicBezTo>
                    <a:pt x="1821" y="62033"/>
                    <a:pt x="2891" y="63826"/>
                    <a:pt x="2918" y="65834"/>
                  </a:cubicBezTo>
                  <a:cubicBezTo>
                    <a:pt x="2918" y="65887"/>
                    <a:pt x="2945" y="65914"/>
                    <a:pt x="2998" y="65941"/>
                  </a:cubicBezTo>
                  <a:cubicBezTo>
                    <a:pt x="4952" y="66931"/>
                    <a:pt x="6157" y="68885"/>
                    <a:pt x="6157" y="71053"/>
                  </a:cubicBezTo>
                  <a:cubicBezTo>
                    <a:pt x="6157" y="73221"/>
                    <a:pt x="4952" y="75175"/>
                    <a:pt x="2998" y="76165"/>
                  </a:cubicBezTo>
                  <a:cubicBezTo>
                    <a:pt x="2945" y="76192"/>
                    <a:pt x="2918" y="76219"/>
                    <a:pt x="2918" y="76272"/>
                  </a:cubicBezTo>
                  <a:cubicBezTo>
                    <a:pt x="2891" y="78280"/>
                    <a:pt x="1821" y="80073"/>
                    <a:pt x="81" y="81090"/>
                  </a:cubicBezTo>
                  <a:cubicBezTo>
                    <a:pt x="27" y="81117"/>
                    <a:pt x="1" y="81197"/>
                    <a:pt x="27" y="81251"/>
                  </a:cubicBezTo>
                  <a:cubicBezTo>
                    <a:pt x="67" y="81290"/>
                    <a:pt x="106" y="81315"/>
                    <a:pt x="156" y="81315"/>
                  </a:cubicBezTo>
                  <a:cubicBezTo>
                    <a:pt x="174" y="81315"/>
                    <a:pt x="193" y="81311"/>
                    <a:pt x="215" y="81304"/>
                  </a:cubicBezTo>
                  <a:cubicBezTo>
                    <a:pt x="2008" y="80260"/>
                    <a:pt x="3106" y="78413"/>
                    <a:pt x="3186" y="76352"/>
                  </a:cubicBezTo>
                  <a:cubicBezTo>
                    <a:pt x="5166" y="75309"/>
                    <a:pt x="6398" y="73301"/>
                    <a:pt x="6398" y="71053"/>
                  </a:cubicBezTo>
                  <a:cubicBezTo>
                    <a:pt x="6398" y="68805"/>
                    <a:pt x="5166" y="66797"/>
                    <a:pt x="3186" y="65753"/>
                  </a:cubicBezTo>
                  <a:cubicBezTo>
                    <a:pt x="3106" y="63773"/>
                    <a:pt x="2062" y="61979"/>
                    <a:pt x="375" y="60909"/>
                  </a:cubicBezTo>
                  <a:cubicBezTo>
                    <a:pt x="2062" y="59865"/>
                    <a:pt x="3106" y="58072"/>
                    <a:pt x="3186" y="56091"/>
                  </a:cubicBezTo>
                  <a:cubicBezTo>
                    <a:pt x="5166" y="55047"/>
                    <a:pt x="6398" y="53040"/>
                    <a:pt x="6398" y="50791"/>
                  </a:cubicBezTo>
                  <a:cubicBezTo>
                    <a:pt x="6398" y="48543"/>
                    <a:pt x="5166" y="46536"/>
                    <a:pt x="3186" y="45492"/>
                  </a:cubicBezTo>
                  <a:cubicBezTo>
                    <a:pt x="3159" y="43591"/>
                    <a:pt x="2088" y="41718"/>
                    <a:pt x="375" y="40647"/>
                  </a:cubicBezTo>
                  <a:cubicBezTo>
                    <a:pt x="1901" y="39710"/>
                    <a:pt x="3320" y="37890"/>
                    <a:pt x="3186" y="35829"/>
                  </a:cubicBezTo>
                  <a:cubicBezTo>
                    <a:pt x="5166" y="34785"/>
                    <a:pt x="6398" y="32751"/>
                    <a:pt x="6398" y="30530"/>
                  </a:cubicBezTo>
                  <a:cubicBezTo>
                    <a:pt x="6398" y="28281"/>
                    <a:pt x="5166" y="26247"/>
                    <a:pt x="3186" y="25230"/>
                  </a:cubicBezTo>
                  <a:cubicBezTo>
                    <a:pt x="3079" y="23223"/>
                    <a:pt x="2062" y="21429"/>
                    <a:pt x="375" y="20386"/>
                  </a:cubicBezTo>
                  <a:cubicBezTo>
                    <a:pt x="2088" y="19315"/>
                    <a:pt x="3186" y="17441"/>
                    <a:pt x="3186" y="15595"/>
                  </a:cubicBezTo>
                  <a:cubicBezTo>
                    <a:pt x="3186" y="15595"/>
                    <a:pt x="3186" y="15568"/>
                    <a:pt x="3186" y="15541"/>
                  </a:cubicBezTo>
                  <a:cubicBezTo>
                    <a:pt x="5166" y="14524"/>
                    <a:pt x="6398" y="12490"/>
                    <a:pt x="6398" y="10268"/>
                  </a:cubicBezTo>
                  <a:cubicBezTo>
                    <a:pt x="6398" y="8020"/>
                    <a:pt x="5166" y="5986"/>
                    <a:pt x="3186" y="4969"/>
                  </a:cubicBezTo>
                  <a:lnTo>
                    <a:pt x="3186" y="4942"/>
                  </a:lnTo>
                  <a:cubicBezTo>
                    <a:pt x="3186" y="3041"/>
                    <a:pt x="1981" y="1061"/>
                    <a:pt x="215" y="17"/>
                  </a:cubicBezTo>
                  <a:cubicBezTo>
                    <a:pt x="185" y="7"/>
                    <a:pt x="156" y="1"/>
                    <a:pt x="1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 name="Google Shape;1966;p210"/>
            <p:cNvSpPr/>
            <p:nvPr/>
          </p:nvSpPr>
          <p:spPr>
            <a:xfrm>
              <a:off x="1914975" y="2593575"/>
              <a:ext cx="160625" cy="2032875"/>
            </a:xfrm>
            <a:custGeom>
              <a:rect b="b" l="l" r="r" t="t"/>
              <a:pathLst>
                <a:path extrusionOk="0" h="81315" w="6425">
                  <a:moveTo>
                    <a:pt x="151" y="1"/>
                  </a:moveTo>
                  <a:cubicBezTo>
                    <a:pt x="95" y="1"/>
                    <a:pt x="47" y="26"/>
                    <a:pt x="27" y="65"/>
                  </a:cubicBezTo>
                  <a:cubicBezTo>
                    <a:pt x="27" y="92"/>
                    <a:pt x="27" y="118"/>
                    <a:pt x="27" y="118"/>
                  </a:cubicBezTo>
                  <a:cubicBezTo>
                    <a:pt x="27" y="172"/>
                    <a:pt x="27"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45" y="15402"/>
                    <a:pt x="2945" y="15428"/>
                    <a:pt x="2945" y="15482"/>
                  </a:cubicBezTo>
                  <a:cubicBezTo>
                    <a:pt x="2998" y="17355"/>
                    <a:pt x="1848"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45" y="35663"/>
                    <a:pt x="2918" y="35717"/>
                    <a:pt x="2945" y="35770"/>
                  </a:cubicBezTo>
                  <a:cubicBezTo>
                    <a:pt x="3106"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45"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6" y="78408"/>
                    <a:pt x="3186" y="76347"/>
                  </a:cubicBezTo>
                  <a:cubicBezTo>
                    <a:pt x="5166" y="75330"/>
                    <a:pt x="6424" y="73296"/>
                    <a:pt x="6424" y="71047"/>
                  </a:cubicBezTo>
                  <a:cubicBezTo>
                    <a:pt x="6424" y="68826"/>
                    <a:pt x="5166" y="66792"/>
                    <a:pt x="3186" y="65748"/>
                  </a:cubicBezTo>
                  <a:cubicBezTo>
                    <a:pt x="3106" y="63767"/>
                    <a:pt x="2062" y="61974"/>
                    <a:pt x="375" y="60930"/>
                  </a:cubicBezTo>
                  <a:cubicBezTo>
                    <a:pt x="2062" y="59859"/>
                    <a:pt x="3106" y="58093"/>
                    <a:pt x="3186" y="56085"/>
                  </a:cubicBezTo>
                  <a:cubicBezTo>
                    <a:pt x="5166" y="55068"/>
                    <a:pt x="6424" y="53034"/>
                    <a:pt x="6424" y="50786"/>
                  </a:cubicBezTo>
                  <a:cubicBezTo>
                    <a:pt x="6424" y="48537"/>
                    <a:pt x="5166" y="46530"/>
                    <a:pt x="3186" y="45486"/>
                  </a:cubicBezTo>
                  <a:cubicBezTo>
                    <a:pt x="3159" y="43586"/>
                    <a:pt x="2088" y="41739"/>
                    <a:pt x="375" y="40668"/>
                  </a:cubicBezTo>
                  <a:cubicBezTo>
                    <a:pt x="1901" y="39705"/>
                    <a:pt x="3320" y="37885"/>
                    <a:pt x="3186" y="35824"/>
                  </a:cubicBezTo>
                  <a:cubicBezTo>
                    <a:pt x="5193" y="34780"/>
                    <a:pt x="6424" y="32772"/>
                    <a:pt x="6424" y="30524"/>
                  </a:cubicBezTo>
                  <a:cubicBezTo>
                    <a:pt x="6424" y="28276"/>
                    <a:pt x="5166" y="26268"/>
                    <a:pt x="3186" y="25225"/>
                  </a:cubicBezTo>
                  <a:cubicBezTo>
                    <a:pt x="3106" y="23244"/>
                    <a:pt x="2062" y="21451"/>
                    <a:pt x="375" y="20407"/>
                  </a:cubicBezTo>
                  <a:cubicBezTo>
                    <a:pt x="2088" y="19336"/>
                    <a:pt x="3186" y="17436"/>
                    <a:pt x="3186" y="15616"/>
                  </a:cubicBezTo>
                  <a:cubicBezTo>
                    <a:pt x="3186" y="15589"/>
                    <a:pt x="3186" y="15562"/>
                    <a:pt x="3186" y="15562"/>
                  </a:cubicBezTo>
                  <a:cubicBezTo>
                    <a:pt x="5166" y="14518"/>
                    <a:pt x="6424" y="12511"/>
                    <a:pt x="6424" y="10263"/>
                  </a:cubicBezTo>
                  <a:cubicBezTo>
                    <a:pt x="6424" y="8014"/>
                    <a:pt x="5166" y="6007"/>
                    <a:pt x="3186" y="4963"/>
                  </a:cubicBezTo>
                  <a:cubicBezTo>
                    <a:pt x="3186" y="3036"/>
                    <a:pt x="2008" y="1055"/>
                    <a:pt x="215" y="11"/>
                  </a:cubicBezTo>
                  <a:cubicBezTo>
                    <a:pt x="193" y="4"/>
                    <a:pt x="172" y="1"/>
                    <a:pt x="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p210"/>
            <p:cNvSpPr/>
            <p:nvPr/>
          </p:nvSpPr>
          <p:spPr>
            <a:xfrm>
              <a:off x="1761075" y="2845375"/>
              <a:ext cx="160625" cy="2032675"/>
            </a:xfrm>
            <a:custGeom>
              <a:rect b="b" l="l" r="r" t="t"/>
              <a:pathLst>
                <a:path extrusionOk="0" h="81307" w="6425">
                  <a:moveTo>
                    <a:pt x="146" y="1"/>
                  </a:moveTo>
                  <a:cubicBezTo>
                    <a:pt x="108" y="1"/>
                    <a:pt x="71" y="24"/>
                    <a:pt x="54" y="57"/>
                  </a:cubicBezTo>
                  <a:cubicBezTo>
                    <a:pt x="27" y="84"/>
                    <a:pt x="27" y="110"/>
                    <a:pt x="27" y="137"/>
                  </a:cubicBezTo>
                  <a:cubicBezTo>
                    <a:pt x="27" y="164"/>
                    <a:pt x="54" y="217"/>
                    <a:pt x="81" y="244"/>
                  </a:cubicBezTo>
                  <a:cubicBezTo>
                    <a:pt x="1821" y="1234"/>
                    <a:pt x="2972" y="3162"/>
                    <a:pt x="2945" y="5035"/>
                  </a:cubicBezTo>
                  <a:cubicBezTo>
                    <a:pt x="2945" y="5089"/>
                    <a:pt x="2972" y="5142"/>
                    <a:pt x="2998" y="5142"/>
                  </a:cubicBezTo>
                  <a:cubicBezTo>
                    <a:pt x="4952" y="6133"/>
                    <a:pt x="6183" y="8086"/>
                    <a:pt x="6183" y="10254"/>
                  </a:cubicBezTo>
                  <a:cubicBezTo>
                    <a:pt x="6183" y="12422"/>
                    <a:pt x="4952" y="14376"/>
                    <a:pt x="2998" y="15367"/>
                  </a:cubicBezTo>
                  <a:cubicBezTo>
                    <a:pt x="2972" y="15393"/>
                    <a:pt x="2945" y="15447"/>
                    <a:pt x="2945" y="15474"/>
                  </a:cubicBezTo>
                  <a:cubicBezTo>
                    <a:pt x="2998" y="17321"/>
                    <a:pt x="1847" y="19248"/>
                    <a:pt x="108" y="20265"/>
                  </a:cubicBezTo>
                  <a:cubicBezTo>
                    <a:pt x="81" y="20292"/>
                    <a:pt x="27" y="20318"/>
                    <a:pt x="27" y="20345"/>
                  </a:cubicBezTo>
                  <a:cubicBezTo>
                    <a:pt x="27" y="20425"/>
                    <a:pt x="27" y="20479"/>
                    <a:pt x="81" y="20506"/>
                  </a:cubicBezTo>
                  <a:cubicBezTo>
                    <a:pt x="1821" y="21496"/>
                    <a:pt x="2891" y="23289"/>
                    <a:pt x="2945" y="25297"/>
                  </a:cubicBezTo>
                  <a:cubicBezTo>
                    <a:pt x="2945" y="25350"/>
                    <a:pt x="2972" y="25404"/>
                    <a:pt x="2998" y="25404"/>
                  </a:cubicBezTo>
                  <a:cubicBezTo>
                    <a:pt x="4952" y="26394"/>
                    <a:pt x="6183" y="28348"/>
                    <a:pt x="6183" y="30516"/>
                  </a:cubicBezTo>
                  <a:cubicBezTo>
                    <a:pt x="6183" y="32684"/>
                    <a:pt x="4952" y="34665"/>
                    <a:pt x="2998" y="35628"/>
                  </a:cubicBezTo>
                  <a:cubicBezTo>
                    <a:pt x="2972" y="35655"/>
                    <a:pt x="2945" y="35709"/>
                    <a:pt x="2945" y="35762"/>
                  </a:cubicBezTo>
                  <a:cubicBezTo>
                    <a:pt x="3105" y="37823"/>
                    <a:pt x="1633" y="39643"/>
                    <a:pt x="108" y="40526"/>
                  </a:cubicBezTo>
                  <a:cubicBezTo>
                    <a:pt x="81" y="40553"/>
                    <a:pt x="27" y="40580"/>
                    <a:pt x="27" y="40633"/>
                  </a:cubicBezTo>
                  <a:cubicBezTo>
                    <a:pt x="27" y="40687"/>
                    <a:pt x="27" y="40741"/>
                    <a:pt x="81" y="40767"/>
                  </a:cubicBezTo>
                  <a:cubicBezTo>
                    <a:pt x="1821" y="41784"/>
                    <a:pt x="2945" y="43631"/>
                    <a:pt x="2945" y="45532"/>
                  </a:cubicBezTo>
                  <a:lnTo>
                    <a:pt x="2945" y="45558"/>
                  </a:lnTo>
                  <a:cubicBezTo>
                    <a:pt x="2945" y="45612"/>
                    <a:pt x="2972" y="45665"/>
                    <a:pt x="2998" y="45692"/>
                  </a:cubicBezTo>
                  <a:cubicBezTo>
                    <a:pt x="4952" y="46656"/>
                    <a:pt x="6183" y="48610"/>
                    <a:pt x="6183" y="50778"/>
                  </a:cubicBezTo>
                  <a:cubicBezTo>
                    <a:pt x="6183" y="52972"/>
                    <a:pt x="4952" y="54926"/>
                    <a:pt x="2998" y="55890"/>
                  </a:cubicBezTo>
                  <a:cubicBezTo>
                    <a:pt x="2972" y="55917"/>
                    <a:pt x="2945" y="55970"/>
                    <a:pt x="2945" y="55997"/>
                  </a:cubicBezTo>
                  <a:cubicBezTo>
                    <a:pt x="2891" y="58004"/>
                    <a:pt x="1847" y="59798"/>
                    <a:pt x="108" y="60815"/>
                  </a:cubicBezTo>
                  <a:cubicBezTo>
                    <a:pt x="81" y="60815"/>
                    <a:pt x="27" y="60841"/>
                    <a:pt x="27" y="60895"/>
                  </a:cubicBezTo>
                  <a:cubicBezTo>
                    <a:pt x="27" y="60949"/>
                    <a:pt x="27" y="61002"/>
                    <a:pt x="81" y="61029"/>
                  </a:cubicBezTo>
                  <a:cubicBezTo>
                    <a:pt x="1821" y="62046"/>
                    <a:pt x="2891" y="63839"/>
                    <a:pt x="2945" y="65847"/>
                  </a:cubicBezTo>
                  <a:cubicBezTo>
                    <a:pt x="2945" y="65873"/>
                    <a:pt x="2972" y="65927"/>
                    <a:pt x="2998" y="65954"/>
                  </a:cubicBezTo>
                  <a:cubicBezTo>
                    <a:pt x="4952" y="66917"/>
                    <a:pt x="6183" y="68871"/>
                    <a:pt x="6183" y="71066"/>
                  </a:cubicBezTo>
                  <a:cubicBezTo>
                    <a:pt x="6183" y="73234"/>
                    <a:pt x="4952" y="75188"/>
                    <a:pt x="2998" y="76151"/>
                  </a:cubicBezTo>
                  <a:cubicBezTo>
                    <a:pt x="2972" y="76178"/>
                    <a:pt x="2945" y="76232"/>
                    <a:pt x="2945" y="76285"/>
                  </a:cubicBezTo>
                  <a:cubicBezTo>
                    <a:pt x="2891" y="78266"/>
                    <a:pt x="1821" y="80059"/>
                    <a:pt x="81" y="81076"/>
                  </a:cubicBezTo>
                  <a:cubicBezTo>
                    <a:pt x="27" y="81103"/>
                    <a:pt x="1" y="81183"/>
                    <a:pt x="54" y="81237"/>
                  </a:cubicBezTo>
                  <a:cubicBezTo>
                    <a:pt x="71" y="81288"/>
                    <a:pt x="110" y="81306"/>
                    <a:pt x="149" y="81306"/>
                  </a:cubicBezTo>
                  <a:cubicBezTo>
                    <a:pt x="172" y="81306"/>
                    <a:pt x="195" y="81300"/>
                    <a:pt x="215" y="81290"/>
                  </a:cubicBezTo>
                  <a:cubicBezTo>
                    <a:pt x="2008" y="80247"/>
                    <a:pt x="3105" y="78400"/>
                    <a:pt x="3186" y="76366"/>
                  </a:cubicBezTo>
                  <a:cubicBezTo>
                    <a:pt x="5193" y="75322"/>
                    <a:pt x="6424" y="73288"/>
                    <a:pt x="6424" y="71066"/>
                  </a:cubicBezTo>
                  <a:cubicBezTo>
                    <a:pt x="6424" y="68818"/>
                    <a:pt x="5193" y="66783"/>
                    <a:pt x="3186" y="65766"/>
                  </a:cubicBezTo>
                  <a:cubicBezTo>
                    <a:pt x="3132" y="63759"/>
                    <a:pt x="2088" y="61992"/>
                    <a:pt x="402" y="60922"/>
                  </a:cubicBezTo>
                  <a:cubicBezTo>
                    <a:pt x="2088" y="59878"/>
                    <a:pt x="3132" y="58085"/>
                    <a:pt x="3186" y="56077"/>
                  </a:cubicBezTo>
                  <a:cubicBezTo>
                    <a:pt x="5193" y="55060"/>
                    <a:pt x="6424" y="53026"/>
                    <a:pt x="6424" y="50778"/>
                  </a:cubicBezTo>
                  <a:cubicBezTo>
                    <a:pt x="6424" y="48556"/>
                    <a:pt x="5193" y="46522"/>
                    <a:pt x="3186" y="45505"/>
                  </a:cubicBezTo>
                  <a:cubicBezTo>
                    <a:pt x="3186" y="43604"/>
                    <a:pt x="2088" y="41731"/>
                    <a:pt x="402" y="40660"/>
                  </a:cubicBezTo>
                  <a:cubicBezTo>
                    <a:pt x="1901" y="39697"/>
                    <a:pt x="3320" y="37877"/>
                    <a:pt x="3186" y="35816"/>
                  </a:cubicBezTo>
                  <a:cubicBezTo>
                    <a:pt x="5193" y="34799"/>
                    <a:pt x="6424" y="32764"/>
                    <a:pt x="6424" y="30516"/>
                  </a:cubicBezTo>
                  <a:cubicBezTo>
                    <a:pt x="6424" y="28268"/>
                    <a:pt x="5193" y="26260"/>
                    <a:pt x="3186" y="25216"/>
                  </a:cubicBezTo>
                  <a:cubicBezTo>
                    <a:pt x="3105" y="23236"/>
                    <a:pt x="2062" y="21442"/>
                    <a:pt x="402" y="20399"/>
                  </a:cubicBezTo>
                  <a:cubicBezTo>
                    <a:pt x="2115" y="19328"/>
                    <a:pt x="3212" y="17401"/>
                    <a:pt x="3186" y="15554"/>
                  </a:cubicBezTo>
                  <a:cubicBezTo>
                    <a:pt x="5193" y="14510"/>
                    <a:pt x="6424" y="12503"/>
                    <a:pt x="6424" y="10254"/>
                  </a:cubicBezTo>
                  <a:cubicBezTo>
                    <a:pt x="6424" y="8006"/>
                    <a:pt x="5193" y="5999"/>
                    <a:pt x="3186" y="4955"/>
                  </a:cubicBezTo>
                  <a:cubicBezTo>
                    <a:pt x="3186" y="3028"/>
                    <a:pt x="2008" y="1047"/>
                    <a:pt x="215" y="30"/>
                  </a:cubicBezTo>
                  <a:cubicBezTo>
                    <a:pt x="194" y="10"/>
                    <a:pt x="170" y="1"/>
                    <a:pt x="1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210"/>
            <p:cNvSpPr/>
            <p:nvPr/>
          </p:nvSpPr>
          <p:spPr>
            <a:xfrm>
              <a:off x="1607850" y="2593575"/>
              <a:ext cx="159950" cy="2032875"/>
            </a:xfrm>
            <a:custGeom>
              <a:rect b="b" l="l" r="r" t="t"/>
              <a:pathLst>
                <a:path extrusionOk="0" h="81315" w="6398">
                  <a:moveTo>
                    <a:pt x="140" y="1"/>
                  </a:moveTo>
                  <a:cubicBezTo>
                    <a:pt x="95" y="1"/>
                    <a:pt x="47" y="26"/>
                    <a:pt x="27" y="65"/>
                  </a:cubicBezTo>
                  <a:cubicBezTo>
                    <a:pt x="0"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71" y="17329"/>
                    <a:pt x="1847" y="19256"/>
                    <a:pt x="81" y="20273"/>
                  </a:cubicBezTo>
                  <a:cubicBezTo>
                    <a:pt x="54" y="20300"/>
                    <a:pt x="27" y="20326"/>
                    <a:pt x="0"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0" y="40615"/>
                  </a:cubicBezTo>
                  <a:cubicBezTo>
                    <a:pt x="0" y="40668"/>
                    <a:pt x="27" y="40749"/>
                    <a:pt x="81" y="40775"/>
                  </a:cubicBezTo>
                  <a:cubicBezTo>
                    <a:pt x="1820" y="41766"/>
                    <a:pt x="2918" y="43639"/>
                    <a:pt x="2918" y="45540"/>
                  </a:cubicBezTo>
                  <a:cubicBezTo>
                    <a:pt x="2918" y="45540"/>
                    <a:pt x="2918" y="45566"/>
                    <a:pt x="2918" y="45566"/>
                  </a:cubicBez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64" y="58012"/>
                    <a:pt x="1820" y="59806"/>
                    <a:pt x="81" y="60796"/>
                  </a:cubicBezTo>
                  <a:cubicBezTo>
                    <a:pt x="54" y="60823"/>
                    <a:pt x="27" y="60850"/>
                    <a:pt x="0" y="60903"/>
                  </a:cubicBezTo>
                  <a:cubicBezTo>
                    <a:pt x="0" y="60957"/>
                    <a:pt x="27" y="61010"/>
                    <a:pt x="81" y="61037"/>
                  </a:cubicBezTo>
                  <a:cubicBezTo>
                    <a:pt x="1820" y="62054"/>
                    <a:pt x="2864"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64" y="78274"/>
                    <a:pt x="1820" y="80067"/>
                    <a:pt x="81" y="81084"/>
                  </a:cubicBezTo>
                  <a:cubicBezTo>
                    <a:pt x="27" y="81111"/>
                    <a:pt x="0" y="81191"/>
                    <a:pt x="27" y="81245"/>
                  </a:cubicBezTo>
                  <a:cubicBezTo>
                    <a:pt x="44" y="81296"/>
                    <a:pt x="82" y="81315"/>
                    <a:pt x="122" y="81315"/>
                  </a:cubicBezTo>
                  <a:cubicBezTo>
                    <a:pt x="145" y="81315"/>
                    <a:pt x="168" y="81308"/>
                    <a:pt x="188" y="81299"/>
                  </a:cubicBezTo>
                  <a:cubicBezTo>
                    <a:pt x="1981"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61"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61" y="19336"/>
                    <a:pt x="3185" y="17436"/>
                    <a:pt x="3185" y="15616"/>
                  </a:cubicBezTo>
                  <a:cubicBezTo>
                    <a:pt x="3185" y="15589"/>
                    <a:pt x="3185" y="15562"/>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210"/>
            <p:cNvSpPr/>
            <p:nvPr/>
          </p:nvSpPr>
          <p:spPr>
            <a:xfrm>
              <a:off x="1453950" y="2845375"/>
              <a:ext cx="160600" cy="2032675"/>
            </a:xfrm>
            <a:custGeom>
              <a:rect b="b" l="l" r="r" t="t"/>
              <a:pathLst>
                <a:path extrusionOk="0" h="81307" w="6424">
                  <a:moveTo>
                    <a:pt x="133" y="1"/>
                  </a:moveTo>
                  <a:cubicBezTo>
                    <a:pt x="93" y="1"/>
                    <a:pt x="60" y="24"/>
                    <a:pt x="27" y="57"/>
                  </a:cubicBezTo>
                  <a:cubicBezTo>
                    <a:pt x="27" y="84"/>
                    <a:pt x="27" y="110"/>
                    <a:pt x="27" y="137"/>
                  </a:cubicBezTo>
                  <a:cubicBezTo>
                    <a:pt x="27" y="164"/>
                    <a:pt x="27" y="217"/>
                    <a:pt x="80" y="244"/>
                  </a:cubicBezTo>
                  <a:cubicBezTo>
                    <a:pt x="1820" y="1234"/>
                    <a:pt x="2971" y="3188"/>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20"/>
                    <a:pt x="2944" y="15474"/>
                  </a:cubicBezTo>
                  <a:cubicBezTo>
                    <a:pt x="2998" y="17347"/>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44" y="35655"/>
                    <a:pt x="2918"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cubicBezTo>
                    <a:pt x="2944" y="45558"/>
                    <a:pt x="2944" y="45558"/>
                    <a:pt x="2944" y="45558"/>
                  </a:cubicBez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27" y="81237"/>
                  </a:cubicBezTo>
                  <a:cubicBezTo>
                    <a:pt x="61" y="81288"/>
                    <a:pt x="106" y="81306"/>
                    <a:pt x="147" y="81306"/>
                  </a:cubicBezTo>
                  <a:cubicBezTo>
                    <a:pt x="172" y="81306"/>
                    <a:pt x="195" y="81300"/>
                    <a:pt x="214" y="81290"/>
                  </a:cubicBezTo>
                  <a:cubicBezTo>
                    <a:pt x="2008" y="80247"/>
                    <a:pt x="3105" y="78400"/>
                    <a:pt x="3185" y="76366"/>
                  </a:cubicBezTo>
                  <a:cubicBezTo>
                    <a:pt x="5166" y="75322"/>
                    <a:pt x="6424" y="73288"/>
                    <a:pt x="6424" y="71066"/>
                  </a:cubicBezTo>
                  <a:cubicBezTo>
                    <a:pt x="6424" y="68818"/>
                    <a:pt x="5166" y="66783"/>
                    <a:pt x="3185" y="65766"/>
                  </a:cubicBezTo>
                  <a:cubicBezTo>
                    <a:pt x="3105" y="63759"/>
                    <a:pt x="2061" y="61992"/>
                    <a:pt x="375" y="60922"/>
                  </a:cubicBezTo>
                  <a:cubicBezTo>
                    <a:pt x="2061" y="59878"/>
                    <a:pt x="3105" y="58085"/>
                    <a:pt x="3185" y="56077"/>
                  </a:cubicBezTo>
                  <a:cubicBezTo>
                    <a:pt x="5166" y="55060"/>
                    <a:pt x="6424" y="53026"/>
                    <a:pt x="6424" y="50778"/>
                  </a:cubicBezTo>
                  <a:cubicBezTo>
                    <a:pt x="6424" y="48556"/>
                    <a:pt x="5193" y="46522"/>
                    <a:pt x="3185" y="45505"/>
                  </a:cubicBezTo>
                  <a:cubicBezTo>
                    <a:pt x="3159" y="43604"/>
                    <a:pt x="2088" y="41731"/>
                    <a:pt x="375" y="40660"/>
                  </a:cubicBezTo>
                  <a:cubicBezTo>
                    <a:pt x="1901" y="39697"/>
                    <a:pt x="3319" y="37877"/>
                    <a:pt x="3185" y="35816"/>
                  </a:cubicBezTo>
                  <a:cubicBezTo>
                    <a:pt x="5193" y="34799"/>
                    <a:pt x="6424" y="32764"/>
                    <a:pt x="6424" y="30516"/>
                  </a:cubicBezTo>
                  <a:cubicBezTo>
                    <a:pt x="6424" y="28268"/>
                    <a:pt x="5166" y="26260"/>
                    <a:pt x="3185" y="25216"/>
                  </a:cubicBezTo>
                  <a:cubicBezTo>
                    <a:pt x="3105" y="23236"/>
                    <a:pt x="2061" y="21442"/>
                    <a:pt x="375"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84" y="10"/>
                    <a:pt x="157" y="1"/>
                    <a:pt x="1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210"/>
            <p:cNvSpPr/>
            <p:nvPr/>
          </p:nvSpPr>
          <p:spPr>
            <a:xfrm>
              <a:off x="1300050" y="2593575"/>
              <a:ext cx="160600" cy="2032875"/>
            </a:xfrm>
            <a:custGeom>
              <a:rect b="b" l="l" r="r" t="t"/>
              <a:pathLst>
                <a:path extrusionOk="0" h="81315" w="6424">
                  <a:moveTo>
                    <a:pt x="167" y="1"/>
                  </a:moveTo>
                  <a:cubicBezTo>
                    <a:pt x="121" y="1"/>
                    <a:pt x="73" y="26"/>
                    <a:pt x="54" y="65"/>
                  </a:cubicBezTo>
                  <a:cubicBezTo>
                    <a:pt x="27" y="92"/>
                    <a:pt x="27" y="118"/>
                    <a:pt x="27" y="118"/>
                  </a:cubicBezTo>
                  <a:cubicBezTo>
                    <a:pt x="27" y="172"/>
                    <a:pt x="54" y="225"/>
                    <a:pt x="80" y="225"/>
                  </a:cubicBezTo>
                  <a:cubicBezTo>
                    <a:pt x="1820" y="1243"/>
                    <a:pt x="2971" y="3170"/>
                    <a:pt x="2944" y="5043"/>
                  </a:cubicBezTo>
                  <a:cubicBezTo>
                    <a:pt x="2944" y="5070"/>
                    <a:pt x="2971" y="5124"/>
                    <a:pt x="3025" y="5150"/>
                  </a:cubicBezTo>
                  <a:cubicBezTo>
                    <a:pt x="4952" y="6141"/>
                    <a:pt x="6183" y="8095"/>
                    <a:pt x="6183" y="10263"/>
                  </a:cubicBezTo>
                  <a:cubicBezTo>
                    <a:pt x="6183" y="12431"/>
                    <a:pt x="4952" y="14384"/>
                    <a:pt x="3025" y="15375"/>
                  </a:cubicBezTo>
                  <a:cubicBezTo>
                    <a:pt x="2971" y="15402"/>
                    <a:pt x="2944" y="15428"/>
                    <a:pt x="2944" y="15482"/>
                  </a:cubicBezTo>
                  <a:cubicBezTo>
                    <a:pt x="2998" y="17355"/>
                    <a:pt x="1847" y="19256"/>
                    <a:pt x="107" y="20273"/>
                  </a:cubicBezTo>
                  <a:cubicBezTo>
                    <a:pt x="80" y="20300"/>
                    <a:pt x="54" y="20326"/>
                    <a:pt x="27" y="20353"/>
                  </a:cubicBezTo>
                  <a:cubicBezTo>
                    <a:pt x="27" y="20407"/>
                    <a:pt x="27" y="20460"/>
                    <a:pt x="80" y="20514"/>
                  </a:cubicBezTo>
                  <a:cubicBezTo>
                    <a:pt x="1820" y="21504"/>
                    <a:pt x="2891" y="23297"/>
                    <a:pt x="2944" y="25305"/>
                  </a:cubicBezTo>
                  <a:cubicBezTo>
                    <a:pt x="2944" y="25358"/>
                    <a:pt x="2971" y="25385"/>
                    <a:pt x="3025" y="25412"/>
                  </a:cubicBezTo>
                  <a:cubicBezTo>
                    <a:pt x="4952" y="26402"/>
                    <a:pt x="6183" y="28356"/>
                    <a:pt x="6183" y="30524"/>
                  </a:cubicBezTo>
                  <a:cubicBezTo>
                    <a:pt x="6183" y="32692"/>
                    <a:pt x="4952" y="34646"/>
                    <a:pt x="3025" y="35636"/>
                  </a:cubicBezTo>
                  <a:cubicBezTo>
                    <a:pt x="2971" y="35663"/>
                    <a:pt x="2944" y="35717"/>
                    <a:pt x="2944" y="35770"/>
                  </a:cubicBezTo>
                  <a:cubicBezTo>
                    <a:pt x="3105" y="37831"/>
                    <a:pt x="1633" y="39651"/>
                    <a:pt x="107" y="40535"/>
                  </a:cubicBezTo>
                  <a:cubicBezTo>
                    <a:pt x="80" y="40561"/>
                    <a:pt x="54" y="40588"/>
                    <a:pt x="27" y="40615"/>
                  </a:cubicBezTo>
                  <a:cubicBezTo>
                    <a:pt x="27" y="40668"/>
                    <a:pt x="27" y="40749"/>
                    <a:pt x="80" y="40775"/>
                  </a:cubicBezTo>
                  <a:cubicBezTo>
                    <a:pt x="1820" y="41766"/>
                    <a:pt x="2944" y="43639"/>
                    <a:pt x="2944" y="45540"/>
                  </a:cubicBezTo>
                  <a:cubicBezTo>
                    <a:pt x="2944" y="45540"/>
                    <a:pt x="2944" y="45566"/>
                    <a:pt x="2944" y="45566"/>
                  </a:cubicBezTo>
                  <a:cubicBezTo>
                    <a:pt x="2944" y="45620"/>
                    <a:pt x="2971" y="45674"/>
                    <a:pt x="3025" y="45674"/>
                  </a:cubicBezTo>
                  <a:cubicBezTo>
                    <a:pt x="4952" y="46664"/>
                    <a:pt x="6183" y="48618"/>
                    <a:pt x="6183" y="50786"/>
                  </a:cubicBezTo>
                  <a:cubicBezTo>
                    <a:pt x="6183" y="52954"/>
                    <a:pt x="4952" y="54934"/>
                    <a:pt x="3025" y="55898"/>
                  </a:cubicBezTo>
                  <a:cubicBezTo>
                    <a:pt x="2971" y="55925"/>
                    <a:pt x="2944" y="55952"/>
                    <a:pt x="2944" y="56005"/>
                  </a:cubicBezTo>
                  <a:cubicBezTo>
                    <a:pt x="2891" y="58012"/>
                    <a:pt x="1847" y="59806"/>
                    <a:pt x="107" y="60796"/>
                  </a:cubicBezTo>
                  <a:cubicBezTo>
                    <a:pt x="80" y="60823"/>
                    <a:pt x="54" y="60850"/>
                    <a:pt x="27" y="60903"/>
                  </a:cubicBezTo>
                  <a:cubicBezTo>
                    <a:pt x="27" y="60957"/>
                    <a:pt x="27" y="61010"/>
                    <a:pt x="80" y="61037"/>
                  </a:cubicBezTo>
                  <a:cubicBezTo>
                    <a:pt x="1820" y="62054"/>
                    <a:pt x="2891" y="63847"/>
                    <a:pt x="2944" y="65828"/>
                  </a:cubicBezTo>
                  <a:cubicBezTo>
                    <a:pt x="2944" y="65882"/>
                    <a:pt x="2971" y="65935"/>
                    <a:pt x="3025" y="65962"/>
                  </a:cubicBezTo>
                  <a:cubicBezTo>
                    <a:pt x="4952" y="66925"/>
                    <a:pt x="6183" y="68879"/>
                    <a:pt x="6183" y="71047"/>
                  </a:cubicBezTo>
                  <a:cubicBezTo>
                    <a:pt x="6183" y="73242"/>
                    <a:pt x="4952" y="75196"/>
                    <a:pt x="3025" y="76160"/>
                  </a:cubicBezTo>
                  <a:cubicBezTo>
                    <a:pt x="2971" y="76186"/>
                    <a:pt x="2944" y="76240"/>
                    <a:pt x="2944" y="76267"/>
                  </a:cubicBezTo>
                  <a:cubicBezTo>
                    <a:pt x="2891" y="78274"/>
                    <a:pt x="1820" y="80067"/>
                    <a:pt x="80" y="81084"/>
                  </a:cubicBezTo>
                  <a:cubicBezTo>
                    <a:pt x="27" y="81111"/>
                    <a:pt x="0" y="81191"/>
                    <a:pt x="54" y="81245"/>
                  </a:cubicBezTo>
                  <a:cubicBezTo>
                    <a:pt x="71" y="81296"/>
                    <a:pt x="109" y="81315"/>
                    <a:pt x="149" y="81315"/>
                  </a:cubicBezTo>
                  <a:cubicBezTo>
                    <a:pt x="171" y="81315"/>
                    <a:pt x="195" y="81308"/>
                    <a:pt x="214" y="81299"/>
                  </a:cubicBezTo>
                  <a:cubicBezTo>
                    <a:pt x="2007" y="80255"/>
                    <a:pt x="3105" y="78408"/>
                    <a:pt x="3185" y="76347"/>
                  </a:cubicBezTo>
                  <a:cubicBezTo>
                    <a:pt x="5193" y="75330"/>
                    <a:pt x="6424" y="73296"/>
                    <a:pt x="6424" y="71047"/>
                  </a:cubicBezTo>
                  <a:cubicBezTo>
                    <a:pt x="6424" y="68826"/>
                    <a:pt x="5193" y="66792"/>
                    <a:pt x="3185" y="65748"/>
                  </a:cubicBezTo>
                  <a:cubicBezTo>
                    <a:pt x="3132" y="63767"/>
                    <a:pt x="2088" y="61974"/>
                    <a:pt x="402" y="60930"/>
                  </a:cubicBezTo>
                  <a:cubicBezTo>
                    <a:pt x="2088" y="59859"/>
                    <a:pt x="3132" y="58093"/>
                    <a:pt x="3185" y="56085"/>
                  </a:cubicBezTo>
                  <a:cubicBezTo>
                    <a:pt x="5193" y="55068"/>
                    <a:pt x="6424" y="53034"/>
                    <a:pt x="6424" y="50786"/>
                  </a:cubicBezTo>
                  <a:cubicBezTo>
                    <a:pt x="6424" y="48537"/>
                    <a:pt x="5193" y="46530"/>
                    <a:pt x="3185" y="45486"/>
                  </a:cubicBezTo>
                  <a:cubicBezTo>
                    <a:pt x="3185" y="43586"/>
                    <a:pt x="2088" y="41739"/>
                    <a:pt x="402" y="40668"/>
                  </a:cubicBezTo>
                  <a:cubicBezTo>
                    <a:pt x="1927" y="39705"/>
                    <a:pt x="3319" y="37885"/>
                    <a:pt x="3212" y="35824"/>
                  </a:cubicBezTo>
                  <a:cubicBezTo>
                    <a:pt x="5193" y="34780"/>
                    <a:pt x="6424" y="32772"/>
                    <a:pt x="6424" y="30524"/>
                  </a:cubicBezTo>
                  <a:cubicBezTo>
                    <a:pt x="6424" y="28276"/>
                    <a:pt x="5193" y="26268"/>
                    <a:pt x="3185" y="25225"/>
                  </a:cubicBezTo>
                  <a:cubicBezTo>
                    <a:pt x="3105" y="23244"/>
                    <a:pt x="2061" y="21451"/>
                    <a:pt x="402" y="20407"/>
                  </a:cubicBezTo>
                  <a:cubicBezTo>
                    <a:pt x="2088" y="19336"/>
                    <a:pt x="3185" y="17436"/>
                    <a:pt x="3185" y="15616"/>
                  </a:cubicBezTo>
                  <a:cubicBezTo>
                    <a:pt x="3185" y="15589"/>
                    <a:pt x="3185" y="15562"/>
                    <a:pt x="3185" y="15562"/>
                  </a:cubicBezTo>
                  <a:cubicBezTo>
                    <a:pt x="5193" y="14518"/>
                    <a:pt x="6424" y="12511"/>
                    <a:pt x="6424" y="10263"/>
                  </a:cubicBezTo>
                  <a:cubicBezTo>
                    <a:pt x="6424" y="8014"/>
                    <a:pt x="5193" y="6007"/>
                    <a:pt x="3185" y="4963"/>
                  </a:cubicBezTo>
                  <a:cubicBezTo>
                    <a:pt x="3185" y="3036"/>
                    <a:pt x="2007" y="1055"/>
                    <a:pt x="214"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 name="Google Shape;1971;p210"/>
            <p:cNvSpPr/>
            <p:nvPr/>
          </p:nvSpPr>
          <p:spPr>
            <a:xfrm>
              <a:off x="1146800" y="2845375"/>
              <a:ext cx="159950" cy="2032675"/>
            </a:xfrm>
            <a:custGeom>
              <a:rect b="b" l="l" r="r" t="t"/>
              <a:pathLst>
                <a:path extrusionOk="0" h="81307" w="6398">
                  <a:moveTo>
                    <a:pt x="120" y="1"/>
                  </a:moveTo>
                  <a:cubicBezTo>
                    <a:pt x="81" y="1"/>
                    <a:pt x="44" y="24"/>
                    <a:pt x="28" y="57"/>
                  </a:cubicBezTo>
                  <a:cubicBezTo>
                    <a:pt x="28" y="84"/>
                    <a:pt x="1" y="110"/>
                    <a:pt x="1" y="137"/>
                  </a:cubicBezTo>
                  <a:cubicBezTo>
                    <a:pt x="1" y="164"/>
                    <a:pt x="28" y="217"/>
                    <a:pt x="81" y="244"/>
                  </a:cubicBezTo>
                  <a:cubicBezTo>
                    <a:pt x="1821" y="1234"/>
                    <a:pt x="2972" y="3162"/>
                    <a:pt x="2918" y="5035"/>
                  </a:cubicBezTo>
                  <a:cubicBezTo>
                    <a:pt x="2918" y="5089"/>
                    <a:pt x="2945" y="5142"/>
                    <a:pt x="2998" y="5142"/>
                  </a:cubicBezTo>
                  <a:cubicBezTo>
                    <a:pt x="4952" y="6133"/>
                    <a:pt x="6157" y="8086"/>
                    <a:pt x="6157" y="10254"/>
                  </a:cubicBezTo>
                  <a:cubicBezTo>
                    <a:pt x="6157" y="12422"/>
                    <a:pt x="4952" y="14376"/>
                    <a:pt x="2998" y="15367"/>
                  </a:cubicBezTo>
                  <a:cubicBezTo>
                    <a:pt x="2945" y="15393"/>
                    <a:pt x="2918" y="15420"/>
                    <a:pt x="2918" y="15474"/>
                  </a:cubicBezTo>
                  <a:cubicBezTo>
                    <a:pt x="2972" y="17321"/>
                    <a:pt x="1848" y="19248"/>
                    <a:pt x="81" y="20265"/>
                  </a:cubicBezTo>
                  <a:cubicBezTo>
                    <a:pt x="54" y="20292"/>
                    <a:pt x="28" y="20318"/>
                    <a:pt x="1" y="20345"/>
                  </a:cubicBezTo>
                  <a:cubicBezTo>
                    <a:pt x="1" y="20425"/>
                    <a:pt x="28" y="20479"/>
                    <a:pt x="81" y="20506"/>
                  </a:cubicBezTo>
                  <a:cubicBezTo>
                    <a:pt x="1794" y="21496"/>
                    <a:pt x="2865" y="23289"/>
                    <a:pt x="2918" y="25297"/>
                  </a:cubicBezTo>
                  <a:cubicBezTo>
                    <a:pt x="2918" y="25350"/>
                    <a:pt x="2945"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079" y="37823"/>
                    <a:pt x="1633" y="39643"/>
                    <a:pt x="81" y="40526"/>
                  </a:cubicBezTo>
                  <a:cubicBezTo>
                    <a:pt x="54" y="40553"/>
                    <a:pt x="28" y="40580"/>
                    <a:pt x="1" y="40633"/>
                  </a:cubicBezTo>
                  <a:cubicBezTo>
                    <a:pt x="1" y="40687"/>
                    <a:pt x="28" y="40741"/>
                    <a:pt x="81" y="40767"/>
                  </a:cubicBezTo>
                  <a:cubicBezTo>
                    <a:pt x="1821" y="41784"/>
                    <a:pt x="2918" y="43631"/>
                    <a:pt x="2918" y="45532"/>
                  </a:cubicBezTo>
                  <a:cubicBezTo>
                    <a:pt x="2918" y="45532"/>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81" y="60815"/>
                  </a:cubicBezTo>
                  <a:cubicBezTo>
                    <a:pt x="54" y="60815"/>
                    <a:pt x="28" y="60841"/>
                    <a:pt x="1" y="60895"/>
                  </a:cubicBezTo>
                  <a:cubicBezTo>
                    <a:pt x="1" y="60949"/>
                    <a:pt x="28"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8" y="81103"/>
                    <a:pt x="1" y="81183"/>
                    <a:pt x="28" y="81237"/>
                  </a:cubicBezTo>
                  <a:cubicBezTo>
                    <a:pt x="44" y="81288"/>
                    <a:pt x="83" y="81306"/>
                    <a:pt x="129" y="81306"/>
                  </a:cubicBezTo>
                  <a:cubicBezTo>
                    <a:pt x="156" y="81306"/>
                    <a:pt x="185" y="81300"/>
                    <a:pt x="215" y="81290"/>
                  </a:cubicBezTo>
                  <a:cubicBezTo>
                    <a:pt x="1981" y="80247"/>
                    <a:pt x="3106" y="78400"/>
                    <a:pt x="3186" y="76366"/>
                  </a:cubicBezTo>
                  <a:cubicBezTo>
                    <a:pt x="5167" y="75322"/>
                    <a:pt x="6398" y="73288"/>
                    <a:pt x="6398" y="71066"/>
                  </a:cubicBezTo>
                  <a:cubicBezTo>
                    <a:pt x="6398" y="68818"/>
                    <a:pt x="5167" y="66783"/>
                    <a:pt x="3186" y="65766"/>
                  </a:cubicBezTo>
                  <a:cubicBezTo>
                    <a:pt x="3106" y="63759"/>
                    <a:pt x="2062" y="61992"/>
                    <a:pt x="375" y="60922"/>
                  </a:cubicBezTo>
                  <a:cubicBezTo>
                    <a:pt x="2062" y="59878"/>
                    <a:pt x="3106" y="58085"/>
                    <a:pt x="3186" y="56077"/>
                  </a:cubicBezTo>
                  <a:cubicBezTo>
                    <a:pt x="5167" y="55060"/>
                    <a:pt x="6398" y="53026"/>
                    <a:pt x="6398" y="50778"/>
                  </a:cubicBezTo>
                  <a:cubicBezTo>
                    <a:pt x="6398" y="48556"/>
                    <a:pt x="5167" y="46522"/>
                    <a:pt x="3186" y="45505"/>
                  </a:cubicBezTo>
                  <a:cubicBezTo>
                    <a:pt x="3159" y="43604"/>
                    <a:pt x="2088" y="41731"/>
                    <a:pt x="375" y="40660"/>
                  </a:cubicBezTo>
                  <a:cubicBezTo>
                    <a:pt x="1901" y="39697"/>
                    <a:pt x="3293" y="37877"/>
                    <a:pt x="3186" y="35816"/>
                  </a:cubicBezTo>
                  <a:cubicBezTo>
                    <a:pt x="5167" y="34799"/>
                    <a:pt x="6398" y="32764"/>
                    <a:pt x="6398" y="30516"/>
                  </a:cubicBezTo>
                  <a:cubicBezTo>
                    <a:pt x="6398" y="28268"/>
                    <a:pt x="5167" y="26260"/>
                    <a:pt x="3186" y="25216"/>
                  </a:cubicBezTo>
                  <a:cubicBezTo>
                    <a:pt x="3079" y="23236"/>
                    <a:pt x="2062" y="21442"/>
                    <a:pt x="375" y="20399"/>
                  </a:cubicBezTo>
                  <a:cubicBezTo>
                    <a:pt x="2088" y="19328"/>
                    <a:pt x="3186" y="17401"/>
                    <a:pt x="3186" y="15554"/>
                  </a:cubicBezTo>
                  <a:cubicBezTo>
                    <a:pt x="5167" y="14510"/>
                    <a:pt x="6398" y="12503"/>
                    <a:pt x="6398" y="10254"/>
                  </a:cubicBezTo>
                  <a:cubicBezTo>
                    <a:pt x="6398" y="8006"/>
                    <a:pt x="5167" y="5999"/>
                    <a:pt x="3186" y="4955"/>
                  </a:cubicBezTo>
                  <a:cubicBezTo>
                    <a:pt x="3186" y="3028"/>
                    <a:pt x="1981" y="1047"/>
                    <a:pt x="188" y="30"/>
                  </a:cubicBezTo>
                  <a:cubicBezTo>
                    <a:pt x="168" y="10"/>
                    <a:pt x="143" y="1"/>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 name="Google Shape;1972;p210"/>
            <p:cNvSpPr/>
            <p:nvPr/>
          </p:nvSpPr>
          <p:spPr>
            <a:xfrm>
              <a:off x="992900" y="2593575"/>
              <a:ext cx="160625" cy="2032875"/>
            </a:xfrm>
            <a:custGeom>
              <a:rect b="b" l="l" r="r" t="t"/>
              <a:pathLst>
                <a:path extrusionOk="0" h="81315" w="6425">
                  <a:moveTo>
                    <a:pt x="167" y="1"/>
                  </a:moveTo>
                  <a:cubicBezTo>
                    <a:pt x="120" y="1"/>
                    <a:pt x="67" y="26"/>
                    <a:pt x="27" y="65"/>
                  </a:cubicBezTo>
                  <a:cubicBezTo>
                    <a:pt x="27" y="92"/>
                    <a:pt x="27" y="118"/>
                    <a:pt x="27" y="118"/>
                  </a:cubicBezTo>
                  <a:cubicBezTo>
                    <a:pt x="27" y="172"/>
                    <a:pt x="54" y="225"/>
                    <a:pt x="81" y="225"/>
                  </a:cubicBezTo>
                  <a:cubicBezTo>
                    <a:pt x="1821" y="1243"/>
                    <a:pt x="2972" y="3170"/>
                    <a:pt x="2945" y="5043"/>
                  </a:cubicBezTo>
                  <a:cubicBezTo>
                    <a:pt x="2945" y="5070"/>
                    <a:pt x="2972" y="5124"/>
                    <a:pt x="2998" y="5150"/>
                  </a:cubicBezTo>
                  <a:cubicBezTo>
                    <a:pt x="4952" y="6141"/>
                    <a:pt x="6157" y="8095"/>
                    <a:pt x="6157" y="10263"/>
                  </a:cubicBezTo>
                  <a:cubicBezTo>
                    <a:pt x="6157" y="12431"/>
                    <a:pt x="4952" y="14384"/>
                    <a:pt x="2998" y="15375"/>
                  </a:cubicBezTo>
                  <a:cubicBezTo>
                    <a:pt x="2972" y="15402"/>
                    <a:pt x="2945" y="15428"/>
                    <a:pt x="2945" y="15482"/>
                  </a:cubicBezTo>
                  <a:cubicBezTo>
                    <a:pt x="2998" y="17329"/>
                    <a:pt x="1847" y="19256"/>
                    <a:pt x="108" y="20273"/>
                  </a:cubicBezTo>
                  <a:cubicBezTo>
                    <a:pt x="54" y="20300"/>
                    <a:pt x="27" y="20326"/>
                    <a:pt x="27" y="20353"/>
                  </a:cubicBezTo>
                  <a:cubicBezTo>
                    <a:pt x="1" y="20407"/>
                    <a:pt x="27" y="20460"/>
                    <a:pt x="81" y="20514"/>
                  </a:cubicBezTo>
                  <a:cubicBezTo>
                    <a:pt x="1794" y="21504"/>
                    <a:pt x="2865" y="23297"/>
                    <a:pt x="2945" y="25305"/>
                  </a:cubicBezTo>
                  <a:cubicBezTo>
                    <a:pt x="2945" y="25358"/>
                    <a:pt x="2972" y="25385"/>
                    <a:pt x="2998" y="25412"/>
                  </a:cubicBezTo>
                  <a:cubicBezTo>
                    <a:pt x="4952" y="26402"/>
                    <a:pt x="6157" y="28356"/>
                    <a:pt x="6157" y="30524"/>
                  </a:cubicBezTo>
                  <a:cubicBezTo>
                    <a:pt x="6157" y="32692"/>
                    <a:pt x="4952" y="34646"/>
                    <a:pt x="2998" y="35636"/>
                  </a:cubicBezTo>
                  <a:cubicBezTo>
                    <a:pt x="2972" y="35663"/>
                    <a:pt x="2945" y="35717"/>
                    <a:pt x="2945" y="35770"/>
                  </a:cubicBezTo>
                  <a:cubicBezTo>
                    <a:pt x="3105" y="37831"/>
                    <a:pt x="1633" y="39651"/>
                    <a:pt x="108" y="40535"/>
                  </a:cubicBezTo>
                  <a:cubicBezTo>
                    <a:pt x="54" y="40561"/>
                    <a:pt x="27" y="40588"/>
                    <a:pt x="27" y="40615"/>
                  </a:cubicBezTo>
                  <a:cubicBezTo>
                    <a:pt x="1" y="40668"/>
                    <a:pt x="27" y="40749"/>
                    <a:pt x="81" y="40775"/>
                  </a:cubicBezTo>
                  <a:cubicBezTo>
                    <a:pt x="1821" y="41766"/>
                    <a:pt x="2945" y="43639"/>
                    <a:pt x="2945" y="45540"/>
                  </a:cubicBezTo>
                  <a:cubicBezTo>
                    <a:pt x="2945" y="45540"/>
                    <a:pt x="2945" y="45566"/>
                    <a:pt x="2945" y="45566"/>
                  </a:cubicBezTo>
                  <a:cubicBezTo>
                    <a:pt x="2918" y="45620"/>
                    <a:pt x="2972" y="45674"/>
                    <a:pt x="2998" y="45674"/>
                  </a:cubicBezTo>
                  <a:cubicBezTo>
                    <a:pt x="4952" y="46664"/>
                    <a:pt x="6157" y="48618"/>
                    <a:pt x="6157" y="50786"/>
                  </a:cubicBezTo>
                  <a:cubicBezTo>
                    <a:pt x="6157" y="52954"/>
                    <a:pt x="4952" y="54934"/>
                    <a:pt x="2998" y="55898"/>
                  </a:cubicBezTo>
                  <a:cubicBezTo>
                    <a:pt x="2972" y="55925"/>
                    <a:pt x="2945" y="55952"/>
                    <a:pt x="2945" y="56005"/>
                  </a:cubicBezTo>
                  <a:cubicBezTo>
                    <a:pt x="2891" y="58012"/>
                    <a:pt x="1821" y="59806"/>
                    <a:pt x="108" y="60796"/>
                  </a:cubicBezTo>
                  <a:cubicBezTo>
                    <a:pt x="54" y="60823"/>
                    <a:pt x="27" y="60850"/>
                    <a:pt x="27" y="60903"/>
                  </a:cubicBezTo>
                  <a:cubicBezTo>
                    <a:pt x="1" y="60957"/>
                    <a:pt x="27" y="61010"/>
                    <a:pt x="81" y="61037"/>
                  </a:cubicBezTo>
                  <a:cubicBezTo>
                    <a:pt x="1821" y="62054"/>
                    <a:pt x="2891" y="63847"/>
                    <a:pt x="2945" y="65828"/>
                  </a:cubicBezTo>
                  <a:cubicBezTo>
                    <a:pt x="2945" y="65882"/>
                    <a:pt x="2972" y="65935"/>
                    <a:pt x="2998" y="65962"/>
                  </a:cubicBezTo>
                  <a:cubicBezTo>
                    <a:pt x="4952" y="66925"/>
                    <a:pt x="6157" y="68879"/>
                    <a:pt x="6157" y="71047"/>
                  </a:cubicBezTo>
                  <a:cubicBezTo>
                    <a:pt x="6157" y="73242"/>
                    <a:pt x="4952" y="75196"/>
                    <a:pt x="2998" y="76160"/>
                  </a:cubicBezTo>
                  <a:cubicBezTo>
                    <a:pt x="2972" y="76186"/>
                    <a:pt x="2945" y="76240"/>
                    <a:pt x="2945" y="76267"/>
                  </a:cubicBezTo>
                  <a:cubicBezTo>
                    <a:pt x="2891" y="78274"/>
                    <a:pt x="1821" y="80067"/>
                    <a:pt x="81" y="81084"/>
                  </a:cubicBezTo>
                  <a:cubicBezTo>
                    <a:pt x="27" y="81111"/>
                    <a:pt x="1" y="81191"/>
                    <a:pt x="27" y="81245"/>
                  </a:cubicBezTo>
                  <a:cubicBezTo>
                    <a:pt x="61" y="81296"/>
                    <a:pt x="106" y="81315"/>
                    <a:pt x="148" y="81315"/>
                  </a:cubicBezTo>
                  <a:cubicBezTo>
                    <a:pt x="172" y="81315"/>
                    <a:pt x="195" y="81308"/>
                    <a:pt x="215" y="81299"/>
                  </a:cubicBezTo>
                  <a:cubicBezTo>
                    <a:pt x="2008" y="80255"/>
                    <a:pt x="3105" y="78408"/>
                    <a:pt x="3186" y="76347"/>
                  </a:cubicBezTo>
                  <a:cubicBezTo>
                    <a:pt x="5193" y="75330"/>
                    <a:pt x="6424" y="73296"/>
                    <a:pt x="6424" y="71047"/>
                  </a:cubicBezTo>
                  <a:cubicBezTo>
                    <a:pt x="6424" y="68826"/>
                    <a:pt x="5193" y="66792"/>
                    <a:pt x="3186" y="65748"/>
                  </a:cubicBezTo>
                  <a:cubicBezTo>
                    <a:pt x="3105" y="63767"/>
                    <a:pt x="2088" y="61974"/>
                    <a:pt x="402" y="60930"/>
                  </a:cubicBezTo>
                  <a:cubicBezTo>
                    <a:pt x="2088" y="59859"/>
                    <a:pt x="3105" y="58093"/>
                    <a:pt x="3186" y="56085"/>
                  </a:cubicBezTo>
                  <a:cubicBezTo>
                    <a:pt x="5193" y="55068"/>
                    <a:pt x="6424" y="53034"/>
                    <a:pt x="6424" y="50786"/>
                  </a:cubicBezTo>
                  <a:cubicBezTo>
                    <a:pt x="6424" y="48537"/>
                    <a:pt x="5193" y="46530"/>
                    <a:pt x="3186" y="45486"/>
                  </a:cubicBezTo>
                  <a:cubicBezTo>
                    <a:pt x="3159" y="43586"/>
                    <a:pt x="2088" y="41739"/>
                    <a:pt x="402" y="40668"/>
                  </a:cubicBezTo>
                  <a:cubicBezTo>
                    <a:pt x="1901" y="39705"/>
                    <a:pt x="3320" y="37885"/>
                    <a:pt x="3186" y="35824"/>
                  </a:cubicBezTo>
                  <a:cubicBezTo>
                    <a:pt x="5193" y="34780"/>
                    <a:pt x="6424" y="32772"/>
                    <a:pt x="6424" y="30524"/>
                  </a:cubicBezTo>
                  <a:cubicBezTo>
                    <a:pt x="6424" y="28276"/>
                    <a:pt x="5193" y="26268"/>
                    <a:pt x="3186" y="25225"/>
                  </a:cubicBezTo>
                  <a:cubicBezTo>
                    <a:pt x="3105" y="23244"/>
                    <a:pt x="2062" y="21451"/>
                    <a:pt x="402" y="20407"/>
                  </a:cubicBezTo>
                  <a:cubicBezTo>
                    <a:pt x="2088" y="19336"/>
                    <a:pt x="3186" y="17436"/>
                    <a:pt x="3186" y="15616"/>
                  </a:cubicBezTo>
                  <a:cubicBezTo>
                    <a:pt x="3186" y="15589"/>
                    <a:pt x="3186" y="15562"/>
                    <a:pt x="3186" y="15562"/>
                  </a:cubicBezTo>
                  <a:cubicBezTo>
                    <a:pt x="5193" y="14518"/>
                    <a:pt x="6424" y="12511"/>
                    <a:pt x="6424" y="10263"/>
                  </a:cubicBezTo>
                  <a:cubicBezTo>
                    <a:pt x="6424" y="8014"/>
                    <a:pt x="5193" y="6007"/>
                    <a:pt x="3186" y="4963"/>
                  </a:cubicBezTo>
                  <a:cubicBezTo>
                    <a:pt x="3186" y="3036"/>
                    <a:pt x="2008" y="1055"/>
                    <a:pt x="215" y="11"/>
                  </a:cubicBezTo>
                  <a:cubicBezTo>
                    <a:pt x="200" y="4"/>
                    <a:pt x="184" y="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 name="Google Shape;1973;p210"/>
            <p:cNvSpPr/>
            <p:nvPr/>
          </p:nvSpPr>
          <p:spPr>
            <a:xfrm>
              <a:off x="839675" y="2845375"/>
              <a:ext cx="159950" cy="2032675"/>
            </a:xfrm>
            <a:custGeom>
              <a:rect b="b" l="l" r="r" t="t"/>
              <a:pathLst>
                <a:path extrusionOk="0" h="81307" w="6398">
                  <a:moveTo>
                    <a:pt x="119" y="1"/>
                  </a:moveTo>
                  <a:cubicBezTo>
                    <a:pt x="81" y="1"/>
                    <a:pt x="44" y="24"/>
                    <a:pt x="27" y="57"/>
                  </a:cubicBezTo>
                  <a:cubicBezTo>
                    <a:pt x="0" y="84"/>
                    <a:pt x="0" y="110"/>
                    <a:pt x="0" y="137"/>
                  </a:cubicBezTo>
                  <a:cubicBezTo>
                    <a:pt x="0" y="164"/>
                    <a:pt x="27" y="217"/>
                    <a:pt x="54" y="244"/>
                  </a:cubicBezTo>
                  <a:cubicBezTo>
                    <a:pt x="1794" y="1234"/>
                    <a:pt x="2971" y="3162"/>
                    <a:pt x="2918" y="5035"/>
                  </a:cubicBezTo>
                  <a:cubicBezTo>
                    <a:pt x="2918" y="5089"/>
                    <a:pt x="2945" y="5142"/>
                    <a:pt x="2998" y="5142"/>
                  </a:cubicBezTo>
                  <a:cubicBezTo>
                    <a:pt x="4925" y="6133"/>
                    <a:pt x="6156" y="8086"/>
                    <a:pt x="6156" y="10254"/>
                  </a:cubicBezTo>
                  <a:cubicBezTo>
                    <a:pt x="6156" y="12422"/>
                    <a:pt x="4925" y="14376"/>
                    <a:pt x="2998" y="15367"/>
                  </a:cubicBezTo>
                  <a:cubicBezTo>
                    <a:pt x="2945" y="15393"/>
                    <a:pt x="2918" y="15420"/>
                    <a:pt x="2918" y="15474"/>
                  </a:cubicBezTo>
                  <a:cubicBezTo>
                    <a:pt x="2971" y="17321"/>
                    <a:pt x="1847" y="19248"/>
                    <a:pt x="81" y="20265"/>
                  </a:cubicBezTo>
                  <a:cubicBezTo>
                    <a:pt x="54" y="20292"/>
                    <a:pt x="27" y="20318"/>
                    <a:pt x="0" y="20345"/>
                  </a:cubicBezTo>
                  <a:cubicBezTo>
                    <a:pt x="0" y="20425"/>
                    <a:pt x="27" y="20479"/>
                    <a:pt x="54" y="20506"/>
                  </a:cubicBezTo>
                  <a:cubicBezTo>
                    <a:pt x="1794" y="21496"/>
                    <a:pt x="2864" y="23289"/>
                    <a:pt x="2918" y="25297"/>
                  </a:cubicBezTo>
                  <a:cubicBezTo>
                    <a:pt x="2918" y="25350"/>
                    <a:pt x="2945" y="25404"/>
                    <a:pt x="2998" y="25404"/>
                  </a:cubicBezTo>
                  <a:cubicBezTo>
                    <a:pt x="4925" y="26394"/>
                    <a:pt x="6156" y="28348"/>
                    <a:pt x="6156" y="30516"/>
                  </a:cubicBezTo>
                  <a:cubicBezTo>
                    <a:pt x="6156" y="32684"/>
                    <a:pt x="4925" y="34665"/>
                    <a:pt x="2998" y="35628"/>
                  </a:cubicBezTo>
                  <a:cubicBezTo>
                    <a:pt x="2945" y="35655"/>
                    <a:pt x="2918" y="35709"/>
                    <a:pt x="2918" y="35762"/>
                  </a:cubicBezTo>
                  <a:cubicBezTo>
                    <a:pt x="3078" y="37823"/>
                    <a:pt x="1606" y="39643"/>
                    <a:pt x="81" y="40526"/>
                  </a:cubicBezTo>
                  <a:cubicBezTo>
                    <a:pt x="54" y="40553"/>
                    <a:pt x="27" y="40580"/>
                    <a:pt x="0" y="40633"/>
                  </a:cubicBezTo>
                  <a:cubicBezTo>
                    <a:pt x="0" y="40687"/>
                    <a:pt x="27" y="40741"/>
                    <a:pt x="54" y="40767"/>
                  </a:cubicBezTo>
                  <a:cubicBezTo>
                    <a:pt x="1794" y="41784"/>
                    <a:pt x="2918" y="43631"/>
                    <a:pt x="2918" y="45532"/>
                  </a:cubicBezTo>
                  <a:cubicBezTo>
                    <a:pt x="2918" y="45558"/>
                    <a:pt x="2918" y="45558"/>
                    <a:pt x="2918" y="45558"/>
                  </a:cubicBezTo>
                  <a:cubicBezTo>
                    <a:pt x="2918" y="45612"/>
                    <a:pt x="2945" y="45665"/>
                    <a:pt x="2998" y="45692"/>
                  </a:cubicBezTo>
                  <a:cubicBezTo>
                    <a:pt x="4925" y="46656"/>
                    <a:pt x="6156" y="48610"/>
                    <a:pt x="6156" y="50778"/>
                  </a:cubicBezTo>
                  <a:cubicBezTo>
                    <a:pt x="6156" y="52972"/>
                    <a:pt x="4925" y="54926"/>
                    <a:pt x="2998" y="55890"/>
                  </a:cubicBezTo>
                  <a:cubicBezTo>
                    <a:pt x="2945" y="55917"/>
                    <a:pt x="2918" y="55970"/>
                    <a:pt x="2918" y="55997"/>
                  </a:cubicBezTo>
                  <a:cubicBezTo>
                    <a:pt x="2864" y="58004"/>
                    <a:pt x="1820" y="59798"/>
                    <a:pt x="81" y="60815"/>
                  </a:cubicBezTo>
                  <a:cubicBezTo>
                    <a:pt x="54" y="60815"/>
                    <a:pt x="27" y="60841"/>
                    <a:pt x="0" y="60895"/>
                  </a:cubicBezTo>
                  <a:cubicBezTo>
                    <a:pt x="0" y="60949"/>
                    <a:pt x="27" y="61002"/>
                    <a:pt x="54" y="61029"/>
                  </a:cubicBezTo>
                  <a:cubicBezTo>
                    <a:pt x="1794" y="62046"/>
                    <a:pt x="2864" y="63839"/>
                    <a:pt x="2918" y="65847"/>
                  </a:cubicBezTo>
                  <a:cubicBezTo>
                    <a:pt x="2918" y="65873"/>
                    <a:pt x="2945" y="65927"/>
                    <a:pt x="2998" y="65954"/>
                  </a:cubicBezTo>
                  <a:cubicBezTo>
                    <a:pt x="4925" y="66917"/>
                    <a:pt x="6156" y="68871"/>
                    <a:pt x="6156" y="71066"/>
                  </a:cubicBezTo>
                  <a:cubicBezTo>
                    <a:pt x="6156" y="73234"/>
                    <a:pt x="4925" y="75188"/>
                    <a:pt x="2998" y="76151"/>
                  </a:cubicBezTo>
                  <a:cubicBezTo>
                    <a:pt x="2945" y="76178"/>
                    <a:pt x="2918" y="76232"/>
                    <a:pt x="2918" y="76285"/>
                  </a:cubicBezTo>
                  <a:cubicBezTo>
                    <a:pt x="2864" y="78266"/>
                    <a:pt x="1794" y="80059"/>
                    <a:pt x="81" y="81076"/>
                  </a:cubicBezTo>
                  <a:cubicBezTo>
                    <a:pt x="0" y="81103"/>
                    <a:pt x="0" y="81183"/>
                    <a:pt x="27" y="81237"/>
                  </a:cubicBezTo>
                  <a:cubicBezTo>
                    <a:pt x="44" y="81288"/>
                    <a:pt x="83" y="81306"/>
                    <a:pt x="122" y="81306"/>
                  </a:cubicBezTo>
                  <a:cubicBezTo>
                    <a:pt x="145" y="81306"/>
                    <a:pt x="168" y="81300"/>
                    <a:pt x="188" y="81290"/>
                  </a:cubicBezTo>
                  <a:cubicBezTo>
                    <a:pt x="1981" y="80247"/>
                    <a:pt x="3105" y="78400"/>
                    <a:pt x="3159" y="76366"/>
                  </a:cubicBezTo>
                  <a:cubicBezTo>
                    <a:pt x="5166" y="75322"/>
                    <a:pt x="6397" y="73288"/>
                    <a:pt x="6397" y="71066"/>
                  </a:cubicBezTo>
                  <a:cubicBezTo>
                    <a:pt x="6397" y="68818"/>
                    <a:pt x="5166" y="66783"/>
                    <a:pt x="3159" y="65766"/>
                  </a:cubicBezTo>
                  <a:cubicBezTo>
                    <a:pt x="3105" y="63759"/>
                    <a:pt x="2061" y="61992"/>
                    <a:pt x="375" y="60922"/>
                  </a:cubicBezTo>
                  <a:cubicBezTo>
                    <a:pt x="2061" y="59878"/>
                    <a:pt x="3105" y="58085"/>
                    <a:pt x="3159" y="56077"/>
                  </a:cubicBezTo>
                  <a:cubicBezTo>
                    <a:pt x="5166" y="55060"/>
                    <a:pt x="6397" y="53026"/>
                    <a:pt x="6397" y="50778"/>
                  </a:cubicBezTo>
                  <a:cubicBezTo>
                    <a:pt x="6397" y="48556"/>
                    <a:pt x="5166" y="46522"/>
                    <a:pt x="3159" y="45505"/>
                  </a:cubicBezTo>
                  <a:cubicBezTo>
                    <a:pt x="3159" y="43604"/>
                    <a:pt x="2061" y="41731"/>
                    <a:pt x="375" y="40660"/>
                  </a:cubicBezTo>
                  <a:cubicBezTo>
                    <a:pt x="1901" y="39697"/>
                    <a:pt x="3292" y="37877"/>
                    <a:pt x="3185" y="35816"/>
                  </a:cubicBezTo>
                  <a:cubicBezTo>
                    <a:pt x="5166" y="34799"/>
                    <a:pt x="6397" y="32764"/>
                    <a:pt x="6397" y="30516"/>
                  </a:cubicBezTo>
                  <a:cubicBezTo>
                    <a:pt x="6397" y="28268"/>
                    <a:pt x="5166" y="26260"/>
                    <a:pt x="3159" y="25216"/>
                  </a:cubicBezTo>
                  <a:cubicBezTo>
                    <a:pt x="3078" y="23236"/>
                    <a:pt x="2035" y="21442"/>
                    <a:pt x="375" y="20399"/>
                  </a:cubicBezTo>
                  <a:cubicBezTo>
                    <a:pt x="2061" y="19328"/>
                    <a:pt x="3159" y="17454"/>
                    <a:pt x="3159" y="15608"/>
                  </a:cubicBezTo>
                  <a:cubicBezTo>
                    <a:pt x="3159" y="15581"/>
                    <a:pt x="3159" y="15581"/>
                    <a:pt x="3159" y="15554"/>
                  </a:cubicBezTo>
                  <a:cubicBezTo>
                    <a:pt x="5166" y="14510"/>
                    <a:pt x="6397" y="12503"/>
                    <a:pt x="6397" y="10254"/>
                  </a:cubicBezTo>
                  <a:cubicBezTo>
                    <a:pt x="6397" y="8006"/>
                    <a:pt x="5166" y="5999"/>
                    <a:pt x="3159" y="4955"/>
                  </a:cubicBezTo>
                  <a:cubicBezTo>
                    <a:pt x="3159" y="3028"/>
                    <a:pt x="1981" y="1047"/>
                    <a:pt x="188" y="30"/>
                  </a:cubicBezTo>
                  <a:cubicBezTo>
                    <a:pt x="167" y="10"/>
                    <a:pt x="143"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 name="Google Shape;1974;p210"/>
            <p:cNvSpPr/>
            <p:nvPr/>
          </p:nvSpPr>
          <p:spPr>
            <a:xfrm>
              <a:off x="685775" y="2593575"/>
              <a:ext cx="159950" cy="2032875"/>
            </a:xfrm>
            <a:custGeom>
              <a:rect b="b" l="l" r="r" t="t"/>
              <a:pathLst>
                <a:path extrusionOk="0" h="81315" w="6398">
                  <a:moveTo>
                    <a:pt x="140" y="1"/>
                  </a:moveTo>
                  <a:cubicBezTo>
                    <a:pt x="95" y="1"/>
                    <a:pt x="47" y="26"/>
                    <a:pt x="27" y="65"/>
                  </a:cubicBezTo>
                  <a:cubicBezTo>
                    <a:pt x="27" y="92"/>
                    <a:pt x="0" y="118"/>
                    <a:pt x="0" y="118"/>
                  </a:cubicBezTo>
                  <a:cubicBezTo>
                    <a:pt x="0" y="172"/>
                    <a:pt x="27" y="225"/>
                    <a:pt x="81" y="225"/>
                  </a:cubicBezTo>
                  <a:cubicBezTo>
                    <a:pt x="1820" y="1243"/>
                    <a:pt x="2944" y="3170"/>
                    <a:pt x="2918" y="5043"/>
                  </a:cubicBezTo>
                  <a:cubicBezTo>
                    <a:pt x="2918" y="5070"/>
                    <a:pt x="2944" y="5124"/>
                    <a:pt x="2998" y="5150"/>
                  </a:cubicBezTo>
                  <a:cubicBezTo>
                    <a:pt x="4952" y="6141"/>
                    <a:pt x="6156" y="8095"/>
                    <a:pt x="6156" y="10263"/>
                  </a:cubicBezTo>
                  <a:cubicBezTo>
                    <a:pt x="6156" y="12431"/>
                    <a:pt x="4952" y="14384"/>
                    <a:pt x="2998" y="15375"/>
                  </a:cubicBezTo>
                  <a:cubicBezTo>
                    <a:pt x="2944" y="15402"/>
                    <a:pt x="2918" y="15428"/>
                    <a:pt x="2918" y="15482"/>
                  </a:cubicBezTo>
                  <a:cubicBezTo>
                    <a:pt x="2998" y="17329"/>
                    <a:pt x="1847" y="19256"/>
                    <a:pt x="81" y="20273"/>
                  </a:cubicBezTo>
                  <a:cubicBezTo>
                    <a:pt x="54" y="20300"/>
                    <a:pt x="27" y="20326"/>
                    <a:pt x="27" y="20353"/>
                  </a:cubicBezTo>
                  <a:cubicBezTo>
                    <a:pt x="0" y="20407"/>
                    <a:pt x="27" y="20460"/>
                    <a:pt x="81" y="20514"/>
                  </a:cubicBezTo>
                  <a:cubicBezTo>
                    <a:pt x="1794" y="21504"/>
                    <a:pt x="2864" y="23297"/>
                    <a:pt x="2918" y="25305"/>
                  </a:cubicBezTo>
                  <a:cubicBezTo>
                    <a:pt x="2918" y="25358"/>
                    <a:pt x="2944" y="25385"/>
                    <a:pt x="2998" y="25412"/>
                  </a:cubicBezTo>
                  <a:cubicBezTo>
                    <a:pt x="4952" y="26402"/>
                    <a:pt x="6156" y="28356"/>
                    <a:pt x="6156" y="30524"/>
                  </a:cubicBezTo>
                  <a:cubicBezTo>
                    <a:pt x="6156" y="32692"/>
                    <a:pt x="4952" y="34646"/>
                    <a:pt x="2998" y="35636"/>
                  </a:cubicBezTo>
                  <a:cubicBezTo>
                    <a:pt x="2944" y="35663"/>
                    <a:pt x="2918" y="35717"/>
                    <a:pt x="2918" y="35770"/>
                  </a:cubicBezTo>
                  <a:cubicBezTo>
                    <a:pt x="3078" y="37831"/>
                    <a:pt x="1633" y="39651"/>
                    <a:pt x="81" y="40535"/>
                  </a:cubicBezTo>
                  <a:cubicBezTo>
                    <a:pt x="54" y="40561"/>
                    <a:pt x="27" y="40588"/>
                    <a:pt x="27" y="40615"/>
                  </a:cubicBezTo>
                  <a:cubicBezTo>
                    <a:pt x="0" y="40668"/>
                    <a:pt x="27" y="40749"/>
                    <a:pt x="81" y="40775"/>
                  </a:cubicBezTo>
                  <a:cubicBezTo>
                    <a:pt x="1820" y="41766"/>
                    <a:pt x="2918" y="43639"/>
                    <a:pt x="2918" y="45540"/>
                  </a:cubicBezTo>
                  <a:lnTo>
                    <a:pt x="2918" y="45566"/>
                  </a:lnTo>
                  <a:cubicBezTo>
                    <a:pt x="2918" y="45620"/>
                    <a:pt x="2944" y="45674"/>
                    <a:pt x="2998" y="45674"/>
                  </a:cubicBezTo>
                  <a:cubicBezTo>
                    <a:pt x="4952" y="46664"/>
                    <a:pt x="6156" y="48618"/>
                    <a:pt x="6156" y="50786"/>
                  </a:cubicBezTo>
                  <a:cubicBezTo>
                    <a:pt x="6156" y="52954"/>
                    <a:pt x="4952" y="54934"/>
                    <a:pt x="2998" y="55898"/>
                  </a:cubicBezTo>
                  <a:cubicBezTo>
                    <a:pt x="2944" y="55925"/>
                    <a:pt x="2918" y="55952"/>
                    <a:pt x="2918" y="56005"/>
                  </a:cubicBezTo>
                  <a:cubicBezTo>
                    <a:pt x="2891" y="58012"/>
                    <a:pt x="1820" y="59806"/>
                    <a:pt x="81" y="60796"/>
                  </a:cubicBezTo>
                  <a:cubicBezTo>
                    <a:pt x="54" y="60823"/>
                    <a:pt x="27" y="60850"/>
                    <a:pt x="27" y="60903"/>
                  </a:cubicBezTo>
                  <a:cubicBezTo>
                    <a:pt x="0" y="60957"/>
                    <a:pt x="27" y="61010"/>
                    <a:pt x="81" y="61037"/>
                  </a:cubicBezTo>
                  <a:cubicBezTo>
                    <a:pt x="1820" y="62054"/>
                    <a:pt x="2891" y="63847"/>
                    <a:pt x="2918" y="65828"/>
                  </a:cubicBezTo>
                  <a:cubicBezTo>
                    <a:pt x="2918" y="65882"/>
                    <a:pt x="2944" y="65935"/>
                    <a:pt x="2998" y="65962"/>
                  </a:cubicBezTo>
                  <a:cubicBezTo>
                    <a:pt x="4952" y="66925"/>
                    <a:pt x="6156" y="68879"/>
                    <a:pt x="6156" y="71047"/>
                  </a:cubicBezTo>
                  <a:cubicBezTo>
                    <a:pt x="6156" y="73242"/>
                    <a:pt x="4952" y="75196"/>
                    <a:pt x="2998" y="76160"/>
                  </a:cubicBezTo>
                  <a:cubicBezTo>
                    <a:pt x="2944" y="76186"/>
                    <a:pt x="2918" y="76240"/>
                    <a:pt x="2918" y="76267"/>
                  </a:cubicBezTo>
                  <a:cubicBezTo>
                    <a:pt x="2891" y="78274"/>
                    <a:pt x="1820" y="80067"/>
                    <a:pt x="81" y="81084"/>
                  </a:cubicBezTo>
                  <a:cubicBezTo>
                    <a:pt x="27" y="81111"/>
                    <a:pt x="0" y="81191"/>
                    <a:pt x="27" y="81245"/>
                  </a:cubicBezTo>
                  <a:cubicBezTo>
                    <a:pt x="61" y="81296"/>
                    <a:pt x="95" y="81315"/>
                    <a:pt x="136" y="81315"/>
                  </a:cubicBezTo>
                  <a:cubicBezTo>
                    <a:pt x="159" y="81315"/>
                    <a:pt x="185" y="81308"/>
                    <a:pt x="214" y="81299"/>
                  </a:cubicBezTo>
                  <a:cubicBezTo>
                    <a:pt x="2008" y="80255"/>
                    <a:pt x="3105" y="78408"/>
                    <a:pt x="3185" y="76347"/>
                  </a:cubicBezTo>
                  <a:cubicBezTo>
                    <a:pt x="5166" y="75330"/>
                    <a:pt x="6397" y="73296"/>
                    <a:pt x="6397" y="71047"/>
                  </a:cubicBezTo>
                  <a:cubicBezTo>
                    <a:pt x="6397" y="68826"/>
                    <a:pt x="5166" y="66792"/>
                    <a:pt x="3185" y="65748"/>
                  </a:cubicBezTo>
                  <a:cubicBezTo>
                    <a:pt x="3105" y="63767"/>
                    <a:pt x="2061" y="61974"/>
                    <a:pt x="375" y="60930"/>
                  </a:cubicBezTo>
                  <a:cubicBezTo>
                    <a:pt x="2061" y="59859"/>
                    <a:pt x="3105" y="58093"/>
                    <a:pt x="3185" y="56085"/>
                  </a:cubicBezTo>
                  <a:cubicBezTo>
                    <a:pt x="5166" y="55068"/>
                    <a:pt x="6397" y="53034"/>
                    <a:pt x="6397" y="50786"/>
                  </a:cubicBezTo>
                  <a:cubicBezTo>
                    <a:pt x="6397" y="48537"/>
                    <a:pt x="5166" y="46530"/>
                    <a:pt x="3185" y="45486"/>
                  </a:cubicBezTo>
                  <a:cubicBezTo>
                    <a:pt x="3159" y="43586"/>
                    <a:pt x="2088" y="41739"/>
                    <a:pt x="375" y="40668"/>
                  </a:cubicBezTo>
                  <a:cubicBezTo>
                    <a:pt x="1901" y="39705"/>
                    <a:pt x="3292" y="37885"/>
                    <a:pt x="3185" y="35824"/>
                  </a:cubicBezTo>
                  <a:cubicBezTo>
                    <a:pt x="5166" y="34780"/>
                    <a:pt x="6397" y="32772"/>
                    <a:pt x="6397" y="30524"/>
                  </a:cubicBezTo>
                  <a:cubicBezTo>
                    <a:pt x="6397" y="28276"/>
                    <a:pt x="5166" y="26268"/>
                    <a:pt x="3185" y="25225"/>
                  </a:cubicBezTo>
                  <a:cubicBezTo>
                    <a:pt x="3078" y="23244"/>
                    <a:pt x="2061" y="21451"/>
                    <a:pt x="375" y="20407"/>
                  </a:cubicBezTo>
                  <a:cubicBezTo>
                    <a:pt x="2088" y="19336"/>
                    <a:pt x="3185" y="17436"/>
                    <a:pt x="3185" y="15616"/>
                  </a:cubicBezTo>
                  <a:cubicBezTo>
                    <a:pt x="3185" y="15589"/>
                    <a:pt x="3185" y="15589"/>
                    <a:pt x="3185" y="15562"/>
                  </a:cubicBezTo>
                  <a:cubicBezTo>
                    <a:pt x="5166" y="14518"/>
                    <a:pt x="6397" y="12511"/>
                    <a:pt x="6397" y="10263"/>
                  </a:cubicBezTo>
                  <a:cubicBezTo>
                    <a:pt x="6397" y="8014"/>
                    <a:pt x="5166" y="6007"/>
                    <a:pt x="3185" y="4963"/>
                  </a:cubicBezTo>
                  <a:cubicBezTo>
                    <a:pt x="3185" y="3036"/>
                    <a:pt x="1981" y="1055"/>
                    <a:pt x="188" y="11"/>
                  </a:cubicBezTo>
                  <a:cubicBezTo>
                    <a:pt x="173" y="4"/>
                    <a:pt x="15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 name="Google Shape;1975;p210"/>
            <p:cNvSpPr/>
            <p:nvPr/>
          </p:nvSpPr>
          <p:spPr>
            <a:xfrm>
              <a:off x="531875" y="2845375"/>
              <a:ext cx="160600" cy="2032675"/>
            </a:xfrm>
            <a:custGeom>
              <a:rect b="b" l="l" r="r" t="t"/>
              <a:pathLst>
                <a:path extrusionOk="0" h="81307" w="6424">
                  <a:moveTo>
                    <a:pt x="144" y="1"/>
                  </a:moveTo>
                  <a:cubicBezTo>
                    <a:pt x="103" y="1"/>
                    <a:pt x="60" y="24"/>
                    <a:pt x="27" y="57"/>
                  </a:cubicBezTo>
                  <a:cubicBezTo>
                    <a:pt x="27" y="84"/>
                    <a:pt x="27" y="110"/>
                    <a:pt x="27" y="137"/>
                  </a:cubicBezTo>
                  <a:cubicBezTo>
                    <a:pt x="27" y="164"/>
                    <a:pt x="54" y="217"/>
                    <a:pt x="80" y="244"/>
                  </a:cubicBezTo>
                  <a:cubicBezTo>
                    <a:pt x="1820" y="1234"/>
                    <a:pt x="2971" y="3162"/>
                    <a:pt x="2944" y="5035"/>
                  </a:cubicBezTo>
                  <a:cubicBezTo>
                    <a:pt x="2944" y="5089"/>
                    <a:pt x="2971" y="5142"/>
                    <a:pt x="2998" y="5142"/>
                  </a:cubicBezTo>
                  <a:cubicBezTo>
                    <a:pt x="4952" y="6133"/>
                    <a:pt x="6156" y="8086"/>
                    <a:pt x="6156" y="10254"/>
                  </a:cubicBezTo>
                  <a:cubicBezTo>
                    <a:pt x="6156" y="12422"/>
                    <a:pt x="4952" y="14376"/>
                    <a:pt x="2998" y="15367"/>
                  </a:cubicBezTo>
                  <a:cubicBezTo>
                    <a:pt x="2971" y="15393"/>
                    <a:pt x="2944" y="15447"/>
                    <a:pt x="2944" y="15474"/>
                  </a:cubicBezTo>
                  <a:cubicBezTo>
                    <a:pt x="2998" y="17321"/>
                    <a:pt x="1847" y="19248"/>
                    <a:pt x="107" y="20265"/>
                  </a:cubicBezTo>
                  <a:cubicBezTo>
                    <a:pt x="54" y="20292"/>
                    <a:pt x="27" y="20318"/>
                    <a:pt x="27" y="20345"/>
                  </a:cubicBezTo>
                  <a:cubicBezTo>
                    <a:pt x="0" y="20425"/>
                    <a:pt x="27" y="20479"/>
                    <a:pt x="80" y="20506"/>
                  </a:cubicBezTo>
                  <a:cubicBezTo>
                    <a:pt x="1793" y="21496"/>
                    <a:pt x="2864" y="23289"/>
                    <a:pt x="2944" y="25297"/>
                  </a:cubicBezTo>
                  <a:cubicBezTo>
                    <a:pt x="2944" y="25350"/>
                    <a:pt x="2971" y="25404"/>
                    <a:pt x="2998" y="25404"/>
                  </a:cubicBezTo>
                  <a:cubicBezTo>
                    <a:pt x="4952" y="26394"/>
                    <a:pt x="6156" y="28348"/>
                    <a:pt x="6156" y="30516"/>
                  </a:cubicBezTo>
                  <a:cubicBezTo>
                    <a:pt x="6156" y="32684"/>
                    <a:pt x="4952" y="34665"/>
                    <a:pt x="2998" y="35628"/>
                  </a:cubicBezTo>
                  <a:cubicBezTo>
                    <a:pt x="2971" y="35655"/>
                    <a:pt x="2944" y="35709"/>
                    <a:pt x="2944" y="35762"/>
                  </a:cubicBezTo>
                  <a:cubicBezTo>
                    <a:pt x="3105" y="37823"/>
                    <a:pt x="1633" y="39643"/>
                    <a:pt x="107" y="40526"/>
                  </a:cubicBezTo>
                  <a:cubicBezTo>
                    <a:pt x="54" y="40553"/>
                    <a:pt x="27" y="40580"/>
                    <a:pt x="27" y="40633"/>
                  </a:cubicBezTo>
                  <a:cubicBezTo>
                    <a:pt x="0" y="40687"/>
                    <a:pt x="27" y="40741"/>
                    <a:pt x="80" y="40767"/>
                  </a:cubicBezTo>
                  <a:cubicBezTo>
                    <a:pt x="1820" y="41784"/>
                    <a:pt x="2944" y="43631"/>
                    <a:pt x="2944" y="45532"/>
                  </a:cubicBezTo>
                  <a:lnTo>
                    <a:pt x="2944" y="45558"/>
                  </a:lnTo>
                  <a:cubicBezTo>
                    <a:pt x="2918" y="45612"/>
                    <a:pt x="2971" y="45665"/>
                    <a:pt x="2998" y="45692"/>
                  </a:cubicBezTo>
                  <a:cubicBezTo>
                    <a:pt x="4952" y="46656"/>
                    <a:pt x="6156" y="48610"/>
                    <a:pt x="6156" y="50778"/>
                  </a:cubicBezTo>
                  <a:cubicBezTo>
                    <a:pt x="6156" y="52972"/>
                    <a:pt x="4952" y="54926"/>
                    <a:pt x="2998" y="55890"/>
                  </a:cubicBezTo>
                  <a:cubicBezTo>
                    <a:pt x="2971" y="55917"/>
                    <a:pt x="2944" y="55970"/>
                    <a:pt x="2944" y="55997"/>
                  </a:cubicBezTo>
                  <a:cubicBezTo>
                    <a:pt x="2891" y="58004"/>
                    <a:pt x="1820" y="59798"/>
                    <a:pt x="107" y="60815"/>
                  </a:cubicBezTo>
                  <a:cubicBezTo>
                    <a:pt x="54" y="60815"/>
                    <a:pt x="27" y="60841"/>
                    <a:pt x="27" y="60895"/>
                  </a:cubicBezTo>
                  <a:cubicBezTo>
                    <a:pt x="0" y="60949"/>
                    <a:pt x="27" y="61002"/>
                    <a:pt x="80" y="61029"/>
                  </a:cubicBezTo>
                  <a:cubicBezTo>
                    <a:pt x="1820" y="62046"/>
                    <a:pt x="2891" y="63839"/>
                    <a:pt x="2944" y="65847"/>
                  </a:cubicBezTo>
                  <a:cubicBezTo>
                    <a:pt x="2944" y="65873"/>
                    <a:pt x="2971" y="65927"/>
                    <a:pt x="2998" y="65954"/>
                  </a:cubicBezTo>
                  <a:cubicBezTo>
                    <a:pt x="4952" y="66917"/>
                    <a:pt x="6156" y="68871"/>
                    <a:pt x="6156" y="71066"/>
                  </a:cubicBezTo>
                  <a:cubicBezTo>
                    <a:pt x="6156" y="73234"/>
                    <a:pt x="4952" y="75188"/>
                    <a:pt x="2998" y="76151"/>
                  </a:cubicBezTo>
                  <a:cubicBezTo>
                    <a:pt x="2971" y="76178"/>
                    <a:pt x="2944" y="76232"/>
                    <a:pt x="2944" y="76285"/>
                  </a:cubicBezTo>
                  <a:cubicBezTo>
                    <a:pt x="2891" y="78266"/>
                    <a:pt x="1820" y="80059"/>
                    <a:pt x="80" y="81076"/>
                  </a:cubicBezTo>
                  <a:cubicBezTo>
                    <a:pt x="27" y="81103"/>
                    <a:pt x="0" y="81183"/>
                    <a:pt x="54" y="81237"/>
                  </a:cubicBezTo>
                  <a:cubicBezTo>
                    <a:pt x="71" y="81288"/>
                    <a:pt x="109" y="81306"/>
                    <a:pt x="149" y="81306"/>
                  </a:cubicBezTo>
                  <a:cubicBezTo>
                    <a:pt x="171" y="81306"/>
                    <a:pt x="195" y="81300"/>
                    <a:pt x="214" y="81290"/>
                  </a:cubicBezTo>
                  <a:cubicBezTo>
                    <a:pt x="2008" y="80247"/>
                    <a:pt x="3105" y="78400"/>
                    <a:pt x="3185" y="76366"/>
                  </a:cubicBezTo>
                  <a:cubicBezTo>
                    <a:pt x="5193" y="75322"/>
                    <a:pt x="6424" y="73288"/>
                    <a:pt x="6424" y="71066"/>
                  </a:cubicBezTo>
                  <a:cubicBezTo>
                    <a:pt x="6424" y="68818"/>
                    <a:pt x="5193" y="66783"/>
                    <a:pt x="3185" y="65766"/>
                  </a:cubicBezTo>
                  <a:cubicBezTo>
                    <a:pt x="3105" y="63759"/>
                    <a:pt x="2088" y="61992"/>
                    <a:pt x="402" y="60922"/>
                  </a:cubicBezTo>
                  <a:cubicBezTo>
                    <a:pt x="2088" y="59878"/>
                    <a:pt x="3105" y="58085"/>
                    <a:pt x="3185" y="56077"/>
                  </a:cubicBezTo>
                  <a:cubicBezTo>
                    <a:pt x="5193" y="55060"/>
                    <a:pt x="6424" y="53026"/>
                    <a:pt x="6424" y="50778"/>
                  </a:cubicBezTo>
                  <a:cubicBezTo>
                    <a:pt x="6424" y="48556"/>
                    <a:pt x="5193" y="46522"/>
                    <a:pt x="3185" y="45505"/>
                  </a:cubicBezTo>
                  <a:cubicBezTo>
                    <a:pt x="3185" y="43604"/>
                    <a:pt x="2088" y="41731"/>
                    <a:pt x="402" y="40660"/>
                  </a:cubicBezTo>
                  <a:cubicBezTo>
                    <a:pt x="1900" y="39697"/>
                    <a:pt x="3319" y="37877"/>
                    <a:pt x="3185" y="35816"/>
                  </a:cubicBezTo>
                  <a:cubicBezTo>
                    <a:pt x="5193" y="34799"/>
                    <a:pt x="6424" y="32764"/>
                    <a:pt x="6424" y="30516"/>
                  </a:cubicBezTo>
                  <a:cubicBezTo>
                    <a:pt x="6424" y="28268"/>
                    <a:pt x="5193" y="26260"/>
                    <a:pt x="3185" y="25216"/>
                  </a:cubicBezTo>
                  <a:cubicBezTo>
                    <a:pt x="3105" y="23236"/>
                    <a:pt x="2061" y="21442"/>
                    <a:pt x="402" y="20399"/>
                  </a:cubicBezTo>
                  <a:cubicBezTo>
                    <a:pt x="2088" y="19328"/>
                    <a:pt x="3185" y="17454"/>
                    <a:pt x="3185" y="15608"/>
                  </a:cubicBezTo>
                  <a:cubicBezTo>
                    <a:pt x="3185" y="15581"/>
                    <a:pt x="3185" y="15581"/>
                    <a:pt x="3185" y="15554"/>
                  </a:cubicBezTo>
                  <a:cubicBezTo>
                    <a:pt x="5193" y="14510"/>
                    <a:pt x="6424" y="12503"/>
                    <a:pt x="6424" y="10254"/>
                  </a:cubicBezTo>
                  <a:cubicBezTo>
                    <a:pt x="6424" y="8006"/>
                    <a:pt x="5193" y="5999"/>
                    <a:pt x="3185" y="4955"/>
                  </a:cubicBezTo>
                  <a:cubicBezTo>
                    <a:pt x="3185" y="3028"/>
                    <a:pt x="2008" y="1047"/>
                    <a:pt x="214" y="30"/>
                  </a:cubicBezTo>
                  <a:cubicBezTo>
                    <a:pt x="194" y="10"/>
                    <a:pt x="169"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 name="Google Shape;1976;p210"/>
            <p:cNvSpPr/>
            <p:nvPr/>
          </p:nvSpPr>
          <p:spPr>
            <a:xfrm>
              <a:off x="378625" y="2593575"/>
              <a:ext cx="159950" cy="2032875"/>
            </a:xfrm>
            <a:custGeom>
              <a:rect b="b" l="l" r="r" t="t"/>
              <a:pathLst>
                <a:path extrusionOk="0" h="81315" w="6398">
                  <a:moveTo>
                    <a:pt x="141" y="1"/>
                  </a:moveTo>
                  <a:cubicBezTo>
                    <a:pt x="95" y="1"/>
                    <a:pt x="47" y="26"/>
                    <a:pt x="28" y="65"/>
                  </a:cubicBezTo>
                  <a:cubicBezTo>
                    <a:pt x="1" y="92"/>
                    <a:pt x="1" y="118"/>
                    <a:pt x="1" y="118"/>
                  </a:cubicBezTo>
                  <a:cubicBezTo>
                    <a:pt x="1" y="172"/>
                    <a:pt x="28" y="225"/>
                    <a:pt x="54" y="225"/>
                  </a:cubicBezTo>
                  <a:cubicBezTo>
                    <a:pt x="1794" y="1243"/>
                    <a:pt x="2918" y="3116"/>
                    <a:pt x="2918" y="4963"/>
                  </a:cubicBezTo>
                  <a:cubicBezTo>
                    <a:pt x="2918" y="4990"/>
                    <a:pt x="2918" y="5017"/>
                    <a:pt x="2918" y="5043"/>
                  </a:cubicBezTo>
                  <a:cubicBezTo>
                    <a:pt x="2918" y="5070"/>
                    <a:pt x="2945" y="5124"/>
                    <a:pt x="2999" y="5150"/>
                  </a:cubicBezTo>
                  <a:cubicBezTo>
                    <a:pt x="4952" y="6141"/>
                    <a:pt x="6157" y="8095"/>
                    <a:pt x="6157" y="10263"/>
                  </a:cubicBezTo>
                  <a:cubicBezTo>
                    <a:pt x="6157" y="12431"/>
                    <a:pt x="4952" y="14384"/>
                    <a:pt x="2999" y="15375"/>
                  </a:cubicBezTo>
                  <a:cubicBezTo>
                    <a:pt x="2945" y="15402"/>
                    <a:pt x="2918" y="15428"/>
                    <a:pt x="2918" y="15482"/>
                  </a:cubicBezTo>
                  <a:cubicBezTo>
                    <a:pt x="2972" y="17329"/>
                    <a:pt x="1848" y="19256"/>
                    <a:pt x="81" y="20273"/>
                  </a:cubicBezTo>
                  <a:cubicBezTo>
                    <a:pt x="54" y="20300"/>
                    <a:pt x="28" y="20326"/>
                    <a:pt x="1" y="20353"/>
                  </a:cubicBezTo>
                  <a:cubicBezTo>
                    <a:pt x="1" y="20407"/>
                    <a:pt x="28" y="20487"/>
                    <a:pt x="54" y="20514"/>
                  </a:cubicBezTo>
                  <a:cubicBezTo>
                    <a:pt x="1794" y="21504"/>
                    <a:pt x="2865" y="23297"/>
                    <a:pt x="2918" y="25305"/>
                  </a:cubicBezTo>
                  <a:cubicBezTo>
                    <a:pt x="2918" y="25358"/>
                    <a:pt x="2945" y="25412"/>
                    <a:pt x="2999" y="25412"/>
                  </a:cubicBezTo>
                  <a:cubicBezTo>
                    <a:pt x="4952" y="26402"/>
                    <a:pt x="6157" y="28356"/>
                    <a:pt x="6157" y="30524"/>
                  </a:cubicBezTo>
                  <a:cubicBezTo>
                    <a:pt x="6157" y="32692"/>
                    <a:pt x="4952" y="34646"/>
                    <a:pt x="2999" y="35636"/>
                  </a:cubicBezTo>
                  <a:cubicBezTo>
                    <a:pt x="2945" y="35663"/>
                    <a:pt x="2918" y="35717"/>
                    <a:pt x="2918" y="35770"/>
                  </a:cubicBezTo>
                  <a:cubicBezTo>
                    <a:pt x="3079" y="37831"/>
                    <a:pt x="1607" y="39651"/>
                    <a:pt x="81" y="40535"/>
                  </a:cubicBezTo>
                  <a:cubicBezTo>
                    <a:pt x="54" y="40561"/>
                    <a:pt x="28" y="40588"/>
                    <a:pt x="1" y="40615"/>
                  </a:cubicBezTo>
                  <a:cubicBezTo>
                    <a:pt x="1" y="40668"/>
                    <a:pt x="28" y="40749"/>
                    <a:pt x="54" y="40775"/>
                  </a:cubicBezTo>
                  <a:cubicBezTo>
                    <a:pt x="1794" y="41766"/>
                    <a:pt x="2918" y="43639"/>
                    <a:pt x="2918" y="45540"/>
                  </a:cubicBezTo>
                  <a:cubicBezTo>
                    <a:pt x="2918" y="45540"/>
                    <a:pt x="2918" y="45566"/>
                    <a:pt x="2918" y="45566"/>
                  </a:cubicBezTo>
                  <a:cubicBezTo>
                    <a:pt x="2918" y="45620"/>
                    <a:pt x="2945" y="45674"/>
                    <a:pt x="2999" y="45674"/>
                  </a:cubicBezTo>
                  <a:cubicBezTo>
                    <a:pt x="4952" y="46664"/>
                    <a:pt x="6157" y="48618"/>
                    <a:pt x="6157" y="50786"/>
                  </a:cubicBezTo>
                  <a:cubicBezTo>
                    <a:pt x="6157" y="52954"/>
                    <a:pt x="4952" y="54934"/>
                    <a:pt x="2999" y="55898"/>
                  </a:cubicBezTo>
                  <a:cubicBezTo>
                    <a:pt x="2945" y="55925"/>
                    <a:pt x="2918" y="55952"/>
                    <a:pt x="2918" y="56005"/>
                  </a:cubicBezTo>
                  <a:cubicBezTo>
                    <a:pt x="2865" y="58012"/>
                    <a:pt x="1821" y="59806"/>
                    <a:pt x="81" y="60796"/>
                  </a:cubicBezTo>
                  <a:cubicBezTo>
                    <a:pt x="54" y="60823"/>
                    <a:pt x="28" y="60850"/>
                    <a:pt x="1" y="60903"/>
                  </a:cubicBezTo>
                  <a:cubicBezTo>
                    <a:pt x="1" y="60957"/>
                    <a:pt x="28" y="61010"/>
                    <a:pt x="54" y="61037"/>
                  </a:cubicBezTo>
                  <a:cubicBezTo>
                    <a:pt x="1794" y="62054"/>
                    <a:pt x="2865" y="63847"/>
                    <a:pt x="2918" y="65828"/>
                  </a:cubicBezTo>
                  <a:cubicBezTo>
                    <a:pt x="2918" y="65882"/>
                    <a:pt x="2945" y="65935"/>
                    <a:pt x="2999" y="65962"/>
                  </a:cubicBezTo>
                  <a:cubicBezTo>
                    <a:pt x="4952" y="66925"/>
                    <a:pt x="6157" y="68879"/>
                    <a:pt x="6157" y="71047"/>
                  </a:cubicBezTo>
                  <a:cubicBezTo>
                    <a:pt x="6157" y="73242"/>
                    <a:pt x="4952" y="75196"/>
                    <a:pt x="2999" y="76160"/>
                  </a:cubicBezTo>
                  <a:cubicBezTo>
                    <a:pt x="2945" y="76186"/>
                    <a:pt x="2918" y="76240"/>
                    <a:pt x="2918" y="76267"/>
                  </a:cubicBezTo>
                  <a:cubicBezTo>
                    <a:pt x="2865" y="78274"/>
                    <a:pt x="1821" y="80067"/>
                    <a:pt x="81" y="81084"/>
                  </a:cubicBezTo>
                  <a:cubicBezTo>
                    <a:pt x="1" y="81111"/>
                    <a:pt x="1" y="81191"/>
                    <a:pt x="28" y="81245"/>
                  </a:cubicBezTo>
                  <a:cubicBezTo>
                    <a:pt x="45" y="81296"/>
                    <a:pt x="83" y="81315"/>
                    <a:pt x="123" y="81315"/>
                  </a:cubicBezTo>
                  <a:cubicBezTo>
                    <a:pt x="145" y="81315"/>
                    <a:pt x="169" y="81308"/>
                    <a:pt x="188" y="81299"/>
                  </a:cubicBezTo>
                  <a:cubicBezTo>
                    <a:pt x="1981" y="80255"/>
                    <a:pt x="3106" y="78408"/>
                    <a:pt x="3159" y="76347"/>
                  </a:cubicBezTo>
                  <a:cubicBezTo>
                    <a:pt x="5167" y="75330"/>
                    <a:pt x="6398" y="73296"/>
                    <a:pt x="6398" y="71047"/>
                  </a:cubicBezTo>
                  <a:cubicBezTo>
                    <a:pt x="6398" y="68826"/>
                    <a:pt x="5167" y="66792"/>
                    <a:pt x="3159" y="65748"/>
                  </a:cubicBezTo>
                  <a:cubicBezTo>
                    <a:pt x="3106" y="63767"/>
                    <a:pt x="2062" y="61974"/>
                    <a:pt x="376" y="60930"/>
                  </a:cubicBezTo>
                  <a:cubicBezTo>
                    <a:pt x="2062" y="59859"/>
                    <a:pt x="3106" y="58093"/>
                    <a:pt x="3159" y="56085"/>
                  </a:cubicBezTo>
                  <a:cubicBezTo>
                    <a:pt x="5167" y="55068"/>
                    <a:pt x="6398" y="53034"/>
                    <a:pt x="6398" y="50786"/>
                  </a:cubicBezTo>
                  <a:cubicBezTo>
                    <a:pt x="6398" y="48537"/>
                    <a:pt x="5167" y="46530"/>
                    <a:pt x="3159" y="45486"/>
                  </a:cubicBezTo>
                  <a:cubicBezTo>
                    <a:pt x="3159" y="43586"/>
                    <a:pt x="2062" y="41739"/>
                    <a:pt x="376" y="40668"/>
                  </a:cubicBezTo>
                  <a:cubicBezTo>
                    <a:pt x="1901" y="39705"/>
                    <a:pt x="3293" y="37885"/>
                    <a:pt x="3186" y="35824"/>
                  </a:cubicBezTo>
                  <a:cubicBezTo>
                    <a:pt x="5167" y="34780"/>
                    <a:pt x="6398" y="32772"/>
                    <a:pt x="6398" y="30524"/>
                  </a:cubicBezTo>
                  <a:cubicBezTo>
                    <a:pt x="6398" y="28276"/>
                    <a:pt x="5167" y="26268"/>
                    <a:pt x="3159" y="25225"/>
                  </a:cubicBezTo>
                  <a:cubicBezTo>
                    <a:pt x="3079" y="23244"/>
                    <a:pt x="2035" y="21451"/>
                    <a:pt x="376" y="20407"/>
                  </a:cubicBezTo>
                  <a:cubicBezTo>
                    <a:pt x="2062" y="19336"/>
                    <a:pt x="3186" y="17436"/>
                    <a:pt x="3186" y="15616"/>
                  </a:cubicBezTo>
                  <a:cubicBezTo>
                    <a:pt x="3186" y="15589"/>
                    <a:pt x="3186" y="15589"/>
                    <a:pt x="3186" y="15562"/>
                  </a:cubicBezTo>
                  <a:cubicBezTo>
                    <a:pt x="5167" y="14518"/>
                    <a:pt x="6398" y="12511"/>
                    <a:pt x="6398" y="10263"/>
                  </a:cubicBezTo>
                  <a:cubicBezTo>
                    <a:pt x="6398" y="8014"/>
                    <a:pt x="5167" y="6007"/>
                    <a:pt x="3186" y="4963"/>
                  </a:cubicBezTo>
                  <a:cubicBezTo>
                    <a:pt x="3186" y="3036"/>
                    <a:pt x="1981" y="1055"/>
                    <a:pt x="188" y="11"/>
                  </a:cubicBezTo>
                  <a:cubicBezTo>
                    <a:pt x="174" y="4"/>
                    <a:pt x="158" y="1"/>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 name="Google Shape;1977;p210"/>
            <p:cNvSpPr/>
            <p:nvPr/>
          </p:nvSpPr>
          <p:spPr>
            <a:xfrm>
              <a:off x="224725" y="2845375"/>
              <a:ext cx="159950" cy="2032675"/>
            </a:xfrm>
            <a:custGeom>
              <a:rect b="b" l="l" r="r" t="t"/>
              <a:pathLst>
                <a:path extrusionOk="0" h="81307" w="6398">
                  <a:moveTo>
                    <a:pt x="126" y="1"/>
                  </a:moveTo>
                  <a:cubicBezTo>
                    <a:pt x="81" y="1"/>
                    <a:pt x="44" y="24"/>
                    <a:pt x="27" y="57"/>
                  </a:cubicBezTo>
                  <a:cubicBezTo>
                    <a:pt x="27" y="84"/>
                    <a:pt x="1" y="110"/>
                    <a:pt x="1" y="137"/>
                  </a:cubicBezTo>
                  <a:cubicBezTo>
                    <a:pt x="1" y="164"/>
                    <a:pt x="27" y="217"/>
                    <a:pt x="81" y="244"/>
                  </a:cubicBezTo>
                  <a:cubicBezTo>
                    <a:pt x="1821" y="1234"/>
                    <a:pt x="2972" y="3162"/>
                    <a:pt x="2918" y="5035"/>
                  </a:cubicBezTo>
                  <a:cubicBezTo>
                    <a:pt x="2945" y="5089"/>
                    <a:pt x="2945" y="5142"/>
                    <a:pt x="2998" y="5142"/>
                  </a:cubicBezTo>
                  <a:cubicBezTo>
                    <a:pt x="4952" y="6133"/>
                    <a:pt x="6157" y="8086"/>
                    <a:pt x="6157" y="10254"/>
                  </a:cubicBezTo>
                  <a:cubicBezTo>
                    <a:pt x="6157" y="12422"/>
                    <a:pt x="4952" y="14376"/>
                    <a:pt x="2998" y="15367"/>
                  </a:cubicBezTo>
                  <a:cubicBezTo>
                    <a:pt x="2945" y="15393"/>
                    <a:pt x="2918" y="15447"/>
                    <a:pt x="2918" y="15474"/>
                  </a:cubicBezTo>
                  <a:cubicBezTo>
                    <a:pt x="2972" y="17321"/>
                    <a:pt x="1848" y="19248"/>
                    <a:pt x="108" y="20265"/>
                  </a:cubicBezTo>
                  <a:cubicBezTo>
                    <a:pt x="54" y="20292"/>
                    <a:pt x="27" y="20318"/>
                    <a:pt x="27" y="20345"/>
                  </a:cubicBezTo>
                  <a:cubicBezTo>
                    <a:pt x="1" y="20425"/>
                    <a:pt x="27" y="20479"/>
                    <a:pt x="81" y="20506"/>
                  </a:cubicBezTo>
                  <a:cubicBezTo>
                    <a:pt x="1794" y="21496"/>
                    <a:pt x="2865" y="23289"/>
                    <a:pt x="2918" y="25297"/>
                  </a:cubicBezTo>
                  <a:cubicBezTo>
                    <a:pt x="2945" y="25350"/>
                    <a:pt x="2972" y="25404"/>
                    <a:pt x="2998" y="25404"/>
                  </a:cubicBezTo>
                  <a:cubicBezTo>
                    <a:pt x="4952" y="26394"/>
                    <a:pt x="6157" y="28348"/>
                    <a:pt x="6157" y="30516"/>
                  </a:cubicBezTo>
                  <a:cubicBezTo>
                    <a:pt x="6157" y="32684"/>
                    <a:pt x="4952" y="34665"/>
                    <a:pt x="2998" y="35628"/>
                  </a:cubicBezTo>
                  <a:cubicBezTo>
                    <a:pt x="2945" y="35655"/>
                    <a:pt x="2918" y="35709"/>
                    <a:pt x="2918" y="35762"/>
                  </a:cubicBezTo>
                  <a:cubicBezTo>
                    <a:pt x="3106" y="37823"/>
                    <a:pt x="1633" y="39643"/>
                    <a:pt x="108" y="40526"/>
                  </a:cubicBezTo>
                  <a:cubicBezTo>
                    <a:pt x="54" y="40553"/>
                    <a:pt x="27" y="40580"/>
                    <a:pt x="27" y="40633"/>
                  </a:cubicBezTo>
                  <a:cubicBezTo>
                    <a:pt x="1" y="40687"/>
                    <a:pt x="27" y="40741"/>
                    <a:pt x="81" y="40767"/>
                  </a:cubicBezTo>
                  <a:cubicBezTo>
                    <a:pt x="1821" y="41784"/>
                    <a:pt x="2918" y="43631"/>
                    <a:pt x="2918" y="45532"/>
                  </a:cubicBezTo>
                  <a:cubicBezTo>
                    <a:pt x="2918" y="45558"/>
                    <a:pt x="2918" y="45558"/>
                    <a:pt x="2918" y="45558"/>
                  </a:cubicBezTo>
                  <a:cubicBezTo>
                    <a:pt x="2918" y="45612"/>
                    <a:pt x="2945" y="45665"/>
                    <a:pt x="2998" y="45692"/>
                  </a:cubicBezTo>
                  <a:cubicBezTo>
                    <a:pt x="4952" y="46656"/>
                    <a:pt x="6157" y="48610"/>
                    <a:pt x="6157" y="50778"/>
                  </a:cubicBezTo>
                  <a:cubicBezTo>
                    <a:pt x="6157" y="52972"/>
                    <a:pt x="4952" y="54926"/>
                    <a:pt x="2998" y="55890"/>
                  </a:cubicBezTo>
                  <a:cubicBezTo>
                    <a:pt x="2945" y="55917"/>
                    <a:pt x="2918" y="55970"/>
                    <a:pt x="2918" y="55997"/>
                  </a:cubicBezTo>
                  <a:cubicBezTo>
                    <a:pt x="2891" y="58004"/>
                    <a:pt x="1821" y="59798"/>
                    <a:pt x="108" y="60815"/>
                  </a:cubicBezTo>
                  <a:cubicBezTo>
                    <a:pt x="54" y="60815"/>
                    <a:pt x="27" y="60841"/>
                    <a:pt x="27" y="60895"/>
                  </a:cubicBezTo>
                  <a:cubicBezTo>
                    <a:pt x="1" y="60949"/>
                    <a:pt x="27" y="61002"/>
                    <a:pt x="81" y="61029"/>
                  </a:cubicBezTo>
                  <a:cubicBezTo>
                    <a:pt x="1821" y="62046"/>
                    <a:pt x="2891" y="63839"/>
                    <a:pt x="2918" y="65847"/>
                  </a:cubicBezTo>
                  <a:cubicBezTo>
                    <a:pt x="2918" y="65873"/>
                    <a:pt x="2945" y="65927"/>
                    <a:pt x="2998" y="65954"/>
                  </a:cubicBezTo>
                  <a:cubicBezTo>
                    <a:pt x="4952" y="66917"/>
                    <a:pt x="6157" y="68871"/>
                    <a:pt x="6157" y="71066"/>
                  </a:cubicBezTo>
                  <a:cubicBezTo>
                    <a:pt x="6157" y="73234"/>
                    <a:pt x="4952" y="75188"/>
                    <a:pt x="2998" y="76151"/>
                  </a:cubicBezTo>
                  <a:cubicBezTo>
                    <a:pt x="2945" y="76178"/>
                    <a:pt x="2918" y="76232"/>
                    <a:pt x="2918" y="76285"/>
                  </a:cubicBezTo>
                  <a:cubicBezTo>
                    <a:pt x="2891" y="78266"/>
                    <a:pt x="1821" y="80059"/>
                    <a:pt x="81" y="81076"/>
                  </a:cubicBezTo>
                  <a:cubicBezTo>
                    <a:pt x="27" y="81103"/>
                    <a:pt x="1" y="81183"/>
                    <a:pt x="27" y="81237"/>
                  </a:cubicBezTo>
                  <a:cubicBezTo>
                    <a:pt x="61" y="81288"/>
                    <a:pt x="95" y="81306"/>
                    <a:pt x="136" y="81306"/>
                  </a:cubicBezTo>
                  <a:cubicBezTo>
                    <a:pt x="160" y="81306"/>
                    <a:pt x="185" y="81300"/>
                    <a:pt x="215" y="81290"/>
                  </a:cubicBezTo>
                  <a:cubicBezTo>
                    <a:pt x="2008" y="80247"/>
                    <a:pt x="3106" y="78400"/>
                    <a:pt x="3186" y="76366"/>
                  </a:cubicBezTo>
                  <a:cubicBezTo>
                    <a:pt x="5166" y="75322"/>
                    <a:pt x="6398" y="73288"/>
                    <a:pt x="6398" y="71066"/>
                  </a:cubicBezTo>
                  <a:cubicBezTo>
                    <a:pt x="6398" y="68818"/>
                    <a:pt x="5166" y="66783"/>
                    <a:pt x="3186" y="65766"/>
                  </a:cubicBezTo>
                  <a:cubicBezTo>
                    <a:pt x="3106" y="63759"/>
                    <a:pt x="2062" y="61992"/>
                    <a:pt x="375" y="60922"/>
                  </a:cubicBezTo>
                  <a:cubicBezTo>
                    <a:pt x="2062" y="59878"/>
                    <a:pt x="3106" y="58085"/>
                    <a:pt x="3186" y="56077"/>
                  </a:cubicBezTo>
                  <a:cubicBezTo>
                    <a:pt x="5166" y="55060"/>
                    <a:pt x="6398" y="53026"/>
                    <a:pt x="6398" y="50778"/>
                  </a:cubicBezTo>
                  <a:cubicBezTo>
                    <a:pt x="6398" y="48556"/>
                    <a:pt x="5166" y="46522"/>
                    <a:pt x="3186" y="45505"/>
                  </a:cubicBezTo>
                  <a:cubicBezTo>
                    <a:pt x="3159" y="43604"/>
                    <a:pt x="2088" y="41731"/>
                    <a:pt x="375" y="40660"/>
                  </a:cubicBezTo>
                  <a:cubicBezTo>
                    <a:pt x="1901" y="39697"/>
                    <a:pt x="3293" y="37877"/>
                    <a:pt x="3186" y="35816"/>
                  </a:cubicBezTo>
                  <a:cubicBezTo>
                    <a:pt x="5166" y="34799"/>
                    <a:pt x="6398" y="32764"/>
                    <a:pt x="6398" y="30516"/>
                  </a:cubicBezTo>
                  <a:cubicBezTo>
                    <a:pt x="6398" y="28268"/>
                    <a:pt x="5166" y="26260"/>
                    <a:pt x="3186" y="25216"/>
                  </a:cubicBezTo>
                  <a:cubicBezTo>
                    <a:pt x="3079" y="23236"/>
                    <a:pt x="2062" y="21442"/>
                    <a:pt x="375" y="20399"/>
                  </a:cubicBezTo>
                  <a:cubicBezTo>
                    <a:pt x="2088" y="19328"/>
                    <a:pt x="3186" y="17454"/>
                    <a:pt x="3186" y="15608"/>
                  </a:cubicBezTo>
                  <a:cubicBezTo>
                    <a:pt x="3186" y="15581"/>
                    <a:pt x="3186" y="15581"/>
                    <a:pt x="3186" y="15554"/>
                  </a:cubicBezTo>
                  <a:cubicBezTo>
                    <a:pt x="5166" y="14510"/>
                    <a:pt x="6398" y="12503"/>
                    <a:pt x="6398" y="10254"/>
                  </a:cubicBezTo>
                  <a:cubicBezTo>
                    <a:pt x="6398" y="8006"/>
                    <a:pt x="5166" y="5999"/>
                    <a:pt x="3186" y="4955"/>
                  </a:cubicBezTo>
                  <a:cubicBezTo>
                    <a:pt x="3186" y="3028"/>
                    <a:pt x="1981" y="1047"/>
                    <a:pt x="215" y="30"/>
                  </a:cubicBezTo>
                  <a:cubicBezTo>
                    <a:pt x="184" y="10"/>
                    <a:pt x="153"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78" name="Google Shape;1978;p210"/>
          <p:cNvSpPr/>
          <p:nvPr/>
        </p:nvSpPr>
        <p:spPr>
          <a:xfrm flipH="1" rot="5400000">
            <a:off x="-2397294" y="-774472"/>
            <a:ext cx="5570538" cy="3629454"/>
          </a:xfrm>
          <a:custGeom>
            <a:rect b="b" l="l" r="r" t="t"/>
            <a:pathLst>
              <a:path extrusionOk="0" h="136664" w="142469">
                <a:moveTo>
                  <a:pt x="97052" y="0"/>
                </a:moveTo>
                <a:cubicBezTo>
                  <a:pt x="94985" y="0"/>
                  <a:pt x="92658" y="685"/>
                  <a:pt x="89955" y="2065"/>
                </a:cubicBezTo>
                <a:cubicBezTo>
                  <a:pt x="76197" y="9104"/>
                  <a:pt x="81149" y="14564"/>
                  <a:pt x="82755" y="40634"/>
                </a:cubicBezTo>
                <a:cubicBezTo>
                  <a:pt x="85458" y="83646"/>
                  <a:pt x="12896" y="58112"/>
                  <a:pt x="4519" y="103881"/>
                </a:cubicBezTo>
                <a:cubicBezTo>
                  <a:pt x="0" y="128495"/>
                  <a:pt x="10558" y="136664"/>
                  <a:pt x="39417" y="136664"/>
                </a:cubicBezTo>
                <a:cubicBezTo>
                  <a:pt x="47997" y="136664"/>
                  <a:pt x="58195" y="135942"/>
                  <a:pt x="70095" y="134715"/>
                </a:cubicBezTo>
                <a:cubicBezTo>
                  <a:pt x="122047" y="129389"/>
                  <a:pt x="142469" y="101392"/>
                  <a:pt x="125767" y="56907"/>
                </a:cubicBezTo>
                <a:cubicBezTo>
                  <a:pt x="111706" y="19432"/>
                  <a:pt x="108060" y="0"/>
                  <a:pt x="9705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 name="Google Shape;1979;p210"/>
          <p:cNvSpPr/>
          <p:nvPr/>
        </p:nvSpPr>
        <p:spPr>
          <a:xfrm rot="-7977677">
            <a:off x="6626195" y="2407944"/>
            <a:ext cx="1601627" cy="1536805"/>
          </a:xfrm>
          <a:custGeom>
            <a:rect b="b" l="l" r="r" t="t"/>
            <a:pathLst>
              <a:path extrusionOk="0" h="19749" w="20582">
                <a:moveTo>
                  <a:pt x="15178" y="401"/>
                </a:moveTo>
                <a:cubicBezTo>
                  <a:pt x="11542" y="1"/>
                  <a:pt x="4470" y="1235"/>
                  <a:pt x="2235" y="7773"/>
                </a:cubicBezTo>
                <a:cubicBezTo>
                  <a:pt x="0" y="14311"/>
                  <a:pt x="7939" y="17947"/>
                  <a:pt x="11675" y="18848"/>
                </a:cubicBezTo>
                <a:cubicBezTo>
                  <a:pt x="15445" y="19748"/>
                  <a:pt x="20315" y="19448"/>
                  <a:pt x="20448" y="13477"/>
                </a:cubicBezTo>
                <a:cubicBezTo>
                  <a:pt x="20582" y="7506"/>
                  <a:pt x="18780" y="835"/>
                  <a:pt x="15178" y="40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 name="Google Shape;1980;p210"/>
          <p:cNvSpPr/>
          <p:nvPr/>
        </p:nvSpPr>
        <p:spPr>
          <a:xfrm rot="667591">
            <a:off x="5320685" y="2755692"/>
            <a:ext cx="1938907" cy="3305731"/>
          </a:xfrm>
          <a:custGeom>
            <a:rect b="b" l="l" r="r" t="t"/>
            <a:pathLst>
              <a:path extrusionOk="0" h="32752" w="19210">
                <a:moveTo>
                  <a:pt x="14053" y="490"/>
                </a:moveTo>
                <a:lnTo>
                  <a:pt x="14053" y="490"/>
                </a:lnTo>
                <a:cubicBezTo>
                  <a:pt x="14026" y="597"/>
                  <a:pt x="13999" y="758"/>
                  <a:pt x="13972" y="918"/>
                </a:cubicBezTo>
                <a:cubicBezTo>
                  <a:pt x="13972" y="865"/>
                  <a:pt x="13972" y="838"/>
                  <a:pt x="13946" y="838"/>
                </a:cubicBezTo>
                <a:cubicBezTo>
                  <a:pt x="13972" y="731"/>
                  <a:pt x="14026" y="597"/>
                  <a:pt x="14053" y="490"/>
                </a:cubicBezTo>
                <a:close/>
                <a:moveTo>
                  <a:pt x="13651" y="1560"/>
                </a:moveTo>
                <a:lnTo>
                  <a:pt x="13651" y="1560"/>
                </a:lnTo>
                <a:cubicBezTo>
                  <a:pt x="13276" y="3862"/>
                  <a:pt x="12045" y="5923"/>
                  <a:pt x="11189" y="8038"/>
                </a:cubicBezTo>
                <a:cubicBezTo>
                  <a:pt x="10522" y="9665"/>
                  <a:pt x="10466" y="11531"/>
                  <a:pt x="10493" y="13318"/>
                </a:cubicBezTo>
                <a:lnTo>
                  <a:pt x="10493" y="13318"/>
                </a:lnTo>
                <a:cubicBezTo>
                  <a:pt x="10490" y="13217"/>
                  <a:pt x="10464" y="13118"/>
                  <a:pt x="10439" y="13043"/>
                </a:cubicBezTo>
                <a:cubicBezTo>
                  <a:pt x="10091" y="10634"/>
                  <a:pt x="9904" y="8412"/>
                  <a:pt x="11001" y="6191"/>
                </a:cubicBezTo>
                <a:cubicBezTo>
                  <a:pt x="11724" y="4772"/>
                  <a:pt x="12714" y="3541"/>
                  <a:pt x="13410" y="2123"/>
                </a:cubicBezTo>
                <a:cubicBezTo>
                  <a:pt x="13491" y="1935"/>
                  <a:pt x="13571" y="1748"/>
                  <a:pt x="13651" y="1560"/>
                </a:cubicBezTo>
                <a:close/>
                <a:moveTo>
                  <a:pt x="13972" y="945"/>
                </a:moveTo>
                <a:lnTo>
                  <a:pt x="13972" y="945"/>
                </a:lnTo>
                <a:cubicBezTo>
                  <a:pt x="13972" y="1079"/>
                  <a:pt x="13946" y="1212"/>
                  <a:pt x="13946" y="1346"/>
                </a:cubicBezTo>
                <a:cubicBezTo>
                  <a:pt x="13946" y="2524"/>
                  <a:pt x="13758" y="3702"/>
                  <a:pt x="13517" y="4853"/>
                </a:cubicBezTo>
                <a:cubicBezTo>
                  <a:pt x="12821" y="7877"/>
                  <a:pt x="11376" y="10580"/>
                  <a:pt x="10760" y="13605"/>
                </a:cubicBezTo>
                <a:cubicBezTo>
                  <a:pt x="10787" y="11357"/>
                  <a:pt x="10921" y="9189"/>
                  <a:pt x="11858" y="7074"/>
                </a:cubicBezTo>
                <a:cubicBezTo>
                  <a:pt x="12741" y="5094"/>
                  <a:pt x="13785" y="3140"/>
                  <a:pt x="13972" y="945"/>
                </a:cubicBezTo>
                <a:close/>
                <a:moveTo>
                  <a:pt x="5002" y="14350"/>
                </a:moveTo>
                <a:cubicBezTo>
                  <a:pt x="5585" y="14350"/>
                  <a:pt x="6085" y="14646"/>
                  <a:pt x="6746" y="15104"/>
                </a:cubicBezTo>
                <a:cubicBezTo>
                  <a:pt x="6879" y="15184"/>
                  <a:pt x="7013" y="15264"/>
                  <a:pt x="7147" y="15372"/>
                </a:cubicBezTo>
                <a:cubicBezTo>
                  <a:pt x="6694" y="15252"/>
                  <a:pt x="6232" y="15200"/>
                  <a:pt x="5767" y="15200"/>
                </a:cubicBezTo>
                <a:cubicBezTo>
                  <a:pt x="4364" y="15200"/>
                  <a:pt x="2927" y="15672"/>
                  <a:pt x="1580" y="16174"/>
                </a:cubicBezTo>
                <a:cubicBezTo>
                  <a:pt x="2329" y="15666"/>
                  <a:pt x="3025" y="15077"/>
                  <a:pt x="3855" y="14676"/>
                </a:cubicBezTo>
                <a:cubicBezTo>
                  <a:pt x="4297" y="14450"/>
                  <a:pt x="4663" y="14350"/>
                  <a:pt x="5002" y="14350"/>
                </a:cubicBezTo>
                <a:close/>
                <a:moveTo>
                  <a:pt x="5753" y="15432"/>
                </a:moveTo>
                <a:cubicBezTo>
                  <a:pt x="6514" y="15432"/>
                  <a:pt x="7262" y="15581"/>
                  <a:pt x="7977" y="15960"/>
                </a:cubicBezTo>
                <a:cubicBezTo>
                  <a:pt x="8619" y="16389"/>
                  <a:pt x="9208" y="16870"/>
                  <a:pt x="9743" y="17406"/>
                </a:cubicBezTo>
                <a:cubicBezTo>
                  <a:pt x="8352" y="16737"/>
                  <a:pt x="6906" y="16389"/>
                  <a:pt x="5381" y="16335"/>
                </a:cubicBezTo>
                <a:lnTo>
                  <a:pt x="4765" y="16335"/>
                </a:lnTo>
                <a:cubicBezTo>
                  <a:pt x="3828" y="16335"/>
                  <a:pt x="2918" y="16469"/>
                  <a:pt x="1981" y="16576"/>
                </a:cubicBezTo>
                <a:cubicBezTo>
                  <a:pt x="1633" y="16603"/>
                  <a:pt x="1312" y="16629"/>
                  <a:pt x="964" y="16656"/>
                </a:cubicBezTo>
                <a:cubicBezTo>
                  <a:pt x="2489" y="16094"/>
                  <a:pt x="4149" y="15432"/>
                  <a:pt x="5753" y="15432"/>
                </a:cubicBezTo>
                <a:close/>
                <a:moveTo>
                  <a:pt x="18748" y="11060"/>
                </a:moveTo>
                <a:cubicBezTo>
                  <a:pt x="18737" y="11089"/>
                  <a:pt x="18737" y="11129"/>
                  <a:pt x="18737" y="11169"/>
                </a:cubicBezTo>
                <a:cubicBezTo>
                  <a:pt x="18603" y="11892"/>
                  <a:pt x="18442" y="12588"/>
                  <a:pt x="18282" y="13284"/>
                </a:cubicBezTo>
                <a:cubicBezTo>
                  <a:pt x="17907" y="14729"/>
                  <a:pt x="17291" y="16255"/>
                  <a:pt x="16087" y="17165"/>
                </a:cubicBezTo>
                <a:cubicBezTo>
                  <a:pt x="14963" y="17995"/>
                  <a:pt x="13223" y="18289"/>
                  <a:pt x="12045" y="19119"/>
                </a:cubicBezTo>
                <a:cubicBezTo>
                  <a:pt x="12473" y="18342"/>
                  <a:pt x="12955" y="17700"/>
                  <a:pt x="13785" y="17218"/>
                </a:cubicBezTo>
                <a:cubicBezTo>
                  <a:pt x="14508" y="16790"/>
                  <a:pt x="15257" y="16469"/>
                  <a:pt x="15873" y="15907"/>
                </a:cubicBezTo>
                <a:cubicBezTo>
                  <a:pt x="16542" y="15291"/>
                  <a:pt x="17077" y="14408"/>
                  <a:pt x="17532" y="13659"/>
                </a:cubicBezTo>
                <a:cubicBezTo>
                  <a:pt x="18036" y="12864"/>
                  <a:pt x="18250" y="11859"/>
                  <a:pt x="18748" y="11060"/>
                </a:cubicBezTo>
                <a:close/>
                <a:moveTo>
                  <a:pt x="18549" y="10928"/>
                </a:moveTo>
                <a:lnTo>
                  <a:pt x="18549" y="10928"/>
                </a:lnTo>
                <a:cubicBezTo>
                  <a:pt x="18201" y="11517"/>
                  <a:pt x="18014" y="12213"/>
                  <a:pt x="17693" y="12856"/>
                </a:cubicBezTo>
                <a:cubicBezTo>
                  <a:pt x="17184" y="13899"/>
                  <a:pt x="16488" y="14863"/>
                  <a:pt x="15712" y="15719"/>
                </a:cubicBezTo>
                <a:cubicBezTo>
                  <a:pt x="15016" y="16469"/>
                  <a:pt x="13919" y="16844"/>
                  <a:pt x="13062" y="17379"/>
                </a:cubicBezTo>
                <a:cubicBezTo>
                  <a:pt x="12313" y="17861"/>
                  <a:pt x="11911" y="18798"/>
                  <a:pt x="11510" y="19547"/>
                </a:cubicBezTo>
                <a:cubicBezTo>
                  <a:pt x="11485" y="19571"/>
                  <a:pt x="11461" y="19573"/>
                  <a:pt x="11457" y="19594"/>
                </a:cubicBezTo>
                <a:lnTo>
                  <a:pt x="11457" y="19594"/>
                </a:lnTo>
                <a:cubicBezTo>
                  <a:pt x="11836" y="15557"/>
                  <a:pt x="16249" y="13818"/>
                  <a:pt x="18549" y="10928"/>
                </a:cubicBezTo>
                <a:close/>
                <a:moveTo>
                  <a:pt x="6505" y="16683"/>
                </a:moveTo>
                <a:lnTo>
                  <a:pt x="6505" y="16683"/>
                </a:lnTo>
                <a:cubicBezTo>
                  <a:pt x="7763" y="16844"/>
                  <a:pt x="8994" y="17245"/>
                  <a:pt x="10145" y="17914"/>
                </a:cubicBezTo>
                <a:cubicBezTo>
                  <a:pt x="10573" y="18450"/>
                  <a:pt x="10921" y="19065"/>
                  <a:pt x="11135" y="19788"/>
                </a:cubicBezTo>
                <a:cubicBezTo>
                  <a:pt x="9315" y="19172"/>
                  <a:pt x="8191" y="17432"/>
                  <a:pt x="6505" y="16683"/>
                </a:cubicBezTo>
                <a:close/>
                <a:moveTo>
                  <a:pt x="6772" y="20270"/>
                </a:moveTo>
                <a:cubicBezTo>
                  <a:pt x="7736" y="21581"/>
                  <a:pt x="9342" y="22384"/>
                  <a:pt x="10466" y="23535"/>
                </a:cubicBezTo>
                <a:cubicBezTo>
                  <a:pt x="9074" y="22598"/>
                  <a:pt x="7120" y="22331"/>
                  <a:pt x="6826" y="20350"/>
                </a:cubicBezTo>
                <a:cubicBezTo>
                  <a:pt x="6799" y="20323"/>
                  <a:pt x="6772" y="20296"/>
                  <a:pt x="6746" y="20270"/>
                </a:cubicBezTo>
                <a:close/>
                <a:moveTo>
                  <a:pt x="16221" y="20698"/>
                </a:moveTo>
                <a:cubicBezTo>
                  <a:pt x="15685" y="21635"/>
                  <a:pt x="14267" y="22304"/>
                  <a:pt x="13464" y="22812"/>
                </a:cubicBezTo>
                <a:cubicBezTo>
                  <a:pt x="12955" y="23187"/>
                  <a:pt x="12233" y="23615"/>
                  <a:pt x="11831" y="24177"/>
                </a:cubicBezTo>
                <a:cubicBezTo>
                  <a:pt x="12286" y="22357"/>
                  <a:pt x="14722" y="21768"/>
                  <a:pt x="16221" y="20698"/>
                </a:cubicBezTo>
                <a:close/>
                <a:moveTo>
                  <a:pt x="6692" y="20939"/>
                </a:moveTo>
                <a:cubicBezTo>
                  <a:pt x="7388" y="22893"/>
                  <a:pt x="9957" y="22866"/>
                  <a:pt x="11135" y="24445"/>
                </a:cubicBezTo>
                <a:cubicBezTo>
                  <a:pt x="9395" y="23481"/>
                  <a:pt x="6772" y="23080"/>
                  <a:pt x="6692" y="20939"/>
                </a:cubicBezTo>
                <a:close/>
                <a:moveTo>
                  <a:pt x="16194" y="21126"/>
                </a:moveTo>
                <a:cubicBezTo>
                  <a:pt x="15766" y="22304"/>
                  <a:pt x="14749" y="22919"/>
                  <a:pt x="13571" y="23455"/>
                </a:cubicBezTo>
                <a:cubicBezTo>
                  <a:pt x="12982" y="23722"/>
                  <a:pt x="12393" y="24017"/>
                  <a:pt x="11938" y="24445"/>
                </a:cubicBezTo>
                <a:cubicBezTo>
                  <a:pt x="12447" y="23562"/>
                  <a:pt x="13785" y="22919"/>
                  <a:pt x="14534" y="22411"/>
                </a:cubicBezTo>
                <a:cubicBezTo>
                  <a:pt x="15070" y="22063"/>
                  <a:pt x="15739" y="21661"/>
                  <a:pt x="16194" y="21126"/>
                </a:cubicBezTo>
                <a:close/>
                <a:moveTo>
                  <a:pt x="14048" y="0"/>
                </a:moveTo>
                <a:cubicBezTo>
                  <a:pt x="14002" y="0"/>
                  <a:pt x="13958" y="28"/>
                  <a:pt x="13946" y="88"/>
                </a:cubicBezTo>
                <a:cubicBezTo>
                  <a:pt x="13196" y="2390"/>
                  <a:pt x="11751" y="4183"/>
                  <a:pt x="10680" y="6298"/>
                </a:cubicBezTo>
                <a:cubicBezTo>
                  <a:pt x="9610" y="8466"/>
                  <a:pt x="9877" y="10795"/>
                  <a:pt x="10225" y="13096"/>
                </a:cubicBezTo>
                <a:cubicBezTo>
                  <a:pt x="10305" y="13766"/>
                  <a:pt x="10413" y="14435"/>
                  <a:pt x="10520" y="15104"/>
                </a:cubicBezTo>
                <a:cubicBezTo>
                  <a:pt x="10520" y="15131"/>
                  <a:pt x="10520" y="15157"/>
                  <a:pt x="10520" y="15157"/>
                </a:cubicBezTo>
                <a:cubicBezTo>
                  <a:pt x="10520" y="15184"/>
                  <a:pt x="10520" y="15211"/>
                  <a:pt x="10546" y="15211"/>
                </a:cubicBezTo>
                <a:cubicBezTo>
                  <a:pt x="10734" y="16469"/>
                  <a:pt x="10921" y="17727"/>
                  <a:pt x="11082" y="18985"/>
                </a:cubicBezTo>
                <a:cubicBezTo>
                  <a:pt x="10520" y="17700"/>
                  <a:pt x="9502" y="16737"/>
                  <a:pt x="8352" y="15907"/>
                </a:cubicBezTo>
                <a:cubicBezTo>
                  <a:pt x="8352" y="15880"/>
                  <a:pt x="8352" y="15853"/>
                  <a:pt x="8325" y="15853"/>
                </a:cubicBezTo>
                <a:cubicBezTo>
                  <a:pt x="8298" y="15853"/>
                  <a:pt x="8271" y="15827"/>
                  <a:pt x="8271" y="15827"/>
                </a:cubicBezTo>
                <a:cubicBezTo>
                  <a:pt x="7602" y="15345"/>
                  <a:pt x="6906" y="14890"/>
                  <a:pt x="6237" y="14461"/>
                </a:cubicBezTo>
                <a:cubicBezTo>
                  <a:pt x="5829" y="14193"/>
                  <a:pt x="5417" y="14081"/>
                  <a:pt x="5004" y="14081"/>
                </a:cubicBezTo>
                <a:cubicBezTo>
                  <a:pt x="3280" y="14081"/>
                  <a:pt x="1550" y="16040"/>
                  <a:pt x="81" y="16710"/>
                </a:cubicBezTo>
                <a:cubicBezTo>
                  <a:pt x="27" y="16737"/>
                  <a:pt x="1" y="16790"/>
                  <a:pt x="27" y="16844"/>
                </a:cubicBezTo>
                <a:cubicBezTo>
                  <a:pt x="27" y="16870"/>
                  <a:pt x="54" y="16870"/>
                  <a:pt x="54" y="16870"/>
                </a:cubicBezTo>
                <a:cubicBezTo>
                  <a:pt x="54" y="16870"/>
                  <a:pt x="54" y="16897"/>
                  <a:pt x="81" y="16897"/>
                </a:cubicBezTo>
                <a:cubicBezTo>
                  <a:pt x="81" y="16924"/>
                  <a:pt x="108" y="16924"/>
                  <a:pt x="108" y="16924"/>
                </a:cubicBezTo>
                <a:lnTo>
                  <a:pt x="135" y="16924"/>
                </a:lnTo>
                <a:cubicBezTo>
                  <a:pt x="1580" y="16924"/>
                  <a:pt x="2972" y="16656"/>
                  <a:pt x="4390" y="16576"/>
                </a:cubicBezTo>
                <a:lnTo>
                  <a:pt x="5354" y="16576"/>
                </a:lnTo>
                <a:cubicBezTo>
                  <a:pt x="7736" y="16870"/>
                  <a:pt x="8967" y="19413"/>
                  <a:pt x="11242" y="20082"/>
                </a:cubicBezTo>
                <a:cubicBezTo>
                  <a:pt x="11376" y="21367"/>
                  <a:pt x="11483" y="22679"/>
                  <a:pt x="11483" y="23990"/>
                </a:cubicBezTo>
                <a:cubicBezTo>
                  <a:pt x="11483" y="24124"/>
                  <a:pt x="11483" y="24284"/>
                  <a:pt x="11483" y="24445"/>
                </a:cubicBezTo>
                <a:cubicBezTo>
                  <a:pt x="10413" y="22545"/>
                  <a:pt x="7977" y="21715"/>
                  <a:pt x="6799" y="19895"/>
                </a:cubicBezTo>
                <a:cubicBezTo>
                  <a:pt x="6778" y="19863"/>
                  <a:pt x="6740" y="19848"/>
                  <a:pt x="6701" y="19848"/>
                </a:cubicBezTo>
                <a:cubicBezTo>
                  <a:pt x="6640" y="19848"/>
                  <a:pt x="6574" y="19884"/>
                  <a:pt x="6558" y="19948"/>
                </a:cubicBezTo>
                <a:cubicBezTo>
                  <a:pt x="6237" y="21340"/>
                  <a:pt x="6719" y="22411"/>
                  <a:pt x="7897" y="23241"/>
                </a:cubicBezTo>
                <a:cubicBezTo>
                  <a:pt x="8967" y="23990"/>
                  <a:pt x="10386" y="24177"/>
                  <a:pt x="11456" y="24954"/>
                </a:cubicBezTo>
                <a:cubicBezTo>
                  <a:pt x="11349" y="27523"/>
                  <a:pt x="10734" y="30093"/>
                  <a:pt x="10145" y="32609"/>
                </a:cubicBezTo>
                <a:cubicBezTo>
                  <a:pt x="10112" y="32690"/>
                  <a:pt x="10188" y="32751"/>
                  <a:pt x="10265" y="32751"/>
                </a:cubicBezTo>
                <a:cubicBezTo>
                  <a:pt x="10315" y="32751"/>
                  <a:pt x="10365" y="32725"/>
                  <a:pt x="10386" y="32662"/>
                </a:cubicBezTo>
                <a:cubicBezTo>
                  <a:pt x="10760" y="31003"/>
                  <a:pt x="11108" y="29343"/>
                  <a:pt x="11430" y="27684"/>
                </a:cubicBezTo>
                <a:cubicBezTo>
                  <a:pt x="11563" y="26854"/>
                  <a:pt x="11670" y="26024"/>
                  <a:pt x="11697" y="25194"/>
                </a:cubicBezTo>
                <a:cubicBezTo>
                  <a:pt x="12179" y="24017"/>
                  <a:pt x="13839" y="23669"/>
                  <a:pt x="14829" y="23080"/>
                </a:cubicBezTo>
                <a:cubicBezTo>
                  <a:pt x="15899" y="22491"/>
                  <a:pt x="16488" y="21581"/>
                  <a:pt x="16595" y="20377"/>
                </a:cubicBezTo>
                <a:cubicBezTo>
                  <a:pt x="16595" y="20350"/>
                  <a:pt x="16595" y="20350"/>
                  <a:pt x="16595" y="20323"/>
                </a:cubicBezTo>
                <a:cubicBezTo>
                  <a:pt x="16622" y="20270"/>
                  <a:pt x="16569" y="20243"/>
                  <a:pt x="16515" y="20216"/>
                </a:cubicBezTo>
                <a:lnTo>
                  <a:pt x="16462" y="20216"/>
                </a:lnTo>
                <a:cubicBezTo>
                  <a:pt x="16435" y="20216"/>
                  <a:pt x="16435" y="20243"/>
                  <a:pt x="16408" y="20243"/>
                </a:cubicBezTo>
                <a:cubicBezTo>
                  <a:pt x="15043" y="21474"/>
                  <a:pt x="12473" y="21983"/>
                  <a:pt x="11724" y="23722"/>
                </a:cubicBezTo>
                <a:cubicBezTo>
                  <a:pt x="11724" y="22571"/>
                  <a:pt x="11644" y="21447"/>
                  <a:pt x="11510" y="20323"/>
                </a:cubicBezTo>
                <a:cubicBezTo>
                  <a:pt x="11510" y="20189"/>
                  <a:pt x="11483" y="20082"/>
                  <a:pt x="11483" y="19948"/>
                </a:cubicBezTo>
                <a:cubicBezTo>
                  <a:pt x="12072" y="19172"/>
                  <a:pt x="13250" y="18824"/>
                  <a:pt x="14106" y="18450"/>
                </a:cubicBezTo>
                <a:cubicBezTo>
                  <a:pt x="15070" y="18021"/>
                  <a:pt x="16060" y="17593"/>
                  <a:pt x="16809" y="16844"/>
                </a:cubicBezTo>
                <a:cubicBezTo>
                  <a:pt x="18522" y="15157"/>
                  <a:pt x="18790" y="12160"/>
                  <a:pt x="19192" y="9938"/>
                </a:cubicBezTo>
                <a:cubicBezTo>
                  <a:pt x="19210" y="9848"/>
                  <a:pt x="19130" y="9770"/>
                  <a:pt x="19060" y="9770"/>
                </a:cubicBezTo>
                <a:cubicBezTo>
                  <a:pt x="19026" y="9770"/>
                  <a:pt x="18995" y="9788"/>
                  <a:pt x="18978" y="9831"/>
                </a:cubicBezTo>
                <a:cubicBezTo>
                  <a:pt x="18014" y="11758"/>
                  <a:pt x="15846" y="13070"/>
                  <a:pt x="14294" y="14488"/>
                </a:cubicBezTo>
                <a:cubicBezTo>
                  <a:pt x="12982" y="15693"/>
                  <a:pt x="11751" y="17138"/>
                  <a:pt x="11349" y="18851"/>
                </a:cubicBezTo>
                <a:cubicBezTo>
                  <a:pt x="11162" y="17593"/>
                  <a:pt x="10975" y="16335"/>
                  <a:pt x="10760" y="15104"/>
                </a:cubicBezTo>
                <a:cubicBezTo>
                  <a:pt x="11028" y="12534"/>
                  <a:pt x="11911" y="10233"/>
                  <a:pt x="12821" y="7877"/>
                </a:cubicBezTo>
                <a:cubicBezTo>
                  <a:pt x="13758" y="5334"/>
                  <a:pt x="14267" y="2818"/>
                  <a:pt x="14160" y="115"/>
                </a:cubicBezTo>
                <a:cubicBezTo>
                  <a:pt x="14160" y="42"/>
                  <a:pt x="14103" y="0"/>
                  <a:pt x="140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 name="Google Shape;1981;p210"/>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982" name="Google Shape;1982;p210"/>
          <p:cNvSpPr txBox="1"/>
          <p:nvPr>
            <p:ph idx="1" type="subTitle"/>
          </p:nvPr>
        </p:nvSpPr>
        <p:spPr>
          <a:xfrm>
            <a:off x="1613400" y="1323950"/>
            <a:ext cx="3573300" cy="454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983" name="Google Shape;1983;p210"/>
          <p:cNvSpPr txBox="1"/>
          <p:nvPr>
            <p:ph idx="2" type="subTitle"/>
          </p:nvPr>
        </p:nvSpPr>
        <p:spPr>
          <a:xfrm>
            <a:off x="1613400" y="2377655"/>
            <a:ext cx="3573300" cy="454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984" name="Google Shape;1984;p210"/>
          <p:cNvSpPr txBox="1"/>
          <p:nvPr>
            <p:ph idx="3" type="subTitle"/>
          </p:nvPr>
        </p:nvSpPr>
        <p:spPr>
          <a:xfrm>
            <a:off x="1613400" y="1791690"/>
            <a:ext cx="3573300" cy="572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85" name="Google Shape;1985;p210"/>
          <p:cNvSpPr txBox="1"/>
          <p:nvPr>
            <p:ph idx="4" type="subTitle"/>
          </p:nvPr>
        </p:nvSpPr>
        <p:spPr>
          <a:xfrm>
            <a:off x="1613400" y="2845395"/>
            <a:ext cx="3573300" cy="572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86" name="Google Shape;1986;p210"/>
          <p:cNvSpPr txBox="1"/>
          <p:nvPr>
            <p:ph idx="5" type="subTitle"/>
          </p:nvPr>
        </p:nvSpPr>
        <p:spPr>
          <a:xfrm>
            <a:off x="1613400" y="3431360"/>
            <a:ext cx="3573300" cy="454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None/>
              <a:defRPr b="1" sz="2200">
                <a:solidFill>
                  <a:schemeClr val="accent2"/>
                </a:solidFill>
                <a:latin typeface="Hammersmith One"/>
                <a:ea typeface="Hammersmith One"/>
                <a:cs typeface="Hammersmith One"/>
                <a:sym typeface="Hammersmith 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987" name="Google Shape;1987;p210"/>
          <p:cNvSpPr txBox="1"/>
          <p:nvPr>
            <p:ph idx="6" type="subTitle"/>
          </p:nvPr>
        </p:nvSpPr>
        <p:spPr>
          <a:xfrm>
            <a:off x="1613400" y="3899100"/>
            <a:ext cx="3573300" cy="572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991" name="Shape 1991"/>
        <p:cNvGrpSpPr/>
        <p:nvPr/>
      </p:nvGrpSpPr>
      <p:grpSpPr>
        <a:xfrm>
          <a:off x="0" y="0"/>
          <a:ext cx="0" cy="0"/>
          <a:chOff x="0" y="0"/>
          <a:chExt cx="0" cy="0"/>
        </a:xfrm>
      </p:grpSpPr>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995" name="Shape 199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73" Type="http://schemas.openxmlformats.org/officeDocument/2006/relationships/slideLayout" Target="../slideLayouts/slideLayout73.xml"/><Relationship Id="rId72" Type="http://schemas.openxmlformats.org/officeDocument/2006/relationships/slideLayout" Target="../slideLayouts/slideLayout72.xml"/><Relationship Id="rId31" Type="http://schemas.openxmlformats.org/officeDocument/2006/relationships/slideLayout" Target="../slideLayouts/slideLayout31.xml"/><Relationship Id="rId75" Type="http://schemas.openxmlformats.org/officeDocument/2006/relationships/theme" Target="../theme/theme1.xml"/><Relationship Id="rId30" Type="http://schemas.openxmlformats.org/officeDocument/2006/relationships/slideLayout" Target="../slideLayouts/slideLayout30.xml"/><Relationship Id="rId74" Type="http://schemas.openxmlformats.org/officeDocument/2006/relationships/slideLayout" Target="../slideLayouts/slideLayout74.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71" Type="http://schemas.openxmlformats.org/officeDocument/2006/relationships/slideLayout" Target="../slideLayouts/slideLayout71.xml"/><Relationship Id="rId70" Type="http://schemas.openxmlformats.org/officeDocument/2006/relationships/slideLayout" Target="../slideLayouts/slideLayout70.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62" Type="http://schemas.openxmlformats.org/officeDocument/2006/relationships/slideLayout" Target="../slideLayouts/slideLayout62.xml"/><Relationship Id="rId61" Type="http://schemas.openxmlformats.org/officeDocument/2006/relationships/slideLayout" Target="../slideLayouts/slideLayout61.xml"/><Relationship Id="rId20" Type="http://schemas.openxmlformats.org/officeDocument/2006/relationships/slideLayout" Target="../slideLayouts/slideLayout20.xml"/><Relationship Id="rId64" Type="http://schemas.openxmlformats.org/officeDocument/2006/relationships/slideLayout" Target="../slideLayouts/slideLayout64.xml"/><Relationship Id="rId63" Type="http://schemas.openxmlformats.org/officeDocument/2006/relationships/slideLayout" Target="../slideLayouts/slideLayout63.xml"/><Relationship Id="rId22" Type="http://schemas.openxmlformats.org/officeDocument/2006/relationships/slideLayout" Target="../slideLayouts/slideLayout22.xml"/><Relationship Id="rId66" Type="http://schemas.openxmlformats.org/officeDocument/2006/relationships/slideLayout" Target="../slideLayouts/slideLayout66.xml"/><Relationship Id="rId21" Type="http://schemas.openxmlformats.org/officeDocument/2006/relationships/slideLayout" Target="../slideLayouts/slideLayout21.xml"/><Relationship Id="rId65" Type="http://schemas.openxmlformats.org/officeDocument/2006/relationships/slideLayout" Target="../slideLayouts/slideLayout65.xml"/><Relationship Id="rId24" Type="http://schemas.openxmlformats.org/officeDocument/2006/relationships/slideLayout" Target="../slideLayouts/slideLayout24.xml"/><Relationship Id="rId68" Type="http://schemas.openxmlformats.org/officeDocument/2006/relationships/slideLayout" Target="../slideLayouts/slideLayout68.xml"/><Relationship Id="rId23" Type="http://schemas.openxmlformats.org/officeDocument/2006/relationships/slideLayout" Target="../slideLayouts/slideLayout23.xml"/><Relationship Id="rId67" Type="http://schemas.openxmlformats.org/officeDocument/2006/relationships/slideLayout" Target="../slideLayouts/slideLayout67.xml"/><Relationship Id="rId60" Type="http://schemas.openxmlformats.org/officeDocument/2006/relationships/slideLayout" Target="../slideLayouts/slideLayout60.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69" Type="http://schemas.openxmlformats.org/officeDocument/2006/relationships/slideLayout" Target="../slideLayouts/slideLayout69.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1" Type="http://schemas.openxmlformats.org/officeDocument/2006/relationships/slideLayout" Target="../slideLayouts/slideLayout51.xml"/><Relationship Id="rId50" Type="http://schemas.openxmlformats.org/officeDocument/2006/relationships/slideLayout" Target="../slideLayouts/slideLayout50.xml"/><Relationship Id="rId53" Type="http://schemas.openxmlformats.org/officeDocument/2006/relationships/slideLayout" Target="../slideLayouts/slideLayout53.xml"/><Relationship Id="rId52" Type="http://schemas.openxmlformats.org/officeDocument/2006/relationships/slideLayout" Target="../slideLayouts/slideLayout52.xml"/><Relationship Id="rId11" Type="http://schemas.openxmlformats.org/officeDocument/2006/relationships/slideLayout" Target="../slideLayouts/slideLayout11.xml"/><Relationship Id="rId55" Type="http://schemas.openxmlformats.org/officeDocument/2006/relationships/slideLayout" Target="../slideLayouts/slideLayout55.xml"/><Relationship Id="rId10" Type="http://schemas.openxmlformats.org/officeDocument/2006/relationships/slideLayout" Target="../slideLayouts/slideLayout10.xml"/><Relationship Id="rId54" Type="http://schemas.openxmlformats.org/officeDocument/2006/relationships/slideLayout" Target="../slideLayouts/slideLayout54.xml"/><Relationship Id="rId13" Type="http://schemas.openxmlformats.org/officeDocument/2006/relationships/slideLayout" Target="../slideLayouts/slideLayout13.xml"/><Relationship Id="rId57" Type="http://schemas.openxmlformats.org/officeDocument/2006/relationships/slideLayout" Target="../slideLayouts/slideLayout57.xml"/><Relationship Id="rId12" Type="http://schemas.openxmlformats.org/officeDocument/2006/relationships/slideLayout" Target="../slideLayouts/slideLayout12.xml"/><Relationship Id="rId56" Type="http://schemas.openxmlformats.org/officeDocument/2006/relationships/slideLayout" Target="../slideLayouts/slideLayout56.xml"/><Relationship Id="rId15" Type="http://schemas.openxmlformats.org/officeDocument/2006/relationships/slideLayout" Target="../slideLayouts/slideLayout15.xml"/><Relationship Id="rId59" Type="http://schemas.openxmlformats.org/officeDocument/2006/relationships/slideLayout" Target="../slideLayouts/slideLayout59.xml"/><Relationship Id="rId14" Type="http://schemas.openxmlformats.org/officeDocument/2006/relationships/slideLayout" Target="../slideLayouts/slideLayout14.xml"/><Relationship Id="rId58" Type="http://schemas.openxmlformats.org/officeDocument/2006/relationships/slideLayout" Target="../slideLayouts/slideLayout58.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75.xml"/><Relationship Id="rId2"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5" name="Shape 5"/>
        <p:cNvGrpSpPr/>
        <p:nvPr/>
      </p:nvGrpSpPr>
      <p:grpSpPr>
        <a:xfrm>
          <a:off x="0" y="0"/>
          <a:ext cx="0" cy="0"/>
          <a:chOff x="0" y="0"/>
          <a:chExt cx="0" cy="0"/>
        </a:xfrm>
      </p:grpSpPr>
      <p:sp>
        <p:nvSpPr>
          <p:cNvPr id="6" name="Google Shape;6;p130"/>
          <p:cNvSpPr txBox="1"/>
          <p:nvPr>
            <p:ph type="title"/>
          </p:nvPr>
        </p:nvSpPr>
        <p:spPr>
          <a:xfrm>
            <a:off x="544250" y="445025"/>
            <a:ext cx="8055600" cy="572700"/>
          </a:xfrm>
          <a:prstGeom prst="rect">
            <a:avLst/>
          </a:prstGeom>
          <a:noFill/>
          <a:ln>
            <a:noFill/>
          </a:ln>
        </p:spPr>
        <p:txBody>
          <a:bodyPr anchorCtr="0" anchor="t" bIns="91425" lIns="91425" spcFirstLastPara="1" rIns="91425" wrap="square" tIns="91425">
            <a:noAutofit/>
          </a:bodyPr>
          <a:lstStyle>
            <a:lvl1pPr lvl="0" marR="0" rtl="0" algn="l">
              <a:lnSpc>
                <a:spcPct val="100000"/>
              </a:lnSpc>
              <a:spcBef>
                <a:spcPts val="0"/>
              </a:spcBef>
              <a:spcAft>
                <a:spcPts val="0"/>
              </a:spcAft>
              <a:buClr>
                <a:schemeClr val="accent2"/>
              </a:buClr>
              <a:buSzPts val="3000"/>
              <a:buFont typeface="Hammersmith One"/>
              <a:buNone/>
              <a:defRPr b="1" i="0" sz="3000" u="none" cap="none" strike="noStrike">
                <a:solidFill>
                  <a:schemeClr val="accent2"/>
                </a:solidFill>
                <a:latin typeface="Hammersmith One"/>
                <a:ea typeface="Hammersmith One"/>
                <a:cs typeface="Hammersmith One"/>
                <a:sym typeface="Hammersmith One"/>
              </a:defRPr>
            </a:lvl1pPr>
            <a:lvl2pPr lvl="1" marR="0" rtl="0" algn="l">
              <a:lnSpc>
                <a:spcPct val="100000"/>
              </a:lnSpc>
              <a:spcBef>
                <a:spcPts val="0"/>
              </a:spcBef>
              <a:spcAft>
                <a:spcPts val="0"/>
              </a:spcAft>
              <a:buClr>
                <a:schemeClr val="accent2"/>
              </a:buClr>
              <a:buSzPts val="3000"/>
              <a:buFont typeface="Hammersmith One"/>
              <a:buNone/>
              <a:defRPr b="1" i="0" sz="3000" u="none" cap="none" strike="noStrike">
                <a:solidFill>
                  <a:schemeClr val="accent2"/>
                </a:solidFill>
                <a:latin typeface="Hammersmith One"/>
                <a:ea typeface="Hammersmith One"/>
                <a:cs typeface="Hammersmith One"/>
                <a:sym typeface="Hammersmith One"/>
              </a:defRPr>
            </a:lvl2pPr>
            <a:lvl3pPr lvl="2" marR="0" rtl="0" algn="l">
              <a:lnSpc>
                <a:spcPct val="100000"/>
              </a:lnSpc>
              <a:spcBef>
                <a:spcPts val="0"/>
              </a:spcBef>
              <a:spcAft>
                <a:spcPts val="0"/>
              </a:spcAft>
              <a:buClr>
                <a:schemeClr val="accent2"/>
              </a:buClr>
              <a:buSzPts val="3000"/>
              <a:buFont typeface="Hammersmith One"/>
              <a:buNone/>
              <a:defRPr b="1" i="0" sz="3000" u="none" cap="none" strike="noStrike">
                <a:solidFill>
                  <a:schemeClr val="accent2"/>
                </a:solidFill>
                <a:latin typeface="Hammersmith One"/>
                <a:ea typeface="Hammersmith One"/>
                <a:cs typeface="Hammersmith One"/>
                <a:sym typeface="Hammersmith One"/>
              </a:defRPr>
            </a:lvl3pPr>
            <a:lvl4pPr lvl="3" marR="0" rtl="0" algn="l">
              <a:lnSpc>
                <a:spcPct val="100000"/>
              </a:lnSpc>
              <a:spcBef>
                <a:spcPts val="0"/>
              </a:spcBef>
              <a:spcAft>
                <a:spcPts val="0"/>
              </a:spcAft>
              <a:buClr>
                <a:schemeClr val="accent2"/>
              </a:buClr>
              <a:buSzPts val="3000"/>
              <a:buFont typeface="Hammersmith One"/>
              <a:buNone/>
              <a:defRPr b="1" i="0" sz="3000" u="none" cap="none" strike="noStrike">
                <a:solidFill>
                  <a:schemeClr val="accent2"/>
                </a:solidFill>
                <a:latin typeface="Hammersmith One"/>
                <a:ea typeface="Hammersmith One"/>
                <a:cs typeface="Hammersmith One"/>
                <a:sym typeface="Hammersmith One"/>
              </a:defRPr>
            </a:lvl4pPr>
            <a:lvl5pPr lvl="4" marR="0" rtl="0" algn="l">
              <a:lnSpc>
                <a:spcPct val="100000"/>
              </a:lnSpc>
              <a:spcBef>
                <a:spcPts val="0"/>
              </a:spcBef>
              <a:spcAft>
                <a:spcPts val="0"/>
              </a:spcAft>
              <a:buClr>
                <a:schemeClr val="accent2"/>
              </a:buClr>
              <a:buSzPts val="3000"/>
              <a:buFont typeface="Hammersmith One"/>
              <a:buNone/>
              <a:defRPr b="1" i="0" sz="3000" u="none" cap="none" strike="noStrike">
                <a:solidFill>
                  <a:schemeClr val="accent2"/>
                </a:solidFill>
                <a:latin typeface="Hammersmith One"/>
                <a:ea typeface="Hammersmith One"/>
                <a:cs typeface="Hammersmith One"/>
                <a:sym typeface="Hammersmith One"/>
              </a:defRPr>
            </a:lvl5pPr>
            <a:lvl6pPr lvl="5" marR="0" rtl="0" algn="l">
              <a:lnSpc>
                <a:spcPct val="100000"/>
              </a:lnSpc>
              <a:spcBef>
                <a:spcPts val="0"/>
              </a:spcBef>
              <a:spcAft>
                <a:spcPts val="0"/>
              </a:spcAft>
              <a:buClr>
                <a:schemeClr val="accent2"/>
              </a:buClr>
              <a:buSzPts val="3000"/>
              <a:buFont typeface="Hammersmith One"/>
              <a:buNone/>
              <a:defRPr b="1" i="0" sz="3000" u="none" cap="none" strike="noStrike">
                <a:solidFill>
                  <a:schemeClr val="accent2"/>
                </a:solidFill>
                <a:latin typeface="Hammersmith One"/>
                <a:ea typeface="Hammersmith One"/>
                <a:cs typeface="Hammersmith One"/>
                <a:sym typeface="Hammersmith One"/>
              </a:defRPr>
            </a:lvl6pPr>
            <a:lvl7pPr lvl="6" marR="0" rtl="0" algn="l">
              <a:lnSpc>
                <a:spcPct val="100000"/>
              </a:lnSpc>
              <a:spcBef>
                <a:spcPts val="0"/>
              </a:spcBef>
              <a:spcAft>
                <a:spcPts val="0"/>
              </a:spcAft>
              <a:buClr>
                <a:schemeClr val="accent2"/>
              </a:buClr>
              <a:buSzPts val="3000"/>
              <a:buFont typeface="Hammersmith One"/>
              <a:buNone/>
              <a:defRPr b="1" i="0" sz="3000" u="none" cap="none" strike="noStrike">
                <a:solidFill>
                  <a:schemeClr val="accent2"/>
                </a:solidFill>
                <a:latin typeface="Hammersmith One"/>
                <a:ea typeface="Hammersmith One"/>
                <a:cs typeface="Hammersmith One"/>
                <a:sym typeface="Hammersmith One"/>
              </a:defRPr>
            </a:lvl7pPr>
            <a:lvl8pPr lvl="7" marR="0" rtl="0" algn="l">
              <a:lnSpc>
                <a:spcPct val="100000"/>
              </a:lnSpc>
              <a:spcBef>
                <a:spcPts val="0"/>
              </a:spcBef>
              <a:spcAft>
                <a:spcPts val="0"/>
              </a:spcAft>
              <a:buClr>
                <a:schemeClr val="accent2"/>
              </a:buClr>
              <a:buSzPts val="3000"/>
              <a:buFont typeface="Hammersmith One"/>
              <a:buNone/>
              <a:defRPr b="1" i="0" sz="3000" u="none" cap="none" strike="noStrike">
                <a:solidFill>
                  <a:schemeClr val="accent2"/>
                </a:solidFill>
                <a:latin typeface="Hammersmith One"/>
                <a:ea typeface="Hammersmith One"/>
                <a:cs typeface="Hammersmith One"/>
                <a:sym typeface="Hammersmith One"/>
              </a:defRPr>
            </a:lvl8pPr>
            <a:lvl9pPr lvl="8" marR="0" rtl="0" algn="l">
              <a:lnSpc>
                <a:spcPct val="100000"/>
              </a:lnSpc>
              <a:spcBef>
                <a:spcPts val="0"/>
              </a:spcBef>
              <a:spcAft>
                <a:spcPts val="0"/>
              </a:spcAft>
              <a:buClr>
                <a:schemeClr val="accent2"/>
              </a:buClr>
              <a:buSzPts val="3000"/>
              <a:buFont typeface="Hammersmith One"/>
              <a:buNone/>
              <a:defRPr b="1" i="0" sz="3000" u="none" cap="none" strike="noStrike">
                <a:solidFill>
                  <a:schemeClr val="accent2"/>
                </a:solidFill>
                <a:latin typeface="Hammersmith One"/>
                <a:ea typeface="Hammersmith One"/>
                <a:cs typeface="Hammersmith One"/>
                <a:sym typeface="Hammersmith One"/>
              </a:defRPr>
            </a:lvl9pPr>
          </a:lstStyle>
          <a:p/>
        </p:txBody>
      </p:sp>
      <p:sp>
        <p:nvSpPr>
          <p:cNvPr id="7" name="Google Shape;7;p130"/>
          <p:cNvSpPr txBox="1"/>
          <p:nvPr>
            <p:ph idx="1" type="body"/>
          </p:nvPr>
        </p:nvSpPr>
        <p:spPr>
          <a:xfrm>
            <a:off x="544250" y="1152475"/>
            <a:ext cx="8055600" cy="3416400"/>
          </a:xfrm>
          <a:prstGeom prst="rect">
            <a:avLst/>
          </a:prstGeom>
          <a:noFill/>
          <a:ln>
            <a:noFill/>
          </a:ln>
        </p:spPr>
        <p:txBody>
          <a:bodyPr anchorCtr="0" anchor="t" bIns="91425" lIns="91425" spcFirstLastPara="1" rIns="91425" wrap="square" tIns="91425">
            <a:noAutofit/>
          </a:bodyPr>
          <a:lstStyle>
            <a:lvl1pPr indent="-342900" lvl="0" marL="457200" marR="0" rtl="0" algn="l">
              <a:lnSpc>
                <a:spcPct val="100000"/>
              </a:lnSpc>
              <a:spcBef>
                <a:spcPts val="0"/>
              </a:spcBef>
              <a:spcAft>
                <a:spcPts val="0"/>
              </a:spcAft>
              <a:buClr>
                <a:schemeClr val="accent2"/>
              </a:buClr>
              <a:buSzPts val="1800"/>
              <a:buFont typeface="Manjari"/>
              <a:buChar char="●"/>
              <a:defRPr b="0" i="0" sz="1800" u="none" cap="none" strike="noStrike">
                <a:solidFill>
                  <a:schemeClr val="accent2"/>
                </a:solidFill>
                <a:latin typeface="Manjari"/>
                <a:ea typeface="Manjari"/>
                <a:cs typeface="Manjari"/>
                <a:sym typeface="Manjari"/>
              </a:defRPr>
            </a:lvl1pPr>
            <a:lvl2pPr indent="-317500" lvl="1" marL="914400" marR="0" rtl="0" algn="l">
              <a:lnSpc>
                <a:spcPct val="100000"/>
              </a:lnSpc>
              <a:spcBef>
                <a:spcPts val="0"/>
              </a:spcBef>
              <a:spcAft>
                <a:spcPts val="0"/>
              </a:spcAft>
              <a:buClr>
                <a:schemeClr val="accent2"/>
              </a:buClr>
              <a:buSzPts val="1400"/>
              <a:buFont typeface="Manjari"/>
              <a:buChar char="○"/>
              <a:defRPr b="0" i="0" sz="1400" u="none" cap="none" strike="noStrike">
                <a:solidFill>
                  <a:schemeClr val="accent2"/>
                </a:solidFill>
                <a:latin typeface="Manjari"/>
                <a:ea typeface="Manjari"/>
                <a:cs typeface="Manjari"/>
                <a:sym typeface="Manjari"/>
              </a:defRPr>
            </a:lvl2pPr>
            <a:lvl3pPr indent="-317500" lvl="2" marL="1371600" marR="0" rtl="0" algn="l">
              <a:lnSpc>
                <a:spcPct val="100000"/>
              </a:lnSpc>
              <a:spcBef>
                <a:spcPts val="0"/>
              </a:spcBef>
              <a:spcAft>
                <a:spcPts val="0"/>
              </a:spcAft>
              <a:buClr>
                <a:schemeClr val="accent2"/>
              </a:buClr>
              <a:buSzPts val="1400"/>
              <a:buFont typeface="Manjari"/>
              <a:buChar char="■"/>
              <a:defRPr b="0" i="0" sz="1400" u="none" cap="none" strike="noStrike">
                <a:solidFill>
                  <a:schemeClr val="accent2"/>
                </a:solidFill>
                <a:latin typeface="Manjari"/>
                <a:ea typeface="Manjari"/>
                <a:cs typeface="Manjari"/>
                <a:sym typeface="Manjari"/>
              </a:defRPr>
            </a:lvl3pPr>
            <a:lvl4pPr indent="-317500" lvl="3" marL="1828800" marR="0" rtl="0" algn="l">
              <a:lnSpc>
                <a:spcPct val="100000"/>
              </a:lnSpc>
              <a:spcBef>
                <a:spcPts val="0"/>
              </a:spcBef>
              <a:spcAft>
                <a:spcPts val="0"/>
              </a:spcAft>
              <a:buClr>
                <a:schemeClr val="accent2"/>
              </a:buClr>
              <a:buSzPts val="1400"/>
              <a:buFont typeface="Manjari"/>
              <a:buChar char="●"/>
              <a:defRPr b="0" i="0" sz="1400" u="none" cap="none" strike="noStrike">
                <a:solidFill>
                  <a:schemeClr val="accent2"/>
                </a:solidFill>
                <a:latin typeface="Manjari"/>
                <a:ea typeface="Manjari"/>
                <a:cs typeface="Manjari"/>
                <a:sym typeface="Manjari"/>
              </a:defRPr>
            </a:lvl4pPr>
            <a:lvl5pPr indent="-317500" lvl="4" marL="2286000" marR="0" rtl="0" algn="l">
              <a:lnSpc>
                <a:spcPct val="100000"/>
              </a:lnSpc>
              <a:spcBef>
                <a:spcPts val="0"/>
              </a:spcBef>
              <a:spcAft>
                <a:spcPts val="0"/>
              </a:spcAft>
              <a:buClr>
                <a:schemeClr val="accent2"/>
              </a:buClr>
              <a:buSzPts val="1400"/>
              <a:buFont typeface="Manjari"/>
              <a:buChar char="○"/>
              <a:defRPr b="0" i="0" sz="1400" u="none" cap="none" strike="noStrike">
                <a:solidFill>
                  <a:schemeClr val="accent2"/>
                </a:solidFill>
                <a:latin typeface="Manjari"/>
                <a:ea typeface="Manjari"/>
                <a:cs typeface="Manjari"/>
                <a:sym typeface="Manjari"/>
              </a:defRPr>
            </a:lvl5pPr>
            <a:lvl6pPr indent="-317500" lvl="5" marL="2743200" marR="0" rtl="0" algn="l">
              <a:lnSpc>
                <a:spcPct val="100000"/>
              </a:lnSpc>
              <a:spcBef>
                <a:spcPts val="0"/>
              </a:spcBef>
              <a:spcAft>
                <a:spcPts val="0"/>
              </a:spcAft>
              <a:buClr>
                <a:schemeClr val="accent2"/>
              </a:buClr>
              <a:buSzPts val="1400"/>
              <a:buFont typeface="Manjari"/>
              <a:buChar char="■"/>
              <a:defRPr b="0" i="0" sz="1400" u="none" cap="none" strike="noStrike">
                <a:solidFill>
                  <a:schemeClr val="accent2"/>
                </a:solidFill>
                <a:latin typeface="Manjari"/>
                <a:ea typeface="Manjari"/>
                <a:cs typeface="Manjari"/>
                <a:sym typeface="Manjari"/>
              </a:defRPr>
            </a:lvl6pPr>
            <a:lvl7pPr indent="-317500" lvl="6" marL="3200400" marR="0" rtl="0" algn="l">
              <a:lnSpc>
                <a:spcPct val="100000"/>
              </a:lnSpc>
              <a:spcBef>
                <a:spcPts val="0"/>
              </a:spcBef>
              <a:spcAft>
                <a:spcPts val="0"/>
              </a:spcAft>
              <a:buClr>
                <a:schemeClr val="accent2"/>
              </a:buClr>
              <a:buSzPts val="1400"/>
              <a:buFont typeface="Manjari"/>
              <a:buChar char="●"/>
              <a:defRPr b="0" i="0" sz="1400" u="none" cap="none" strike="noStrike">
                <a:solidFill>
                  <a:schemeClr val="accent2"/>
                </a:solidFill>
                <a:latin typeface="Manjari"/>
                <a:ea typeface="Manjari"/>
                <a:cs typeface="Manjari"/>
                <a:sym typeface="Manjari"/>
              </a:defRPr>
            </a:lvl7pPr>
            <a:lvl8pPr indent="-317500" lvl="7" marL="3657600" marR="0" rtl="0" algn="l">
              <a:lnSpc>
                <a:spcPct val="100000"/>
              </a:lnSpc>
              <a:spcBef>
                <a:spcPts val="0"/>
              </a:spcBef>
              <a:spcAft>
                <a:spcPts val="0"/>
              </a:spcAft>
              <a:buClr>
                <a:schemeClr val="accent2"/>
              </a:buClr>
              <a:buSzPts val="1400"/>
              <a:buFont typeface="Manjari"/>
              <a:buChar char="○"/>
              <a:defRPr b="0" i="0" sz="1400" u="none" cap="none" strike="noStrike">
                <a:solidFill>
                  <a:schemeClr val="accent2"/>
                </a:solidFill>
                <a:latin typeface="Manjari"/>
                <a:ea typeface="Manjari"/>
                <a:cs typeface="Manjari"/>
                <a:sym typeface="Manjari"/>
              </a:defRPr>
            </a:lvl8pPr>
            <a:lvl9pPr indent="-317500" lvl="8" marL="4114800" marR="0" rtl="0" algn="l">
              <a:lnSpc>
                <a:spcPct val="100000"/>
              </a:lnSpc>
              <a:spcBef>
                <a:spcPts val="0"/>
              </a:spcBef>
              <a:spcAft>
                <a:spcPts val="0"/>
              </a:spcAft>
              <a:buClr>
                <a:schemeClr val="accent2"/>
              </a:buClr>
              <a:buSzPts val="1400"/>
              <a:buFont typeface="Manjari"/>
              <a:buChar char="■"/>
              <a:defRPr b="0" i="0" sz="1400" u="none" cap="none" strike="noStrike">
                <a:solidFill>
                  <a:schemeClr val="accent2"/>
                </a:solidFill>
                <a:latin typeface="Manjari"/>
                <a:ea typeface="Manjari"/>
                <a:cs typeface="Manjari"/>
                <a:sym typeface="Manjari"/>
              </a:defRPr>
            </a:lvl9pPr>
          </a:lstStyle>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 id="2147483681" r:id="rId33"/>
    <p:sldLayoutId id="2147483682" r:id="rId34"/>
    <p:sldLayoutId id="2147483683" r:id="rId35"/>
    <p:sldLayoutId id="2147483684" r:id="rId36"/>
    <p:sldLayoutId id="2147483685" r:id="rId37"/>
    <p:sldLayoutId id="2147483686" r:id="rId38"/>
    <p:sldLayoutId id="2147483687" r:id="rId39"/>
    <p:sldLayoutId id="2147483688" r:id="rId40"/>
    <p:sldLayoutId id="2147483689" r:id="rId41"/>
    <p:sldLayoutId id="2147483690" r:id="rId42"/>
    <p:sldLayoutId id="2147483691" r:id="rId43"/>
    <p:sldLayoutId id="2147483692" r:id="rId44"/>
    <p:sldLayoutId id="2147483693" r:id="rId45"/>
    <p:sldLayoutId id="2147483694" r:id="rId46"/>
    <p:sldLayoutId id="2147483695" r:id="rId47"/>
    <p:sldLayoutId id="2147483696" r:id="rId48"/>
    <p:sldLayoutId id="2147483697" r:id="rId49"/>
    <p:sldLayoutId id="2147483698" r:id="rId50"/>
    <p:sldLayoutId id="2147483699" r:id="rId51"/>
    <p:sldLayoutId id="2147483700" r:id="rId52"/>
    <p:sldLayoutId id="2147483701" r:id="rId53"/>
    <p:sldLayoutId id="2147483702" r:id="rId54"/>
    <p:sldLayoutId id="2147483703" r:id="rId55"/>
    <p:sldLayoutId id="2147483704" r:id="rId56"/>
    <p:sldLayoutId id="2147483705" r:id="rId57"/>
    <p:sldLayoutId id="2147483706" r:id="rId58"/>
    <p:sldLayoutId id="2147483707" r:id="rId59"/>
    <p:sldLayoutId id="2147483708" r:id="rId60"/>
    <p:sldLayoutId id="2147483709" r:id="rId61"/>
    <p:sldLayoutId id="2147483710" r:id="rId62"/>
    <p:sldLayoutId id="2147483711" r:id="rId63"/>
    <p:sldLayoutId id="2147483712" r:id="rId64"/>
    <p:sldLayoutId id="2147483713" r:id="rId65"/>
    <p:sldLayoutId id="2147483714" r:id="rId66"/>
    <p:sldLayoutId id="2147483715" r:id="rId67"/>
    <p:sldLayoutId id="2147483716" r:id="rId68"/>
    <p:sldLayoutId id="2147483717" r:id="rId69"/>
    <p:sldLayoutId id="2147483718" r:id="rId70"/>
    <p:sldLayoutId id="2147483719" r:id="rId71"/>
    <p:sldLayoutId id="2147483720" r:id="rId72"/>
    <p:sldLayoutId id="2147483721" r:id="rId73"/>
    <p:sldLayoutId id="2147483722" r:id="rId74"/>
  </p:sldLayoutIdLst>
  <mc:AlternateContent>
    <mc:Choice Requires="p14">
      <p:transition spd="slow" p14:dur="1000">
        <p:fade thruBlk="1"/>
      </p:transition>
    </mc:Choice>
    <mc:Fallback>
      <p:transition spd="slow">
        <p:fade/>
      </p:transition>
    </mc:Fallback>
  </mc:AlternateConten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343">
          <p15:clr>
            <a:srgbClr val="E46962"/>
          </p15:clr>
        </p15:guide>
        <p15:guide id="2" pos="5417">
          <p15:clr>
            <a:srgbClr val="E46962"/>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988" name="Shape 1988"/>
        <p:cNvGrpSpPr/>
        <p:nvPr/>
      </p:nvGrpSpPr>
      <p:grpSpPr>
        <a:xfrm>
          <a:off x="0" y="0"/>
          <a:ext cx="0" cy="0"/>
          <a:chOff x="0" y="0"/>
          <a:chExt cx="0" cy="0"/>
        </a:xfrm>
      </p:grpSpPr>
      <p:sp>
        <p:nvSpPr>
          <p:cNvPr id="1989" name="Google Shape;1989;p20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1pPr>
            <a:lvl2pPr lvl="1"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2pPr>
            <a:lvl3pPr lvl="2"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3pPr>
            <a:lvl4pPr lvl="3"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4pPr>
            <a:lvl5pPr lvl="4"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5pPr>
            <a:lvl6pPr lvl="5"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6pPr>
            <a:lvl7pPr lvl="6"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7pPr>
            <a:lvl8pPr lvl="7"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8pPr>
            <a:lvl9pPr lvl="8"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9pPr>
          </a:lstStyle>
          <a:p/>
        </p:txBody>
      </p:sp>
      <p:sp>
        <p:nvSpPr>
          <p:cNvPr id="1990" name="Google Shape;1990;p20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1pPr>
            <a:lvl2pPr indent="-298450" lvl="1" marL="914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2pPr>
            <a:lvl3pPr indent="-298450" lvl="2" marL="1371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3pPr>
            <a:lvl4pPr indent="-298450" lvl="3" marL="1828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4pPr>
            <a:lvl5pPr indent="-298450" lvl="4" marL="22860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5pPr>
            <a:lvl6pPr indent="-298450" lvl="5" marL="2743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6pPr>
            <a:lvl7pPr indent="-298450" lvl="6" marL="3200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7pPr>
            <a:lvl8pPr indent="-298450" lvl="7" marL="3657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8pPr>
            <a:lvl9pPr indent="-298450" lvl="8" marL="4114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24"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992" name="Shape 1992"/>
        <p:cNvGrpSpPr/>
        <p:nvPr/>
      </p:nvGrpSpPr>
      <p:grpSpPr>
        <a:xfrm>
          <a:off x="0" y="0"/>
          <a:ext cx="0" cy="0"/>
          <a:chOff x="0" y="0"/>
          <a:chExt cx="0" cy="0"/>
        </a:xfrm>
      </p:grpSpPr>
      <p:sp>
        <p:nvSpPr>
          <p:cNvPr id="1993" name="Google Shape;1993;p20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1pPr>
            <a:lvl2pPr lvl="1"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2pPr>
            <a:lvl3pPr lvl="2"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3pPr>
            <a:lvl4pPr lvl="3"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4pPr>
            <a:lvl5pPr lvl="4"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5pPr>
            <a:lvl6pPr lvl="5"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6pPr>
            <a:lvl7pPr lvl="6"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7pPr>
            <a:lvl8pPr lvl="7"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8pPr>
            <a:lvl9pPr lvl="8"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9pPr>
          </a:lstStyle>
          <a:p/>
        </p:txBody>
      </p:sp>
      <p:sp>
        <p:nvSpPr>
          <p:cNvPr id="1994" name="Google Shape;1994;p20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1pPr>
            <a:lvl2pPr indent="-298450" lvl="1" marL="914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2pPr>
            <a:lvl3pPr indent="-298450" lvl="2" marL="1371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3pPr>
            <a:lvl4pPr indent="-298450" lvl="3" marL="1828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4pPr>
            <a:lvl5pPr indent="-298450" lvl="4" marL="22860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5pPr>
            <a:lvl6pPr indent="-298450" lvl="5" marL="2743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6pPr>
            <a:lvl7pPr indent="-298450" lvl="6" marL="3200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7pPr>
            <a:lvl8pPr indent="-298450" lvl="7" marL="3657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8pPr>
            <a:lvl9pPr indent="-298450" lvl="8" marL="4114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26" r:id="rId1"/>
  </p:sldLayoutIdLst>
  <mc:AlternateContent>
    <mc:Choice Requires="p14">
      <p:transition spd="slow" p14:dur="1000">
        <p:fade thruBlk="1"/>
      </p:transition>
    </mc:Choice>
    <mc:Fallback>
      <p:transition spd="slow">
        <p:fade/>
      </p:transition>
    </mc:Fallback>
  </mc:AlternateConten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10.xml"/><Relationship Id="rId5" Type="http://schemas.openxmlformats.org/officeDocument/2006/relationships/hyperlink" Target="http://bit.ly/33VAFh3" TargetMode="External"/><Relationship Id="rId6" Type="http://schemas.openxmlformats.org/officeDocument/2006/relationships/slide" Target="/ppt/slides/slide10.xm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8" Type="http://schemas.openxmlformats.org/officeDocument/2006/relationships/slide" Target="/ppt/slides/slide10.xml"/><Relationship Id="rId11" Type="http://schemas.openxmlformats.org/officeDocument/2006/relationships/slide" Target="/ppt/slides/slide11.xml"/><Relationship Id="rId10" Type="http://schemas.openxmlformats.org/officeDocument/2006/relationships/hyperlink" Target="https://storyset.com/?utm_source=slidesgo_template&amp;utm_medium=referral-link&amp;utm_campaign=slidesgo_contents_of_this_template&amp;utm_term=storyset&amp;utm_content=storyset" TargetMode="External"/><Relationship Id="rId13" Type="http://schemas.openxmlformats.org/officeDocument/2006/relationships/slide" Target="/ppt/slides/slide17.xml"/><Relationship Id="rId12" Type="http://schemas.openxmlformats.org/officeDocument/2006/relationships/slide" Target="/ppt/slides/slide1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5.xml"/><Relationship Id="rId2" Type="http://schemas.openxmlformats.org/officeDocument/2006/relationships/notesSlide" Target="../notesSlides/notesSlide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10.xml"/><Relationship Id="rId3" Type="http://schemas.openxmlformats.org/officeDocument/2006/relationships/hyperlink" Target="https://fonts.google.com/specimen/Hammersmith+One" TargetMode="External"/><Relationship Id="rId4" Type="http://schemas.openxmlformats.org/officeDocument/2006/relationships/hyperlink" Target="https://fonts.google.com/specimen/Manjari" TargetMode="Externa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11.xml"/><Relationship Id="rId3" Type="http://schemas.openxmlformats.org/officeDocument/2006/relationships/hyperlink" Target="https://bit.ly/2ZjL1pd" TargetMode="Externa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17.xml"/><Relationship Id="rId3" Type="http://schemas.openxmlformats.org/officeDocument/2006/relationships/hyperlink" Target="https://workspace.google.com/marketplace/app/icons_for_slides_docs/381578326502"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23.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1999" name="Shape 1999"/>
        <p:cNvGrpSpPr/>
        <p:nvPr/>
      </p:nvGrpSpPr>
      <p:grpSpPr>
        <a:xfrm>
          <a:off x="0" y="0"/>
          <a:ext cx="0" cy="0"/>
          <a:chOff x="0" y="0"/>
          <a:chExt cx="0" cy="0"/>
        </a:xfrm>
      </p:grpSpPr>
      <p:sp>
        <p:nvSpPr>
          <p:cNvPr id="2000" name="Google Shape;2000;p1"/>
          <p:cNvSpPr txBox="1"/>
          <p:nvPr>
            <p:ph type="ctrTitle"/>
          </p:nvPr>
        </p:nvSpPr>
        <p:spPr>
          <a:xfrm>
            <a:off x="1283094" y="1290750"/>
            <a:ext cx="6577800" cy="2052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5200"/>
              <a:buNone/>
            </a:pPr>
            <a:r>
              <a:rPr lang="en">
                <a:solidFill>
                  <a:schemeClr val="accent2"/>
                </a:solidFill>
              </a:rPr>
              <a:t>Elegant Education </a:t>
            </a:r>
            <a:endParaRPr>
              <a:solidFill>
                <a:schemeClr val="accent2"/>
              </a:solidFill>
            </a:endParaRPr>
          </a:p>
          <a:p>
            <a:pPr indent="0" lvl="0" marL="0" rtl="0" algn="ctr">
              <a:lnSpc>
                <a:spcPct val="100000"/>
              </a:lnSpc>
              <a:spcBef>
                <a:spcPts val="0"/>
              </a:spcBef>
              <a:spcAft>
                <a:spcPts val="0"/>
              </a:spcAft>
              <a:buSzPts val="5200"/>
              <a:buNone/>
            </a:pPr>
            <a:r>
              <a:rPr lang="en">
                <a:solidFill>
                  <a:schemeClr val="accent2"/>
                </a:solidFill>
              </a:rPr>
              <a:t>Pack for Students </a:t>
            </a:r>
            <a:endParaRPr>
              <a:solidFill>
                <a:schemeClr val="accent2"/>
              </a:solidFill>
            </a:endParaRPr>
          </a:p>
        </p:txBody>
      </p:sp>
      <p:sp>
        <p:nvSpPr>
          <p:cNvPr id="2001" name="Google Shape;2001;p1"/>
          <p:cNvSpPr txBox="1"/>
          <p:nvPr>
            <p:ph idx="1" type="subTitle"/>
          </p:nvPr>
        </p:nvSpPr>
        <p:spPr>
          <a:xfrm>
            <a:off x="1283100" y="3394625"/>
            <a:ext cx="6577800" cy="458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5" name="Shape 2005"/>
        <p:cNvGrpSpPr/>
        <p:nvPr/>
      </p:nvGrpSpPr>
      <p:grpSpPr>
        <a:xfrm>
          <a:off x="0" y="0"/>
          <a:ext cx="0" cy="0"/>
          <a:chOff x="0" y="0"/>
          <a:chExt cx="0" cy="0"/>
        </a:xfrm>
      </p:grpSpPr>
      <p:sp>
        <p:nvSpPr>
          <p:cNvPr id="2006" name="Google Shape;2006;p2"/>
          <p:cNvSpPr txBox="1"/>
          <p:nvPr>
            <p:ph idx="1" type="body"/>
          </p:nvPr>
        </p:nvSpPr>
        <p:spPr>
          <a:xfrm>
            <a:off x="713250" y="1152475"/>
            <a:ext cx="7717500" cy="341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Here’s what you’ll find in this </a:t>
            </a:r>
            <a:r>
              <a:rPr b="1" lang="en">
                <a:solidFill>
                  <a:schemeClr val="hlink"/>
                </a:solidFill>
                <a:uFill>
                  <a:noFill/>
                </a:uFill>
                <a:hlinkClick r:id="rId3"/>
              </a:rPr>
              <a:t>Slidesgo</a:t>
            </a:r>
            <a:r>
              <a:rPr b="1" lang="en"/>
              <a:t> </a:t>
            </a:r>
            <a:r>
              <a:rPr lang="en"/>
              <a:t>template: </a:t>
            </a:r>
            <a:endParaRPr/>
          </a:p>
          <a:p>
            <a:pPr indent="-304800" lvl="0" marL="457200" rtl="0" algn="l">
              <a:lnSpc>
                <a:spcPct val="100000"/>
              </a:lnSpc>
              <a:spcBef>
                <a:spcPts val="1600"/>
              </a:spcBef>
              <a:spcAft>
                <a:spcPts val="0"/>
              </a:spcAft>
              <a:buSzPts val="1200"/>
              <a:buAutoNum type="arabicPeriod"/>
            </a:pPr>
            <a:r>
              <a:rPr lang="en"/>
              <a:t>A slide structure based on a multi-purpose presentation for education, which you can easily adapt to your needs. For more info on how to edit the template, please visit </a:t>
            </a:r>
            <a:r>
              <a:rPr b="1" lang="en">
                <a:solidFill>
                  <a:schemeClr val="hlink"/>
                </a:solidFill>
                <a:uFill>
                  <a:noFill/>
                </a:uFill>
                <a:hlinkClick r:id="rId4"/>
              </a:rPr>
              <a:t>Slidesgo School</a:t>
            </a:r>
            <a:r>
              <a:rPr lang="en"/>
              <a:t> or read our </a:t>
            </a:r>
            <a:r>
              <a:rPr b="1" lang="en">
                <a:solidFill>
                  <a:schemeClr val="hlink"/>
                </a:solidFill>
                <a:uFill>
                  <a:noFill/>
                </a:uFill>
                <a:hlinkClick r:id="rId5"/>
              </a:rPr>
              <a:t>FAQs</a:t>
            </a:r>
            <a:r>
              <a:rPr lang="en"/>
              <a:t>.</a:t>
            </a:r>
            <a:endParaRPr/>
          </a:p>
          <a:p>
            <a:pPr indent="-304800" lvl="0" marL="457200" rtl="0" algn="l">
              <a:lnSpc>
                <a:spcPct val="100000"/>
              </a:lnSpc>
              <a:spcBef>
                <a:spcPts val="0"/>
              </a:spcBef>
              <a:spcAft>
                <a:spcPts val="0"/>
              </a:spcAft>
              <a:buSzPts val="1200"/>
              <a:buAutoNum type="arabicPeriod"/>
            </a:pPr>
            <a:r>
              <a:rPr lang="en"/>
              <a:t>To view this template in PowerPoint with the correct fonts, download and install on your computer</a:t>
            </a:r>
            <a:r>
              <a:rPr b="1" lang="en"/>
              <a:t> </a:t>
            </a:r>
            <a:r>
              <a:rPr b="1" lang="en">
                <a:solidFill>
                  <a:schemeClr val="hlink"/>
                </a:solidFill>
                <a:uFill>
                  <a:noFill/>
                </a:uFill>
                <a:hlinkClick action="ppaction://hlinksldjump" r:id="rId6"/>
              </a:rPr>
              <a:t>the fonts that we have used</a:t>
            </a:r>
            <a:r>
              <a:rPr lang="en"/>
              <a:t>. You can learn how to download and install fonts </a:t>
            </a:r>
            <a:r>
              <a:rPr b="1" lang="en">
                <a:solidFill>
                  <a:schemeClr val="hlink"/>
                </a:solidFill>
                <a:uFill>
                  <a:noFill/>
                </a:uFill>
                <a:hlinkClick r:id="rId7"/>
              </a:rPr>
              <a:t>here</a:t>
            </a:r>
            <a:r>
              <a:rPr lang="en"/>
              <a:t>.</a:t>
            </a:r>
            <a:endParaRPr/>
          </a:p>
          <a:p>
            <a:pPr indent="-304800" lvl="0" marL="457200" rtl="0" algn="l">
              <a:lnSpc>
                <a:spcPct val="100000"/>
              </a:lnSpc>
              <a:spcBef>
                <a:spcPts val="0"/>
              </a:spcBef>
              <a:spcAft>
                <a:spcPts val="0"/>
              </a:spcAft>
              <a:buSzPts val="1200"/>
              <a:buAutoNum type="arabicPeriod"/>
            </a:pPr>
            <a:r>
              <a:rPr lang="en"/>
              <a:t>An assortment of graphic resources that are suitable for use in the presentation can be found in the </a:t>
            </a:r>
            <a:r>
              <a:rPr b="1" lang="en"/>
              <a:t>a</a:t>
            </a:r>
            <a:r>
              <a:rPr b="1" lang="en">
                <a:solidFill>
                  <a:schemeClr val="hlink"/>
                </a:solidFill>
                <a:uFill>
                  <a:noFill/>
                </a:uFill>
                <a:hlinkClick/>
              </a:rPr>
              <a:t>lternative resources</a:t>
            </a:r>
            <a:r>
              <a:rPr lang="en"/>
              <a:t> slides.</a:t>
            </a:r>
            <a:endParaRPr/>
          </a:p>
          <a:p>
            <a:pPr indent="-304800" lvl="0" marL="457200" rtl="0" algn="l">
              <a:lnSpc>
                <a:spcPct val="100000"/>
              </a:lnSpc>
              <a:spcBef>
                <a:spcPts val="0"/>
              </a:spcBef>
              <a:spcAft>
                <a:spcPts val="0"/>
              </a:spcAft>
              <a:buSzPts val="1200"/>
              <a:buAutoNum type="arabicPeriod"/>
            </a:pPr>
            <a:r>
              <a:rPr lang="en"/>
              <a:t>A </a:t>
            </a:r>
            <a:r>
              <a:rPr b="1" lang="en">
                <a:solidFill>
                  <a:schemeClr val="hlink"/>
                </a:solidFill>
                <a:uFill>
                  <a:noFill/>
                </a:uFill>
                <a:hlinkClick/>
              </a:rPr>
              <a:t>thanks</a:t>
            </a:r>
            <a:r>
              <a:rPr lang="en">
                <a:solidFill>
                  <a:schemeClr val="hlink"/>
                </a:solidFill>
                <a:uFill>
                  <a:noFill/>
                </a:uFill>
                <a:hlinkClick/>
              </a:rPr>
              <a:t> </a:t>
            </a:r>
            <a:r>
              <a:rPr lang="en"/>
              <a:t>slide, which you must keep so that proper credits for our design are given.</a:t>
            </a:r>
            <a:endParaRPr/>
          </a:p>
          <a:p>
            <a:pPr indent="-304800" lvl="0" marL="457200" rtl="0" algn="l">
              <a:lnSpc>
                <a:spcPct val="100000"/>
              </a:lnSpc>
              <a:spcBef>
                <a:spcPts val="0"/>
              </a:spcBef>
              <a:spcAft>
                <a:spcPts val="0"/>
              </a:spcAft>
              <a:buSzPts val="1200"/>
              <a:buAutoNum type="arabicPeriod"/>
            </a:pPr>
            <a:r>
              <a:rPr lang="en"/>
              <a:t>Five </a:t>
            </a:r>
            <a:r>
              <a:rPr b="1" lang="en">
                <a:solidFill>
                  <a:schemeClr val="hlink"/>
                </a:solidFill>
                <a:uFill>
                  <a:noFill/>
                </a:uFill>
                <a:hlinkClick/>
              </a:rPr>
              <a:t>resources</a:t>
            </a:r>
            <a:r>
              <a:rPr lang="en">
                <a:solidFill>
                  <a:schemeClr val="hlink"/>
                </a:solidFill>
                <a:uFill>
                  <a:noFill/>
                </a:uFill>
                <a:hlinkClick/>
              </a:rPr>
              <a:t> </a:t>
            </a:r>
            <a:r>
              <a:rPr lang="en"/>
              <a:t>slides, where you’ll find links to all the elements used in the template.</a:t>
            </a:r>
            <a:endParaRPr/>
          </a:p>
          <a:p>
            <a:pPr indent="-304800" lvl="0" marL="457200" rtl="0" algn="l">
              <a:lnSpc>
                <a:spcPct val="100000"/>
              </a:lnSpc>
              <a:spcBef>
                <a:spcPts val="0"/>
              </a:spcBef>
              <a:spcAft>
                <a:spcPts val="0"/>
              </a:spcAft>
              <a:buSzPts val="1200"/>
              <a:buAutoNum type="arabicPeriod"/>
            </a:pPr>
            <a:r>
              <a:rPr b="1" lang="en"/>
              <a:t>Instructions for use</a:t>
            </a:r>
            <a:r>
              <a:rPr lang="en"/>
              <a:t>.</a:t>
            </a:r>
            <a:endParaRPr/>
          </a:p>
          <a:p>
            <a:pPr indent="-304800" lvl="0" marL="457200" rtl="0" algn="l">
              <a:lnSpc>
                <a:spcPct val="100000"/>
              </a:lnSpc>
              <a:spcBef>
                <a:spcPts val="0"/>
              </a:spcBef>
              <a:spcAft>
                <a:spcPts val="0"/>
              </a:spcAft>
              <a:buSzPts val="1200"/>
              <a:buAutoNum type="arabicPeriod"/>
            </a:pPr>
            <a:r>
              <a:rPr lang="en"/>
              <a:t>Final slides with: </a:t>
            </a:r>
            <a:endParaRPr/>
          </a:p>
          <a:p>
            <a:pPr indent="-304800" lvl="0" marL="914400" rtl="0" algn="l">
              <a:lnSpc>
                <a:spcPct val="100000"/>
              </a:lnSpc>
              <a:spcBef>
                <a:spcPts val="0"/>
              </a:spcBef>
              <a:spcAft>
                <a:spcPts val="0"/>
              </a:spcAft>
              <a:buSzPts val="1200"/>
              <a:buChar char="●"/>
            </a:pPr>
            <a:r>
              <a:rPr lang="en"/>
              <a:t>The</a:t>
            </a:r>
            <a:r>
              <a:rPr lang="en">
                <a:solidFill>
                  <a:schemeClr val="hlink"/>
                </a:solidFill>
                <a:uFill>
                  <a:noFill/>
                </a:uFill>
                <a:hlinkClick action="ppaction://hlinksldjump" r:id="rId8"/>
              </a:rPr>
              <a:t> </a:t>
            </a:r>
            <a:r>
              <a:rPr b="1" lang="en">
                <a:solidFill>
                  <a:schemeClr val="hlink"/>
                </a:solidFill>
                <a:uFill>
                  <a:noFill/>
                </a:uFill>
                <a:hlinkClick action="ppaction://hlinksldjump" r:id="rId9"/>
              </a:rPr>
              <a:t>fonts and colors</a:t>
            </a:r>
            <a:r>
              <a:rPr lang="en"/>
              <a:t> used in the template.</a:t>
            </a:r>
            <a:endParaRPr/>
          </a:p>
          <a:p>
            <a:pPr indent="-304800" lvl="0" marL="914400" rtl="0" algn="l">
              <a:lnSpc>
                <a:spcPct val="100000"/>
              </a:lnSpc>
              <a:spcBef>
                <a:spcPts val="0"/>
              </a:spcBef>
              <a:spcAft>
                <a:spcPts val="0"/>
              </a:spcAft>
              <a:buSzPts val="1200"/>
              <a:buChar char="●"/>
            </a:pPr>
            <a:r>
              <a:rPr lang="en"/>
              <a:t>A selection of </a:t>
            </a:r>
            <a:r>
              <a:rPr b="1" lang="en">
                <a:solidFill>
                  <a:schemeClr val="hlink"/>
                </a:solidFill>
                <a:uFill>
                  <a:noFill/>
                </a:uFill>
                <a:hlinkClick/>
              </a:rPr>
              <a:t>illustrations</a:t>
            </a:r>
            <a:r>
              <a:rPr lang="en"/>
              <a:t>. You can also customize and animate them as you wish with the online editor. Visit</a:t>
            </a:r>
            <a:r>
              <a:rPr b="1" lang="en"/>
              <a:t> </a:t>
            </a:r>
            <a:r>
              <a:rPr b="1" lang="en">
                <a:solidFill>
                  <a:schemeClr val="hlink"/>
                </a:solidFill>
                <a:uFill>
                  <a:noFill/>
                </a:uFill>
                <a:hlinkClick r:id="rId10"/>
              </a:rPr>
              <a:t>Storyset</a:t>
            </a:r>
            <a:r>
              <a:rPr lang="en"/>
              <a:t> to find more. </a:t>
            </a:r>
            <a:endParaRPr/>
          </a:p>
          <a:p>
            <a:pPr indent="-304800" lvl="0" marL="914400" rtl="0" algn="l">
              <a:lnSpc>
                <a:spcPct val="100000"/>
              </a:lnSpc>
              <a:spcBef>
                <a:spcPts val="0"/>
              </a:spcBef>
              <a:spcAft>
                <a:spcPts val="0"/>
              </a:spcAft>
              <a:buSzPts val="1200"/>
              <a:buChar char="●"/>
            </a:pPr>
            <a:r>
              <a:rPr lang="en"/>
              <a:t>More</a:t>
            </a:r>
            <a:r>
              <a:rPr lang="en">
                <a:solidFill>
                  <a:schemeClr val="hlink"/>
                </a:solidFill>
                <a:uFill>
                  <a:noFill/>
                </a:uFill>
                <a:hlinkClick action="ppaction://hlinksldjump" r:id="rId11"/>
              </a:rPr>
              <a:t> </a:t>
            </a:r>
            <a:r>
              <a:rPr b="1" lang="en">
                <a:solidFill>
                  <a:schemeClr val="hlink"/>
                </a:solidFill>
                <a:uFill>
                  <a:noFill/>
                </a:uFill>
                <a:hlinkClick action="ppaction://hlinksldjump" r:id="rId12"/>
              </a:rPr>
              <a:t>infographic resources</a:t>
            </a:r>
            <a:r>
              <a:rPr lang="en"/>
              <a:t>, whose size and color can be edited. </a:t>
            </a:r>
            <a:endParaRPr/>
          </a:p>
          <a:p>
            <a:pPr indent="-304800" lvl="0" marL="914400" rtl="0" algn="l">
              <a:lnSpc>
                <a:spcPct val="100000"/>
              </a:lnSpc>
              <a:spcBef>
                <a:spcPts val="0"/>
              </a:spcBef>
              <a:spcAft>
                <a:spcPts val="0"/>
              </a:spcAft>
              <a:buSzPts val="1200"/>
              <a:buChar char="●"/>
            </a:pPr>
            <a:r>
              <a:rPr lang="en"/>
              <a:t>Sets of </a:t>
            </a:r>
            <a:r>
              <a:rPr b="1" lang="en">
                <a:solidFill>
                  <a:schemeClr val="hlink"/>
                </a:solidFill>
                <a:uFill>
                  <a:noFill/>
                </a:uFill>
                <a:hlinkClick action="ppaction://hlinksldjump" r:id="rId13"/>
              </a:rPr>
              <a:t>customizable icons</a:t>
            </a:r>
            <a:r>
              <a:rPr lang="en"/>
              <a:t> of the following themes: general, business, avatar, creative process, education, help &amp; support, medical, nature, performing arts, SEO &amp; marketing, and teamwork.</a:t>
            </a:r>
            <a:endParaRPr/>
          </a:p>
          <a:p>
            <a:pPr indent="0" lvl="0" marL="0" rtl="0" algn="l">
              <a:lnSpc>
                <a:spcPct val="100000"/>
              </a:lnSpc>
              <a:spcBef>
                <a:spcPts val="1600"/>
              </a:spcBef>
              <a:spcAft>
                <a:spcPts val="0"/>
              </a:spcAft>
              <a:buSzPts val="1200"/>
              <a:buNone/>
            </a:pPr>
            <a:r>
              <a:rPr lang="en"/>
              <a:t>You can delete this slide when you’re done editing the presentation.</a:t>
            </a:r>
            <a:endParaRPr/>
          </a:p>
        </p:txBody>
      </p:sp>
      <p:sp>
        <p:nvSpPr>
          <p:cNvPr id="2007" name="Google Shape;2007;p2"/>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en"/>
              <a:t>Content of this template</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1" name="Shape 2011"/>
        <p:cNvGrpSpPr/>
        <p:nvPr/>
      </p:nvGrpSpPr>
      <p:grpSpPr>
        <a:xfrm>
          <a:off x="0" y="0"/>
          <a:ext cx="0" cy="0"/>
          <a:chOff x="0" y="0"/>
          <a:chExt cx="0" cy="0"/>
        </a:xfrm>
      </p:grpSpPr>
      <p:sp>
        <p:nvSpPr>
          <p:cNvPr id="2012" name="Google Shape;2012;p3"/>
          <p:cNvSpPr txBox="1"/>
          <p:nvPr>
            <p:ph idx="1" type="subTitle"/>
          </p:nvPr>
        </p:nvSpPr>
        <p:spPr>
          <a:xfrm>
            <a:off x="3905700" y="3380175"/>
            <a:ext cx="1923600" cy="102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800"/>
              <a:buNone/>
            </a:pPr>
            <a:r>
              <a:rPr lang="en"/>
              <a:t>You can describe the topic of the section here</a:t>
            </a:r>
            <a:endParaRPr/>
          </a:p>
        </p:txBody>
      </p:sp>
      <p:sp>
        <p:nvSpPr>
          <p:cNvPr id="2013" name="Google Shape;2013;p3"/>
          <p:cNvSpPr txBox="1"/>
          <p:nvPr>
            <p:ph idx="2" type="subTitle"/>
          </p:nvPr>
        </p:nvSpPr>
        <p:spPr>
          <a:xfrm>
            <a:off x="1391100" y="3380175"/>
            <a:ext cx="1923600" cy="102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800"/>
              <a:buNone/>
            </a:pPr>
            <a:r>
              <a:rPr lang="en"/>
              <a:t>You can describe the topic of the section here</a:t>
            </a:r>
            <a:endParaRPr/>
          </a:p>
        </p:txBody>
      </p:sp>
      <p:sp>
        <p:nvSpPr>
          <p:cNvPr id="2014" name="Google Shape;2014;p3"/>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en"/>
              <a:t>Table of contents</a:t>
            </a:r>
            <a:endParaRPr/>
          </a:p>
        </p:txBody>
      </p:sp>
      <p:sp>
        <p:nvSpPr>
          <p:cNvPr id="2015" name="Google Shape;2015;p3">
            <a:hlinkClick/>
          </p:cNvPr>
          <p:cNvSpPr txBox="1"/>
          <p:nvPr>
            <p:ph idx="3" type="subTitle"/>
          </p:nvPr>
        </p:nvSpPr>
        <p:spPr>
          <a:xfrm>
            <a:off x="1391100" y="1434475"/>
            <a:ext cx="1923600" cy="454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200"/>
              </a:spcAft>
              <a:buSzPts val="2000"/>
              <a:buNone/>
            </a:pPr>
            <a:r>
              <a:rPr lang="en">
                <a:solidFill>
                  <a:schemeClr val="hlink"/>
                </a:solidFill>
                <a:uFill>
                  <a:noFill/>
                </a:uFill>
                <a:hlinkClick/>
              </a:rPr>
              <a:t>Backgrounds</a:t>
            </a:r>
            <a:endParaRPr/>
          </a:p>
        </p:txBody>
      </p:sp>
      <p:sp>
        <p:nvSpPr>
          <p:cNvPr id="2016" name="Google Shape;2016;p3">
            <a:hlinkClick/>
          </p:cNvPr>
          <p:cNvSpPr txBox="1"/>
          <p:nvPr>
            <p:ph idx="4" type="subTitle"/>
          </p:nvPr>
        </p:nvSpPr>
        <p:spPr>
          <a:xfrm>
            <a:off x="3905700" y="1434475"/>
            <a:ext cx="1923600" cy="454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200"/>
              </a:spcAft>
              <a:buSzPts val="2000"/>
              <a:buNone/>
            </a:pPr>
            <a:r>
              <a:rPr lang="en">
                <a:solidFill>
                  <a:schemeClr val="hlink"/>
                </a:solidFill>
                <a:uFill>
                  <a:noFill/>
                </a:uFill>
                <a:hlinkClick/>
              </a:rPr>
              <a:t>Reminder</a:t>
            </a:r>
            <a:endParaRPr/>
          </a:p>
        </p:txBody>
      </p:sp>
      <p:sp>
        <p:nvSpPr>
          <p:cNvPr id="2017" name="Google Shape;2017;p3">
            <a:hlinkClick/>
          </p:cNvPr>
          <p:cNvSpPr txBox="1"/>
          <p:nvPr>
            <p:ph idx="5" type="subTitle"/>
          </p:nvPr>
        </p:nvSpPr>
        <p:spPr>
          <a:xfrm>
            <a:off x="1391100" y="2992287"/>
            <a:ext cx="1923600" cy="454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200"/>
              </a:spcAft>
              <a:buSzPts val="2000"/>
              <a:buNone/>
            </a:pPr>
            <a:r>
              <a:rPr lang="en">
                <a:solidFill>
                  <a:schemeClr val="hlink"/>
                </a:solidFill>
                <a:uFill>
                  <a:noFill/>
                </a:uFill>
                <a:hlinkClick/>
              </a:rPr>
              <a:t>Avatars</a:t>
            </a:r>
            <a:endParaRPr/>
          </a:p>
        </p:txBody>
      </p:sp>
      <p:sp>
        <p:nvSpPr>
          <p:cNvPr id="2018" name="Google Shape;2018;p3">
            <a:hlinkClick/>
          </p:cNvPr>
          <p:cNvSpPr txBox="1"/>
          <p:nvPr>
            <p:ph idx="6" type="subTitle"/>
          </p:nvPr>
        </p:nvSpPr>
        <p:spPr>
          <a:xfrm>
            <a:off x="3905700" y="2992287"/>
            <a:ext cx="1923600" cy="454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200"/>
              </a:spcAft>
              <a:buSzPts val="2000"/>
              <a:buNone/>
            </a:pPr>
            <a:r>
              <a:rPr lang="en">
                <a:solidFill>
                  <a:schemeClr val="hlink"/>
                </a:solidFill>
                <a:uFill>
                  <a:noFill/>
                </a:uFill>
                <a:hlinkClick/>
              </a:rPr>
              <a:t>Planning</a:t>
            </a:r>
            <a:endParaRPr/>
          </a:p>
        </p:txBody>
      </p:sp>
      <p:sp>
        <p:nvSpPr>
          <p:cNvPr id="2019" name="Google Shape;2019;p3"/>
          <p:cNvSpPr txBox="1"/>
          <p:nvPr>
            <p:ph idx="7" type="subTitle"/>
          </p:nvPr>
        </p:nvSpPr>
        <p:spPr>
          <a:xfrm>
            <a:off x="1391100" y="1825209"/>
            <a:ext cx="1923600" cy="102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800"/>
              <a:buNone/>
            </a:pPr>
            <a:r>
              <a:rPr lang="en"/>
              <a:t>You can describe the topic of the section here</a:t>
            </a:r>
            <a:endParaRPr/>
          </a:p>
        </p:txBody>
      </p:sp>
      <p:sp>
        <p:nvSpPr>
          <p:cNvPr id="2020" name="Google Shape;2020;p3"/>
          <p:cNvSpPr txBox="1"/>
          <p:nvPr>
            <p:ph idx="8" type="subTitle"/>
          </p:nvPr>
        </p:nvSpPr>
        <p:spPr>
          <a:xfrm>
            <a:off x="3905700" y="1825209"/>
            <a:ext cx="1923600" cy="102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800"/>
              <a:buNone/>
            </a:pPr>
            <a:r>
              <a:rPr lang="en"/>
              <a:t>You can describe the topic of the section here</a:t>
            </a:r>
            <a:endParaRPr/>
          </a:p>
        </p:txBody>
      </p:sp>
      <p:sp>
        <p:nvSpPr>
          <p:cNvPr id="2021" name="Google Shape;2021;p3">
            <a:hlinkClick/>
          </p:cNvPr>
          <p:cNvSpPr txBox="1"/>
          <p:nvPr>
            <p:ph idx="9" type="title"/>
          </p:nvPr>
        </p:nvSpPr>
        <p:spPr>
          <a:xfrm>
            <a:off x="792175" y="1434475"/>
            <a:ext cx="596400" cy="411300"/>
          </a:xfrm>
          <a:prstGeom prst="rect">
            <a:avLst/>
          </a:prstGeom>
          <a:noFill/>
          <a:ln>
            <a:noFill/>
          </a:ln>
        </p:spPr>
        <p:txBody>
          <a:bodyPr anchorCtr="0" anchor="ctr" bIns="91425" lIns="91425" spcFirstLastPara="1" rIns="91425" wrap="square" tIns="118850">
            <a:noAutofit/>
          </a:bodyPr>
          <a:lstStyle/>
          <a:p>
            <a:pPr indent="0" lvl="0" marL="0" rtl="0" algn="ctr">
              <a:lnSpc>
                <a:spcPct val="100000"/>
              </a:lnSpc>
              <a:spcBef>
                <a:spcPts val="0"/>
              </a:spcBef>
              <a:spcAft>
                <a:spcPts val="0"/>
              </a:spcAft>
              <a:buSzPts val="1800"/>
              <a:buNone/>
            </a:pPr>
            <a:r>
              <a:rPr lang="en">
                <a:solidFill>
                  <a:schemeClr val="hlink"/>
                </a:solidFill>
                <a:uFill>
                  <a:noFill/>
                </a:uFill>
                <a:hlinkClick/>
              </a:rPr>
              <a:t>01</a:t>
            </a:r>
            <a:endParaRPr/>
          </a:p>
        </p:txBody>
      </p:sp>
      <p:sp>
        <p:nvSpPr>
          <p:cNvPr id="2022" name="Google Shape;2022;p3">
            <a:hlinkClick/>
          </p:cNvPr>
          <p:cNvSpPr txBox="1"/>
          <p:nvPr>
            <p:ph idx="13" type="title"/>
          </p:nvPr>
        </p:nvSpPr>
        <p:spPr>
          <a:xfrm>
            <a:off x="3314700" y="1434475"/>
            <a:ext cx="596400" cy="411300"/>
          </a:xfrm>
          <a:prstGeom prst="rect">
            <a:avLst/>
          </a:prstGeom>
          <a:noFill/>
          <a:ln>
            <a:noFill/>
          </a:ln>
        </p:spPr>
        <p:txBody>
          <a:bodyPr anchorCtr="0" anchor="ctr" bIns="91425" lIns="91425" spcFirstLastPara="1" rIns="91425" wrap="square" tIns="118850">
            <a:noAutofit/>
          </a:bodyPr>
          <a:lstStyle/>
          <a:p>
            <a:pPr indent="0" lvl="0" marL="0" rtl="0" algn="ctr">
              <a:lnSpc>
                <a:spcPct val="100000"/>
              </a:lnSpc>
              <a:spcBef>
                <a:spcPts val="0"/>
              </a:spcBef>
              <a:spcAft>
                <a:spcPts val="0"/>
              </a:spcAft>
              <a:buSzPts val="1800"/>
              <a:buNone/>
            </a:pPr>
            <a:r>
              <a:rPr lang="en">
                <a:solidFill>
                  <a:schemeClr val="hlink"/>
                </a:solidFill>
                <a:uFill>
                  <a:noFill/>
                </a:uFill>
                <a:hlinkClick/>
              </a:rPr>
              <a:t>03</a:t>
            </a:r>
            <a:endParaRPr/>
          </a:p>
        </p:txBody>
      </p:sp>
      <p:sp>
        <p:nvSpPr>
          <p:cNvPr id="2023" name="Google Shape;2023;p3">
            <a:hlinkClick/>
          </p:cNvPr>
          <p:cNvSpPr txBox="1"/>
          <p:nvPr>
            <p:ph idx="14" type="title"/>
          </p:nvPr>
        </p:nvSpPr>
        <p:spPr>
          <a:xfrm>
            <a:off x="792175" y="2992276"/>
            <a:ext cx="596400" cy="411300"/>
          </a:xfrm>
          <a:prstGeom prst="rect">
            <a:avLst/>
          </a:prstGeom>
          <a:noFill/>
          <a:ln>
            <a:noFill/>
          </a:ln>
        </p:spPr>
        <p:txBody>
          <a:bodyPr anchorCtr="0" anchor="ctr" bIns="91425" lIns="91425" spcFirstLastPara="1" rIns="91425" wrap="square" tIns="118850">
            <a:noAutofit/>
          </a:bodyPr>
          <a:lstStyle/>
          <a:p>
            <a:pPr indent="0" lvl="0" marL="0" rtl="0" algn="ctr">
              <a:lnSpc>
                <a:spcPct val="100000"/>
              </a:lnSpc>
              <a:spcBef>
                <a:spcPts val="0"/>
              </a:spcBef>
              <a:spcAft>
                <a:spcPts val="0"/>
              </a:spcAft>
              <a:buSzPts val="1800"/>
              <a:buNone/>
            </a:pPr>
            <a:r>
              <a:rPr lang="en">
                <a:solidFill>
                  <a:schemeClr val="hlink"/>
                </a:solidFill>
                <a:uFill>
                  <a:noFill/>
                </a:uFill>
                <a:hlinkClick/>
              </a:rPr>
              <a:t>02</a:t>
            </a:r>
            <a:endParaRPr/>
          </a:p>
        </p:txBody>
      </p:sp>
      <p:sp>
        <p:nvSpPr>
          <p:cNvPr id="2024" name="Google Shape;2024;p3">
            <a:hlinkClick/>
          </p:cNvPr>
          <p:cNvSpPr txBox="1"/>
          <p:nvPr>
            <p:ph idx="15" type="title"/>
          </p:nvPr>
        </p:nvSpPr>
        <p:spPr>
          <a:xfrm>
            <a:off x="3314700" y="2992276"/>
            <a:ext cx="596400" cy="411300"/>
          </a:xfrm>
          <a:prstGeom prst="rect">
            <a:avLst/>
          </a:prstGeom>
          <a:noFill/>
          <a:ln>
            <a:noFill/>
          </a:ln>
        </p:spPr>
        <p:txBody>
          <a:bodyPr anchorCtr="0" anchor="ctr" bIns="91425" lIns="91425" spcFirstLastPara="1" rIns="91425" wrap="square" tIns="118850">
            <a:noAutofit/>
          </a:bodyPr>
          <a:lstStyle/>
          <a:p>
            <a:pPr indent="0" lvl="0" marL="0" rtl="0" algn="ctr">
              <a:lnSpc>
                <a:spcPct val="100000"/>
              </a:lnSpc>
              <a:spcBef>
                <a:spcPts val="0"/>
              </a:spcBef>
              <a:spcAft>
                <a:spcPts val="0"/>
              </a:spcAft>
              <a:buSzPts val="1800"/>
              <a:buNone/>
            </a:pPr>
            <a:r>
              <a:rPr lang="en">
                <a:solidFill>
                  <a:schemeClr val="accent1"/>
                </a:solidFill>
                <a:uFill>
                  <a:noFill/>
                </a:uFill>
                <a:hlinkClick>
                  <a:extLst>
                    <a:ext uri="{A12FA001-AC4F-418D-AE19-62706E023703}">
                      <ahyp:hlinkClr val="tx"/>
                    </a:ext>
                  </a:extLst>
                </a:hlinkClick>
              </a:rPr>
              <a:t>04</a:t>
            </a:r>
            <a:endParaRPr>
              <a:solidFill>
                <a:schemeClr val="accent1"/>
              </a:solidFill>
            </a:endParaRPr>
          </a:p>
        </p:txBody>
      </p:sp>
      <p:sp>
        <p:nvSpPr>
          <p:cNvPr id="2025" name="Google Shape;2025;p3"/>
          <p:cNvSpPr txBox="1"/>
          <p:nvPr>
            <p:ph idx="16" type="subTitle"/>
          </p:nvPr>
        </p:nvSpPr>
        <p:spPr>
          <a:xfrm>
            <a:off x="6428225" y="3380175"/>
            <a:ext cx="1923600" cy="102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800"/>
              <a:buNone/>
            </a:pPr>
            <a:r>
              <a:rPr lang="en"/>
              <a:t>You can describe the topic of the section here</a:t>
            </a:r>
            <a:endParaRPr/>
          </a:p>
        </p:txBody>
      </p:sp>
      <p:sp>
        <p:nvSpPr>
          <p:cNvPr id="2026" name="Google Shape;2026;p3">
            <a:hlinkClick/>
          </p:cNvPr>
          <p:cNvSpPr txBox="1"/>
          <p:nvPr>
            <p:ph idx="17" type="subTitle"/>
          </p:nvPr>
        </p:nvSpPr>
        <p:spPr>
          <a:xfrm>
            <a:off x="6428225" y="1434475"/>
            <a:ext cx="1923600" cy="454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200"/>
              </a:spcAft>
              <a:buSzPts val="2000"/>
              <a:buNone/>
            </a:pPr>
            <a:r>
              <a:rPr lang="en">
                <a:solidFill>
                  <a:schemeClr val="hlink"/>
                </a:solidFill>
                <a:uFill>
                  <a:noFill/>
                </a:uFill>
                <a:hlinkClick/>
              </a:rPr>
              <a:t>Homework</a:t>
            </a:r>
            <a:endParaRPr/>
          </a:p>
        </p:txBody>
      </p:sp>
      <p:sp>
        <p:nvSpPr>
          <p:cNvPr id="2027" name="Google Shape;2027;p3">
            <a:hlinkClick/>
          </p:cNvPr>
          <p:cNvSpPr txBox="1"/>
          <p:nvPr>
            <p:ph idx="18" type="subTitle"/>
          </p:nvPr>
        </p:nvSpPr>
        <p:spPr>
          <a:xfrm>
            <a:off x="6428225" y="2992287"/>
            <a:ext cx="1923600" cy="454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200"/>
              </a:spcAft>
              <a:buSzPts val="2000"/>
              <a:buNone/>
            </a:pPr>
            <a:r>
              <a:rPr lang="en">
                <a:solidFill>
                  <a:schemeClr val="hlink"/>
                </a:solidFill>
                <a:uFill>
                  <a:noFill/>
                </a:uFill>
                <a:hlinkClick/>
              </a:rPr>
              <a:t>Others</a:t>
            </a:r>
            <a:endParaRPr/>
          </a:p>
        </p:txBody>
      </p:sp>
      <p:sp>
        <p:nvSpPr>
          <p:cNvPr id="2028" name="Google Shape;2028;p3"/>
          <p:cNvSpPr txBox="1"/>
          <p:nvPr>
            <p:ph idx="19" type="subTitle"/>
          </p:nvPr>
        </p:nvSpPr>
        <p:spPr>
          <a:xfrm>
            <a:off x="6428225" y="1825209"/>
            <a:ext cx="1923600" cy="102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800"/>
              <a:buNone/>
            </a:pPr>
            <a:r>
              <a:rPr lang="en"/>
              <a:t>You can describe the topic of the section here</a:t>
            </a:r>
            <a:endParaRPr/>
          </a:p>
        </p:txBody>
      </p:sp>
      <p:sp>
        <p:nvSpPr>
          <p:cNvPr id="2029" name="Google Shape;2029;p3">
            <a:hlinkClick/>
          </p:cNvPr>
          <p:cNvSpPr txBox="1"/>
          <p:nvPr>
            <p:ph idx="20" type="title"/>
          </p:nvPr>
        </p:nvSpPr>
        <p:spPr>
          <a:xfrm>
            <a:off x="5837225" y="1434475"/>
            <a:ext cx="596400" cy="411300"/>
          </a:xfrm>
          <a:prstGeom prst="rect">
            <a:avLst/>
          </a:prstGeom>
          <a:noFill/>
          <a:ln>
            <a:noFill/>
          </a:ln>
        </p:spPr>
        <p:txBody>
          <a:bodyPr anchorCtr="0" anchor="ctr" bIns="91425" lIns="91425" spcFirstLastPara="1" rIns="91425" wrap="square" tIns="118850">
            <a:noAutofit/>
          </a:bodyPr>
          <a:lstStyle/>
          <a:p>
            <a:pPr indent="0" lvl="0" marL="0" rtl="0" algn="ctr">
              <a:lnSpc>
                <a:spcPct val="100000"/>
              </a:lnSpc>
              <a:spcBef>
                <a:spcPts val="0"/>
              </a:spcBef>
              <a:spcAft>
                <a:spcPts val="0"/>
              </a:spcAft>
              <a:buSzPts val="1800"/>
              <a:buNone/>
            </a:pPr>
            <a:r>
              <a:rPr lang="en">
                <a:solidFill>
                  <a:schemeClr val="hlink"/>
                </a:solidFill>
                <a:uFill>
                  <a:noFill/>
                </a:uFill>
                <a:hlinkClick/>
              </a:rPr>
              <a:t>05</a:t>
            </a:r>
            <a:endParaRPr/>
          </a:p>
        </p:txBody>
      </p:sp>
      <p:sp>
        <p:nvSpPr>
          <p:cNvPr id="2030" name="Google Shape;2030;p3">
            <a:hlinkClick/>
          </p:cNvPr>
          <p:cNvSpPr txBox="1"/>
          <p:nvPr>
            <p:ph idx="21" type="title"/>
          </p:nvPr>
        </p:nvSpPr>
        <p:spPr>
          <a:xfrm>
            <a:off x="5837225" y="2992276"/>
            <a:ext cx="596400" cy="411300"/>
          </a:xfrm>
          <a:prstGeom prst="rect">
            <a:avLst/>
          </a:prstGeom>
          <a:noFill/>
          <a:ln>
            <a:noFill/>
          </a:ln>
        </p:spPr>
        <p:txBody>
          <a:bodyPr anchorCtr="0" anchor="ctr" bIns="91425" lIns="91425" spcFirstLastPara="1" rIns="91425" wrap="square" tIns="118850">
            <a:noAutofit/>
          </a:bodyPr>
          <a:lstStyle/>
          <a:p>
            <a:pPr indent="0" lvl="0" marL="0" rtl="0" algn="ctr">
              <a:lnSpc>
                <a:spcPct val="100000"/>
              </a:lnSpc>
              <a:spcBef>
                <a:spcPts val="0"/>
              </a:spcBef>
              <a:spcAft>
                <a:spcPts val="0"/>
              </a:spcAft>
              <a:buSzPts val="1800"/>
              <a:buNone/>
            </a:pPr>
            <a:r>
              <a:rPr lang="en">
                <a:solidFill>
                  <a:schemeClr val="hlink"/>
                </a:solidFill>
                <a:uFill>
                  <a:noFill/>
                </a:uFill>
                <a:hlinkClick/>
              </a:rPr>
              <a:t>06</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021"/>
                                        </p:tgtEl>
                                        <p:attrNameLst>
                                          <p:attrName>style.visibility</p:attrName>
                                        </p:attrNameLst>
                                      </p:cBhvr>
                                      <p:to>
                                        <p:strVal val="visible"/>
                                      </p:to>
                                    </p:set>
                                    <p:animEffect filter="fade" transition="in">
                                      <p:cBhvr>
                                        <p:cTn dur="1000"/>
                                        <p:tgtEl>
                                          <p:spTgt spid="202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023"/>
                                        </p:tgtEl>
                                        <p:attrNameLst>
                                          <p:attrName>style.visibility</p:attrName>
                                        </p:attrNameLst>
                                      </p:cBhvr>
                                      <p:to>
                                        <p:strVal val="visible"/>
                                      </p:to>
                                    </p:set>
                                    <p:animEffect filter="fade" transition="in">
                                      <p:cBhvr>
                                        <p:cTn dur="1000"/>
                                        <p:tgtEl>
                                          <p:spTgt spid="2023"/>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022"/>
                                        </p:tgtEl>
                                        <p:attrNameLst>
                                          <p:attrName>style.visibility</p:attrName>
                                        </p:attrNameLst>
                                      </p:cBhvr>
                                      <p:to>
                                        <p:strVal val="visible"/>
                                      </p:to>
                                    </p:set>
                                    <p:animEffect filter="fade" transition="in">
                                      <p:cBhvr>
                                        <p:cTn dur="1000"/>
                                        <p:tgtEl>
                                          <p:spTgt spid="2022"/>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024"/>
                                        </p:tgtEl>
                                        <p:attrNameLst>
                                          <p:attrName>style.visibility</p:attrName>
                                        </p:attrNameLst>
                                      </p:cBhvr>
                                      <p:to>
                                        <p:strVal val="visible"/>
                                      </p:to>
                                    </p:set>
                                    <p:animEffect filter="fade" transition="in">
                                      <p:cBhvr>
                                        <p:cTn dur="1000"/>
                                        <p:tgtEl>
                                          <p:spTgt spid="2024"/>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2029"/>
                                        </p:tgtEl>
                                        <p:attrNameLst>
                                          <p:attrName>style.visibility</p:attrName>
                                        </p:attrNameLst>
                                      </p:cBhvr>
                                      <p:to>
                                        <p:strVal val="visible"/>
                                      </p:to>
                                    </p:set>
                                    <p:animEffect filter="fade" transition="in">
                                      <p:cBhvr>
                                        <p:cTn dur="1000"/>
                                        <p:tgtEl>
                                          <p:spTgt spid="2029"/>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2030"/>
                                        </p:tgtEl>
                                        <p:attrNameLst>
                                          <p:attrName>style.visibility</p:attrName>
                                        </p:attrNameLst>
                                      </p:cBhvr>
                                      <p:to>
                                        <p:strVal val="visible"/>
                                      </p:to>
                                    </p:set>
                                    <p:animEffect filter="fade" transition="in">
                                      <p:cBhvr>
                                        <p:cTn dur="1000"/>
                                        <p:tgtEl>
                                          <p:spTgt spid="203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2034" name="Shape 2034"/>
        <p:cNvGrpSpPr/>
        <p:nvPr/>
      </p:nvGrpSpPr>
      <p:grpSpPr>
        <a:xfrm>
          <a:off x="0" y="0"/>
          <a:ext cx="0" cy="0"/>
          <a:chOff x="0" y="0"/>
          <a:chExt cx="0" cy="0"/>
        </a:xfrm>
      </p:grpSpPr>
      <p:sp>
        <p:nvSpPr>
          <p:cNvPr id="2035" name="Google Shape;2035;p5"/>
          <p:cNvSpPr txBox="1"/>
          <p:nvPr>
            <p:ph type="title"/>
          </p:nvPr>
        </p:nvSpPr>
        <p:spPr>
          <a:xfrm>
            <a:off x="1569450" y="1152050"/>
            <a:ext cx="6005100" cy="1516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4200"/>
              <a:buNone/>
            </a:pPr>
            <a:r>
              <a:rPr lang="en"/>
              <a:t>Change your background in Google Meet</a:t>
            </a:r>
            <a:endParaRPr/>
          </a:p>
        </p:txBody>
      </p:sp>
      <p:sp>
        <p:nvSpPr>
          <p:cNvPr id="2036" name="Google Shape;2036;p5"/>
          <p:cNvSpPr txBox="1"/>
          <p:nvPr>
            <p:ph idx="1" type="subTitle"/>
          </p:nvPr>
        </p:nvSpPr>
        <p:spPr>
          <a:xfrm>
            <a:off x="1904250" y="2756350"/>
            <a:ext cx="5335500" cy="1235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200"/>
              </a:spcAft>
              <a:buClr>
                <a:schemeClr val="dk1"/>
              </a:buClr>
              <a:buSzPts val="1100"/>
              <a:buFont typeface="Arial"/>
              <a:buNone/>
            </a:pPr>
            <a:r>
              <a:rPr lang="en"/>
              <a:t>To help limit distractions or make video calls more fun, you can now blur your background or replace your background with an image</a:t>
            </a:r>
            <a:endParaRPr/>
          </a:p>
        </p:txBody>
      </p:sp>
      <p:sp>
        <p:nvSpPr>
          <p:cNvPr id="2037" name="Google Shape;2037;p5"/>
          <p:cNvSpPr/>
          <p:nvPr/>
        </p:nvSpPr>
        <p:spPr>
          <a:xfrm>
            <a:off x="3881688" y="3991450"/>
            <a:ext cx="1380619" cy="52850"/>
          </a:xfrm>
          <a:custGeom>
            <a:rect b="b" l="l" r="r" t="t"/>
            <a:pathLst>
              <a:path extrusionOk="0" h="670" w="17505">
                <a:moveTo>
                  <a:pt x="0" y="0"/>
                </a:moveTo>
                <a:lnTo>
                  <a:pt x="0" y="669"/>
                </a:lnTo>
                <a:lnTo>
                  <a:pt x="17505" y="669"/>
                </a:lnTo>
                <a:lnTo>
                  <a:pt x="17505"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035"/>
                                        </p:tgtEl>
                                        <p:attrNameLst>
                                          <p:attrName>style.visibility</p:attrName>
                                        </p:attrNameLst>
                                      </p:cBhvr>
                                      <p:to>
                                        <p:strVal val="visible"/>
                                      </p:to>
                                    </p:set>
                                    <p:animEffect filter="fade" transition="in">
                                      <p:cBhvr>
                                        <p:cTn dur="1000"/>
                                        <p:tgtEl>
                                          <p:spTgt spid="203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2041" name="Shape 2041"/>
        <p:cNvGrpSpPr/>
        <p:nvPr/>
      </p:nvGrpSpPr>
      <p:grpSpPr>
        <a:xfrm>
          <a:off x="0" y="0"/>
          <a:ext cx="0" cy="0"/>
          <a:chOff x="0" y="0"/>
          <a:chExt cx="0" cy="0"/>
        </a:xfrm>
      </p:grpSpPr>
      <p:sp>
        <p:nvSpPr>
          <p:cNvPr id="2042" name="Google Shape;2042;p6"/>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en"/>
              <a:t>Change your background in Google Meet</a:t>
            </a:r>
            <a:endParaRPr/>
          </a:p>
        </p:txBody>
      </p:sp>
      <p:sp>
        <p:nvSpPr>
          <p:cNvPr id="2043" name="Google Shape;2043;p6"/>
          <p:cNvSpPr txBox="1"/>
          <p:nvPr>
            <p:ph idx="1" type="body"/>
          </p:nvPr>
        </p:nvSpPr>
        <p:spPr>
          <a:xfrm>
            <a:off x="713225" y="1122325"/>
            <a:ext cx="7717500" cy="3580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800"/>
              <a:buNone/>
            </a:pPr>
            <a:r>
              <a:rPr b="1" lang="en">
                <a:solidFill>
                  <a:schemeClr val="accent2"/>
                </a:solidFill>
              </a:rPr>
              <a:t>Important: </a:t>
            </a:r>
            <a:r>
              <a:rPr lang="en">
                <a:solidFill>
                  <a:schemeClr val="accent2"/>
                </a:solidFill>
              </a:rPr>
              <a:t>Users who join the video call while not logged into a Google account and users which need to knock to get admitted, can only change their background once in the video call. Users who join a G Suite for Education video call can’t select their own background images </a:t>
            </a:r>
            <a:endParaRPr>
              <a:solidFill>
                <a:schemeClr val="accent2"/>
              </a:solidFill>
            </a:endParaRPr>
          </a:p>
          <a:p>
            <a:pPr indent="0" lvl="0" marL="0" rtl="0" algn="l">
              <a:lnSpc>
                <a:spcPct val="100000"/>
              </a:lnSpc>
              <a:spcBef>
                <a:spcPts val="1600"/>
              </a:spcBef>
              <a:spcAft>
                <a:spcPts val="0"/>
              </a:spcAft>
              <a:buSzPts val="1800"/>
              <a:buNone/>
            </a:pPr>
            <a:r>
              <a:rPr b="1" lang="en">
                <a:solidFill>
                  <a:schemeClr val="accent2"/>
                </a:solidFill>
              </a:rPr>
              <a:t>Before a video call: </a:t>
            </a:r>
            <a:r>
              <a:rPr lang="en">
                <a:solidFill>
                  <a:schemeClr val="accent2"/>
                </a:solidFill>
              </a:rPr>
              <a:t>Go to Google Meet and then select a meeting</a:t>
            </a:r>
            <a:endParaRPr>
              <a:solidFill>
                <a:schemeClr val="accent2"/>
              </a:solidFill>
            </a:endParaRPr>
          </a:p>
          <a:p>
            <a:pPr indent="-330200" lvl="0" marL="457200" rtl="0" algn="l">
              <a:lnSpc>
                <a:spcPct val="100000"/>
              </a:lnSpc>
              <a:spcBef>
                <a:spcPts val="1600"/>
              </a:spcBef>
              <a:spcAft>
                <a:spcPts val="0"/>
              </a:spcAft>
              <a:buSzPts val="1600"/>
              <a:buFont typeface="Manjari"/>
              <a:buAutoNum type="arabicPeriod"/>
            </a:pPr>
            <a:r>
              <a:rPr lang="en">
                <a:solidFill>
                  <a:schemeClr val="accent2"/>
                </a:solidFill>
              </a:rPr>
              <a:t>On the bottom right of your self view, click Change Background</a:t>
            </a:r>
            <a:endParaRPr>
              <a:solidFill>
                <a:schemeClr val="accent2"/>
              </a:solidFill>
            </a:endParaRPr>
          </a:p>
          <a:p>
            <a:pPr indent="-330200" lvl="1" marL="914400" rtl="0" algn="l">
              <a:lnSpc>
                <a:spcPct val="100000"/>
              </a:lnSpc>
              <a:spcBef>
                <a:spcPts val="0"/>
              </a:spcBef>
              <a:spcAft>
                <a:spcPts val="0"/>
              </a:spcAft>
              <a:buSzPts val="1600"/>
              <a:buFont typeface="Manjari"/>
              <a:buAutoNum type="alphaLcPeriod"/>
            </a:pPr>
            <a:r>
              <a:rPr lang="en">
                <a:solidFill>
                  <a:schemeClr val="accent2"/>
                </a:solidFill>
              </a:rPr>
              <a:t>To completely blur your background, click Blur your background</a:t>
            </a:r>
            <a:endParaRPr>
              <a:solidFill>
                <a:schemeClr val="accent2"/>
              </a:solidFill>
            </a:endParaRPr>
          </a:p>
          <a:p>
            <a:pPr indent="-330200" lvl="1" marL="914400" rtl="0" algn="l">
              <a:lnSpc>
                <a:spcPct val="100000"/>
              </a:lnSpc>
              <a:spcBef>
                <a:spcPts val="0"/>
              </a:spcBef>
              <a:spcAft>
                <a:spcPts val="0"/>
              </a:spcAft>
              <a:buSzPts val="1600"/>
              <a:buFont typeface="Manjari"/>
              <a:buAutoNum type="alphaLcPeriod"/>
            </a:pPr>
            <a:r>
              <a:rPr lang="en">
                <a:solidFill>
                  <a:schemeClr val="accent2"/>
                </a:solidFill>
              </a:rPr>
              <a:t>To slightly blur your background, click Slightly blur your background</a:t>
            </a:r>
            <a:endParaRPr>
              <a:solidFill>
                <a:schemeClr val="accent2"/>
              </a:solidFill>
            </a:endParaRPr>
          </a:p>
          <a:p>
            <a:pPr indent="-330200" lvl="1" marL="914400" rtl="0" algn="l">
              <a:lnSpc>
                <a:spcPct val="100000"/>
              </a:lnSpc>
              <a:spcBef>
                <a:spcPts val="0"/>
              </a:spcBef>
              <a:spcAft>
                <a:spcPts val="0"/>
              </a:spcAft>
              <a:buSzPts val="1600"/>
              <a:buFont typeface="Manjari"/>
              <a:buAutoNum type="alphaLcPeriod"/>
            </a:pPr>
            <a:r>
              <a:rPr lang="en">
                <a:solidFill>
                  <a:schemeClr val="accent2"/>
                </a:solidFill>
              </a:rPr>
              <a:t>To select a pre-uploaded background, click a background</a:t>
            </a:r>
            <a:endParaRPr>
              <a:solidFill>
                <a:schemeClr val="accent2"/>
              </a:solidFill>
            </a:endParaRPr>
          </a:p>
          <a:p>
            <a:pPr indent="-330200" lvl="1" marL="914400" rtl="0" algn="l">
              <a:lnSpc>
                <a:spcPct val="100000"/>
              </a:lnSpc>
              <a:spcBef>
                <a:spcPts val="0"/>
              </a:spcBef>
              <a:spcAft>
                <a:spcPts val="0"/>
              </a:spcAft>
              <a:buSzPts val="1600"/>
              <a:buFont typeface="Manjari"/>
              <a:buAutoNum type="alphaLcPeriod"/>
            </a:pPr>
            <a:r>
              <a:rPr lang="en">
                <a:solidFill>
                  <a:schemeClr val="accent2"/>
                </a:solidFill>
              </a:rPr>
              <a:t>To upload your own image for your background, click Add</a:t>
            </a:r>
            <a:endParaRPr>
              <a:solidFill>
                <a:schemeClr val="accent2"/>
              </a:solidFill>
            </a:endParaRPr>
          </a:p>
          <a:p>
            <a:pPr indent="-330200" lvl="0" marL="457200" rtl="0" algn="l">
              <a:lnSpc>
                <a:spcPct val="100000"/>
              </a:lnSpc>
              <a:spcBef>
                <a:spcPts val="0"/>
              </a:spcBef>
              <a:spcAft>
                <a:spcPts val="0"/>
              </a:spcAft>
              <a:buSzPts val="1600"/>
              <a:buFont typeface="Manjari"/>
              <a:buAutoNum type="arabicPeriod"/>
            </a:pPr>
            <a:r>
              <a:rPr lang="en">
                <a:solidFill>
                  <a:schemeClr val="accent2"/>
                </a:solidFill>
              </a:rPr>
              <a:t>Click Join Now</a:t>
            </a:r>
            <a:endParaRPr b="1">
              <a:solidFill>
                <a:schemeClr val="accent2"/>
              </a:solidFill>
            </a:endParaRPr>
          </a:p>
          <a:p>
            <a:pPr indent="0" lvl="0" marL="0" rtl="0" algn="l">
              <a:lnSpc>
                <a:spcPct val="115000"/>
              </a:lnSpc>
              <a:spcBef>
                <a:spcPts val="1600"/>
              </a:spcBef>
              <a:spcAft>
                <a:spcPts val="1600"/>
              </a:spcAft>
              <a:buSzPts val="1800"/>
              <a:buNone/>
            </a:pPr>
            <a:r>
              <a:t/>
            </a:r>
            <a:endParaRPr>
              <a:solidFill>
                <a:schemeClr val="accent2"/>
              </a:solidFill>
            </a:endParaRPr>
          </a:p>
        </p:txBody>
      </p:sp>
      <p:sp>
        <p:nvSpPr>
          <p:cNvPr id="2044" name="Google Shape;2044;p6"/>
          <p:cNvSpPr/>
          <p:nvPr/>
        </p:nvSpPr>
        <p:spPr>
          <a:xfrm>
            <a:off x="812919" y="2519656"/>
            <a:ext cx="6919" cy="10401"/>
          </a:xfrm>
          <a:custGeom>
            <a:rect b="b" l="l" r="r" t="t"/>
            <a:pathLst>
              <a:path extrusionOk="0" h="242" w="161">
                <a:moveTo>
                  <a:pt x="81" y="1"/>
                </a:moveTo>
                <a:lnTo>
                  <a:pt x="0" y="161"/>
                </a:lnTo>
                <a:lnTo>
                  <a:pt x="134" y="241"/>
                </a:lnTo>
                <a:cubicBezTo>
                  <a:pt x="134" y="161"/>
                  <a:pt x="134" y="108"/>
                  <a:pt x="161" y="27"/>
                </a:cubicBezTo>
                <a:lnTo>
                  <a:pt x="81" y="1"/>
                </a:lnTo>
                <a:close/>
              </a:path>
            </a:pathLst>
          </a:custGeom>
          <a:solidFill>
            <a:srgbClr val="8068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042"/>
                                        </p:tgtEl>
                                        <p:attrNameLst>
                                          <p:attrName>style.visibility</p:attrName>
                                        </p:attrNameLst>
                                      </p:cBhvr>
                                      <p:to>
                                        <p:strVal val="visible"/>
                                      </p:to>
                                    </p:set>
                                    <p:animEffect filter="fade" transition="in">
                                      <p:cBhvr>
                                        <p:cTn dur="1000"/>
                                        <p:tgtEl>
                                          <p:spTgt spid="204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2048" name="Shape 2048"/>
        <p:cNvGrpSpPr/>
        <p:nvPr/>
      </p:nvGrpSpPr>
      <p:grpSpPr>
        <a:xfrm>
          <a:off x="0" y="0"/>
          <a:ext cx="0" cy="0"/>
          <a:chOff x="0" y="0"/>
          <a:chExt cx="0" cy="0"/>
        </a:xfrm>
      </p:grpSpPr>
      <p:sp>
        <p:nvSpPr>
          <p:cNvPr id="2049" name="Google Shape;2049;p7"/>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en"/>
              <a:t>During a video call</a:t>
            </a:r>
            <a:endParaRPr/>
          </a:p>
        </p:txBody>
      </p:sp>
      <p:sp>
        <p:nvSpPr>
          <p:cNvPr id="2050" name="Google Shape;2050;p7"/>
          <p:cNvSpPr txBox="1"/>
          <p:nvPr>
            <p:ph idx="1" type="subTitle"/>
          </p:nvPr>
        </p:nvSpPr>
        <p:spPr>
          <a:xfrm>
            <a:off x="713250" y="1123450"/>
            <a:ext cx="8293200" cy="3442800"/>
          </a:xfrm>
          <a:prstGeom prst="rect">
            <a:avLst/>
          </a:prstGeom>
          <a:noFill/>
          <a:ln>
            <a:noFill/>
          </a:ln>
        </p:spPr>
        <p:txBody>
          <a:bodyPr anchorCtr="0" anchor="t" bIns="91425" lIns="91425" spcFirstLastPara="1" rIns="91425" wrap="square" tIns="91425">
            <a:noAutofit/>
          </a:bodyPr>
          <a:lstStyle/>
          <a:p>
            <a:pPr indent="-330200" lvl="0" marL="457200" rtl="0" algn="l">
              <a:lnSpc>
                <a:spcPct val="100000"/>
              </a:lnSpc>
              <a:spcBef>
                <a:spcPts val="0"/>
              </a:spcBef>
              <a:spcAft>
                <a:spcPts val="0"/>
              </a:spcAft>
              <a:buSzPts val="1600"/>
              <a:buAutoNum type="arabicPeriod"/>
            </a:pPr>
            <a:r>
              <a:rPr lang="en"/>
              <a:t>On the bottom right, click More </a:t>
            </a:r>
            <a:endParaRPr/>
          </a:p>
          <a:p>
            <a:pPr indent="-330200" lvl="0" marL="457200" rtl="0" algn="l">
              <a:lnSpc>
                <a:spcPct val="100000"/>
              </a:lnSpc>
              <a:spcBef>
                <a:spcPts val="0"/>
              </a:spcBef>
              <a:spcAft>
                <a:spcPts val="0"/>
              </a:spcAft>
              <a:buSzPts val="1600"/>
              <a:buAutoNum type="arabicPeriod"/>
            </a:pPr>
            <a:r>
              <a:rPr lang="en"/>
              <a:t>Click Change background</a:t>
            </a:r>
            <a:endParaRPr/>
          </a:p>
          <a:p>
            <a:pPr indent="-330200" lvl="1" marL="914400" rtl="0" algn="l">
              <a:lnSpc>
                <a:spcPct val="100000"/>
              </a:lnSpc>
              <a:spcBef>
                <a:spcPts val="0"/>
              </a:spcBef>
              <a:spcAft>
                <a:spcPts val="0"/>
              </a:spcAft>
              <a:buSzPts val="1600"/>
              <a:buAutoNum type="alphaLcPeriod"/>
            </a:pPr>
            <a:r>
              <a:rPr lang="en"/>
              <a:t>To completely blur your background, click Blur your background </a:t>
            </a:r>
            <a:endParaRPr/>
          </a:p>
          <a:p>
            <a:pPr indent="-330200" lvl="1" marL="914400" rtl="0" algn="l">
              <a:lnSpc>
                <a:spcPct val="100000"/>
              </a:lnSpc>
              <a:spcBef>
                <a:spcPts val="0"/>
              </a:spcBef>
              <a:spcAft>
                <a:spcPts val="0"/>
              </a:spcAft>
              <a:buSzPts val="1600"/>
              <a:buAutoNum type="alphaLcPeriod"/>
            </a:pPr>
            <a:r>
              <a:rPr lang="en"/>
              <a:t>To slightly blur your background, click Slightly blur your background</a:t>
            </a:r>
            <a:endParaRPr/>
          </a:p>
          <a:p>
            <a:pPr indent="-330200" lvl="1" marL="914400" rtl="0" algn="l">
              <a:lnSpc>
                <a:spcPct val="100000"/>
              </a:lnSpc>
              <a:spcBef>
                <a:spcPts val="0"/>
              </a:spcBef>
              <a:spcAft>
                <a:spcPts val="0"/>
              </a:spcAft>
              <a:buSzPts val="1600"/>
              <a:buAutoNum type="alphaLcPeriod"/>
            </a:pPr>
            <a:r>
              <a:rPr lang="en"/>
              <a:t>To select a pre-uploaded background, click a background</a:t>
            </a:r>
            <a:endParaRPr/>
          </a:p>
          <a:p>
            <a:pPr indent="-330200" lvl="1" marL="914400" rtl="0" algn="l">
              <a:lnSpc>
                <a:spcPct val="100000"/>
              </a:lnSpc>
              <a:spcBef>
                <a:spcPts val="0"/>
              </a:spcBef>
              <a:spcAft>
                <a:spcPts val="0"/>
              </a:spcAft>
              <a:buSzPts val="1600"/>
              <a:buAutoNum type="alphaLcPeriod"/>
            </a:pPr>
            <a:r>
              <a:rPr lang="en"/>
              <a:t>To upload your own image for your background, click Add</a:t>
            </a:r>
            <a:endParaRPr/>
          </a:p>
          <a:p>
            <a:pPr indent="-330200" lvl="1" marL="914400" rtl="0" algn="l">
              <a:lnSpc>
                <a:spcPct val="100000"/>
              </a:lnSpc>
              <a:spcBef>
                <a:spcPts val="0"/>
              </a:spcBef>
              <a:spcAft>
                <a:spcPts val="0"/>
              </a:spcAft>
              <a:buSzPts val="1600"/>
              <a:buAutoNum type="alphaLcPeriod"/>
            </a:pPr>
            <a:r>
              <a:rPr lang="en"/>
              <a:t>Tip: Your camera is automatically turned on when you click Change background</a:t>
            </a:r>
            <a:endParaRPr/>
          </a:p>
          <a:p>
            <a:pPr indent="0" lvl="0" marL="0" rtl="0" algn="l">
              <a:lnSpc>
                <a:spcPct val="100000"/>
              </a:lnSpc>
              <a:spcBef>
                <a:spcPts val="1600"/>
              </a:spcBef>
              <a:spcAft>
                <a:spcPts val="1600"/>
              </a:spcAft>
              <a:buSzPts val="1800"/>
              <a:buNone/>
            </a:pPr>
            <a:r>
              <a:rPr lang="en"/>
              <a:t>Changing your background may slow down your device. You may want to turn this feature off to allow other apps to run faster on your computer</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049"/>
                                        </p:tgtEl>
                                        <p:attrNameLst>
                                          <p:attrName>style.visibility</p:attrName>
                                        </p:attrNameLst>
                                      </p:cBhvr>
                                      <p:to>
                                        <p:strVal val="visible"/>
                                      </p:to>
                                    </p:set>
                                    <p:animEffect filter="fade" transition="in">
                                      <p:cBhvr>
                                        <p:cTn dur="1000"/>
                                        <p:tgtEl>
                                          <p:spTgt spid="204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4" name="Shape 2054"/>
        <p:cNvGrpSpPr/>
        <p:nvPr/>
      </p:nvGrpSpPr>
      <p:grpSpPr>
        <a:xfrm>
          <a:off x="0" y="0"/>
          <a:ext cx="0" cy="0"/>
          <a:chOff x="0" y="0"/>
          <a:chExt cx="0" cy="0"/>
        </a:xfrm>
      </p:grpSpPr>
      <p:sp>
        <p:nvSpPr>
          <p:cNvPr id="2055" name="Google Shape;2055;p8"/>
          <p:cNvSpPr txBox="1"/>
          <p:nvPr>
            <p:ph type="title"/>
          </p:nvPr>
        </p:nvSpPr>
        <p:spPr>
          <a:xfrm>
            <a:off x="1569450" y="1152050"/>
            <a:ext cx="6005100" cy="1516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4200"/>
              <a:buNone/>
            </a:pPr>
            <a:r>
              <a:rPr lang="en"/>
              <a:t>Change your background in Zoom</a:t>
            </a:r>
            <a:endParaRPr/>
          </a:p>
        </p:txBody>
      </p:sp>
      <p:sp>
        <p:nvSpPr>
          <p:cNvPr id="2056" name="Google Shape;2056;p8"/>
          <p:cNvSpPr txBox="1"/>
          <p:nvPr>
            <p:ph idx="1" type="subTitle"/>
          </p:nvPr>
        </p:nvSpPr>
        <p:spPr>
          <a:xfrm>
            <a:off x="1569450" y="2756350"/>
            <a:ext cx="6005100" cy="1235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200"/>
              </a:spcAft>
              <a:buSzPts val="2100"/>
              <a:buNone/>
            </a:pPr>
            <a:r>
              <a:rPr lang="en"/>
              <a:t>Change your backgrounds easily and make your Zoom video calls more fun and original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055"/>
                                        </p:tgtEl>
                                        <p:attrNameLst>
                                          <p:attrName>style.visibility</p:attrName>
                                        </p:attrNameLst>
                                      </p:cBhvr>
                                      <p:to>
                                        <p:strVal val="visible"/>
                                      </p:to>
                                    </p:set>
                                    <p:animEffect filter="fade" transition="in">
                                      <p:cBhvr>
                                        <p:cTn dur="1000"/>
                                        <p:tgtEl>
                                          <p:spTgt spid="205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0" name="Shape 2060"/>
        <p:cNvGrpSpPr/>
        <p:nvPr/>
      </p:nvGrpSpPr>
      <p:grpSpPr>
        <a:xfrm>
          <a:off x="0" y="0"/>
          <a:ext cx="0" cy="0"/>
          <a:chOff x="0" y="0"/>
          <a:chExt cx="0" cy="0"/>
        </a:xfrm>
      </p:grpSpPr>
      <p:sp>
        <p:nvSpPr>
          <p:cNvPr id="2061" name="Google Shape;2061;p9"/>
          <p:cNvSpPr txBox="1"/>
          <p:nvPr>
            <p:ph type="title"/>
          </p:nvPr>
        </p:nvSpPr>
        <p:spPr>
          <a:xfrm>
            <a:off x="713250" y="523025"/>
            <a:ext cx="7717500" cy="541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en"/>
              <a:t>Change your background in Zoom</a:t>
            </a:r>
            <a:endParaRPr/>
          </a:p>
        </p:txBody>
      </p:sp>
      <p:sp>
        <p:nvSpPr>
          <p:cNvPr id="2062" name="Google Shape;2062;p9"/>
          <p:cNvSpPr txBox="1"/>
          <p:nvPr>
            <p:ph idx="1" type="subTitle"/>
          </p:nvPr>
        </p:nvSpPr>
        <p:spPr>
          <a:xfrm>
            <a:off x="713250" y="1126100"/>
            <a:ext cx="7717500" cy="3442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050"/>
              <a:buNone/>
            </a:pPr>
            <a:r>
              <a:rPr lang="en"/>
              <a:t>First of all, download the backgrounds you want from this template:</a:t>
            </a:r>
            <a:endParaRPr/>
          </a:p>
          <a:p>
            <a:pPr indent="0" lvl="0" marL="0" rtl="0" algn="l">
              <a:lnSpc>
                <a:spcPct val="100000"/>
              </a:lnSpc>
              <a:spcBef>
                <a:spcPts val="0"/>
              </a:spcBef>
              <a:spcAft>
                <a:spcPts val="0"/>
              </a:spcAft>
              <a:buSzPts val="1050"/>
              <a:buNone/>
            </a:pPr>
            <a:r>
              <a:t/>
            </a:r>
            <a:endParaRPr/>
          </a:p>
          <a:p>
            <a:pPr indent="-238760" lvl="0" marL="822960" rtl="0" algn="l">
              <a:lnSpc>
                <a:spcPct val="100000"/>
              </a:lnSpc>
              <a:spcBef>
                <a:spcPts val="0"/>
              </a:spcBef>
              <a:spcAft>
                <a:spcPts val="0"/>
              </a:spcAft>
              <a:buSzPts val="1600"/>
              <a:buFont typeface="Manjari"/>
              <a:buAutoNum type="arabicPeriod"/>
            </a:pPr>
            <a:r>
              <a:rPr lang="en"/>
              <a:t>Select the slide you want to save</a:t>
            </a:r>
            <a:endParaRPr/>
          </a:p>
          <a:p>
            <a:pPr indent="-238760" lvl="0" marL="822960" rtl="0" algn="l">
              <a:lnSpc>
                <a:spcPct val="100000"/>
              </a:lnSpc>
              <a:spcBef>
                <a:spcPts val="0"/>
              </a:spcBef>
              <a:spcAft>
                <a:spcPts val="0"/>
              </a:spcAft>
              <a:buSzPts val="1600"/>
              <a:buFont typeface="Manjari"/>
              <a:buAutoNum type="arabicPeriod"/>
            </a:pPr>
            <a:r>
              <a:rPr lang="en"/>
              <a:t>Modify it and add text if needed</a:t>
            </a:r>
            <a:endParaRPr/>
          </a:p>
          <a:p>
            <a:pPr indent="-238760" lvl="0" marL="822960" rtl="0" algn="l">
              <a:lnSpc>
                <a:spcPct val="100000"/>
              </a:lnSpc>
              <a:spcBef>
                <a:spcPts val="0"/>
              </a:spcBef>
              <a:spcAft>
                <a:spcPts val="0"/>
              </a:spcAft>
              <a:buSzPts val="1600"/>
              <a:buFont typeface="Manjari"/>
              <a:buAutoNum type="arabicPeriod"/>
            </a:pPr>
            <a:r>
              <a:rPr lang="en"/>
              <a:t>Click File &gt; Download &gt; PNG image/JPEG image</a:t>
            </a:r>
            <a:endParaRPr/>
          </a:p>
          <a:p>
            <a:pPr indent="-238760" lvl="0" marL="822960" rtl="0" algn="l">
              <a:lnSpc>
                <a:spcPct val="100000"/>
              </a:lnSpc>
              <a:spcBef>
                <a:spcPts val="0"/>
              </a:spcBef>
              <a:spcAft>
                <a:spcPts val="0"/>
              </a:spcAft>
              <a:buSzPts val="1600"/>
              <a:buFont typeface="Manjari"/>
              <a:buAutoNum type="arabicPeriod"/>
            </a:pPr>
            <a:r>
              <a:rPr lang="en"/>
              <a:t>It will be downloaded to your computer, and now you can use it as your background image</a:t>
            </a:r>
            <a:endParaRPr/>
          </a:p>
          <a:p>
            <a:pPr indent="0" lvl="0" marL="0" rtl="0" algn="l">
              <a:lnSpc>
                <a:spcPct val="100000"/>
              </a:lnSpc>
              <a:spcBef>
                <a:spcPts val="0"/>
              </a:spcBef>
              <a:spcAft>
                <a:spcPts val="0"/>
              </a:spcAft>
              <a:buSzPts val="1050"/>
              <a:buNone/>
            </a:pPr>
            <a:r>
              <a:t/>
            </a:r>
            <a:endParaRPr/>
          </a:p>
          <a:p>
            <a:pPr indent="-330200" lvl="0" marL="457200" rtl="0" algn="l">
              <a:lnSpc>
                <a:spcPct val="100000"/>
              </a:lnSpc>
              <a:spcBef>
                <a:spcPts val="0"/>
              </a:spcBef>
              <a:spcAft>
                <a:spcPts val="0"/>
              </a:spcAft>
              <a:buSzPts val="1600"/>
              <a:buFont typeface="Manjari"/>
              <a:buChar char="●"/>
            </a:pPr>
            <a:r>
              <a:rPr lang="en"/>
              <a:t>First, download the PC version of Zoom and log in with your account</a:t>
            </a:r>
            <a:endParaRPr/>
          </a:p>
          <a:p>
            <a:pPr indent="-330200" lvl="0" marL="457200" rtl="0" algn="l">
              <a:lnSpc>
                <a:spcPct val="100000"/>
              </a:lnSpc>
              <a:spcBef>
                <a:spcPts val="0"/>
              </a:spcBef>
              <a:spcAft>
                <a:spcPts val="0"/>
              </a:spcAft>
              <a:buSzPts val="1600"/>
              <a:buFont typeface="Manjari"/>
              <a:buChar char="●"/>
            </a:pPr>
            <a:r>
              <a:rPr lang="en"/>
              <a:t>Once inside, Zoom, click on Settings, located in the upper right corner</a:t>
            </a:r>
            <a:endParaRPr/>
          </a:p>
          <a:p>
            <a:pPr indent="-330200" lvl="0" marL="457200" rtl="0" algn="l">
              <a:lnSpc>
                <a:spcPct val="100000"/>
              </a:lnSpc>
              <a:spcBef>
                <a:spcPts val="0"/>
              </a:spcBef>
              <a:spcAft>
                <a:spcPts val="0"/>
              </a:spcAft>
              <a:buSzPts val="1600"/>
              <a:buFont typeface="Manjari"/>
              <a:buChar char="●"/>
            </a:pPr>
            <a:r>
              <a:rPr lang="en"/>
              <a:t>Click on the Virtual Fund option</a:t>
            </a:r>
            <a:endParaRPr/>
          </a:p>
          <a:p>
            <a:pPr indent="-330200" lvl="0" marL="457200" rtl="0" algn="l">
              <a:lnSpc>
                <a:spcPct val="100000"/>
              </a:lnSpc>
              <a:spcBef>
                <a:spcPts val="0"/>
              </a:spcBef>
              <a:spcAft>
                <a:spcPts val="0"/>
              </a:spcAft>
              <a:buSzPts val="1600"/>
              <a:buFont typeface="Manjari"/>
              <a:buChar char="●"/>
            </a:pPr>
            <a:r>
              <a:rPr lang="en"/>
              <a:t>Now click on the background you want. If you want to use a background downloaded to your computer, click on the plus symbol and the option to add an image or video will appear</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061"/>
                                        </p:tgtEl>
                                        <p:attrNameLst>
                                          <p:attrName>style.visibility</p:attrName>
                                        </p:attrNameLst>
                                      </p:cBhvr>
                                      <p:to>
                                        <p:strVal val="visible"/>
                                      </p:to>
                                    </p:set>
                                    <p:animEffect filter="fade" transition="in">
                                      <p:cBhvr>
                                        <p:cTn dur="1000"/>
                                        <p:tgtEl>
                                          <p:spTgt spid="206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66" name="Shape 2066"/>
        <p:cNvGrpSpPr/>
        <p:nvPr/>
      </p:nvGrpSpPr>
      <p:grpSpPr>
        <a:xfrm>
          <a:off x="0" y="0"/>
          <a:ext cx="0" cy="0"/>
          <a:chOff x="0" y="0"/>
          <a:chExt cx="0" cy="0"/>
        </a:xfrm>
      </p:grpSpPr>
      <p:sp>
        <p:nvSpPr>
          <p:cNvPr id="2067" name="Google Shape;2067;p112"/>
          <p:cNvSpPr txBox="1"/>
          <p:nvPr>
            <p:ph idx="4294967295"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068" name="Google Shape;2068;p112"/>
          <p:cNvSpPr txBox="1"/>
          <p:nvPr>
            <p:ph idx="4294967295" type="body"/>
          </p:nvPr>
        </p:nvSpPr>
        <p:spPr>
          <a:xfrm>
            <a:off x="1220500" y="1299875"/>
            <a:ext cx="7047300" cy="4401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SzPts val="1100"/>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latin typeface="Arial"/>
                <a:ea typeface="Arial"/>
                <a:cs typeface="Arial"/>
                <a:sym typeface="Arial"/>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SzPts val="1100"/>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SzPts val="1100"/>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SzPts val="1100"/>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SzPts val="1100"/>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SzPts val="1100"/>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SzPts val="1100"/>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SzPts val="1100"/>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SzPts val="1100"/>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SzPts val="1100"/>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t/>
            </a:r>
            <a:endParaRPr sz="1100">
              <a:solidFill>
                <a:srgbClr val="435D74"/>
              </a:solidFill>
              <a:latin typeface="Arial"/>
              <a:ea typeface="Arial"/>
              <a:cs typeface="Arial"/>
              <a:sym typeface="Arial"/>
            </a:endParaRPr>
          </a:p>
          <a:p>
            <a:pPr indent="0" lvl="0" marL="0" rtl="0" algn="ctr">
              <a:lnSpc>
                <a:spcPct val="115000"/>
              </a:lnSpc>
              <a:spcBef>
                <a:spcPts val="0"/>
              </a:spcBef>
              <a:spcAft>
                <a:spcPts val="0"/>
              </a:spcAft>
              <a:buSzPts val="1100"/>
              <a:buNone/>
            </a:pPr>
            <a:r>
              <a:t/>
            </a:r>
            <a:endParaRPr sz="1400">
              <a:solidFill>
                <a:srgbClr val="435D74"/>
              </a:solidFill>
              <a:latin typeface="Arial"/>
              <a:ea typeface="Arial"/>
              <a:cs typeface="Arial"/>
              <a:sym typeface="Arial"/>
            </a:endParaRPr>
          </a:p>
          <a:p>
            <a:pPr indent="0" lvl="0" marL="0" rtl="0" algn="l">
              <a:lnSpc>
                <a:spcPct val="115000"/>
              </a:lnSpc>
              <a:spcBef>
                <a:spcPts val="0"/>
              </a:spcBef>
              <a:spcAft>
                <a:spcPts val="0"/>
              </a:spcAft>
              <a:buSzPts val="1100"/>
              <a:buNone/>
            </a:pPr>
            <a:r>
              <a:t/>
            </a:r>
            <a:endParaRPr sz="1400">
              <a:solidFill>
                <a:srgbClr val="435D74"/>
              </a:solidFill>
              <a:latin typeface="Arial"/>
              <a:ea typeface="Arial"/>
              <a:cs typeface="Arial"/>
              <a:sym typeface="Arial"/>
            </a:endParaRPr>
          </a:p>
        </p:txBody>
      </p:sp>
      <p:sp>
        <p:nvSpPr>
          <p:cNvPr id="2069" name="Google Shape;2069;p112"/>
          <p:cNvSpPr txBox="1"/>
          <p:nvPr>
            <p:ph idx="4294967295" type="body"/>
          </p:nvPr>
        </p:nvSpPr>
        <p:spPr>
          <a:xfrm>
            <a:off x="1048350" y="4124425"/>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SzPts val="1100"/>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73" name="Shape 2073"/>
        <p:cNvGrpSpPr/>
        <p:nvPr/>
      </p:nvGrpSpPr>
      <p:grpSpPr>
        <a:xfrm>
          <a:off x="0" y="0"/>
          <a:ext cx="0" cy="0"/>
          <a:chOff x="0" y="0"/>
          <a:chExt cx="0" cy="0"/>
        </a:xfrm>
      </p:grpSpPr>
      <p:sp>
        <p:nvSpPr>
          <p:cNvPr id="2074" name="Google Shape;2074;p114"/>
          <p:cNvSpPr txBox="1"/>
          <p:nvPr>
            <p:ph idx="4294967295" type="title"/>
          </p:nvPr>
        </p:nvSpPr>
        <p:spPr>
          <a:xfrm>
            <a:off x="1048350" y="95440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075" name="Google Shape;2075;p114"/>
          <p:cNvSpPr txBox="1"/>
          <p:nvPr>
            <p:ph idx="4294967295" type="body"/>
          </p:nvPr>
        </p:nvSpPr>
        <p:spPr>
          <a:xfrm>
            <a:off x="1068100" y="1457875"/>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SzPts val="1100"/>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lnSpc>
                <a:spcPct val="115000"/>
              </a:lnSpc>
              <a:spcBef>
                <a:spcPts val="0"/>
              </a:spcBef>
              <a:spcAft>
                <a:spcPts val="0"/>
              </a:spcAft>
              <a:buSzPts val="1100"/>
              <a:buNone/>
            </a:pPr>
            <a:r>
              <a:t/>
            </a:r>
            <a:endParaRPr sz="1400">
              <a:solidFill>
                <a:srgbClr val="435D74"/>
              </a:solidFill>
              <a:latin typeface="Arial"/>
              <a:ea typeface="Arial"/>
              <a:cs typeface="Arial"/>
              <a:sym typeface="Arial"/>
            </a:endParaRPr>
          </a:p>
        </p:txBody>
      </p:sp>
      <p:sp>
        <p:nvSpPr>
          <p:cNvPr id="2076" name="Google Shape;2076;p114"/>
          <p:cNvSpPr txBox="1"/>
          <p:nvPr>
            <p:ph idx="4294967295" type="body"/>
          </p:nvPr>
        </p:nvSpPr>
        <p:spPr>
          <a:xfrm>
            <a:off x="1068100" y="1919049"/>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SzPts val="1100"/>
              <a:buNone/>
            </a:pPr>
            <a:r>
              <a:rPr b="1" lang="en">
                <a:solidFill>
                  <a:srgbClr val="EFEFEF"/>
                </a:solidFill>
                <a:latin typeface="Arial"/>
                <a:ea typeface="Arial"/>
                <a:cs typeface="Arial"/>
                <a:sym typeface="Arial"/>
              </a:rPr>
              <a:t>Hammersmith One </a:t>
            </a:r>
            <a:endParaRPr b="1">
              <a:solidFill>
                <a:srgbClr val="EFEFEF"/>
              </a:solidFill>
              <a:latin typeface="Arial"/>
              <a:ea typeface="Arial"/>
              <a:cs typeface="Arial"/>
              <a:sym typeface="Arial"/>
            </a:endParaRPr>
          </a:p>
          <a:p>
            <a:pPr indent="0" lvl="0" marL="0" rtl="0" algn="ctr">
              <a:lnSpc>
                <a:spcPct val="115000"/>
              </a:lnSpc>
              <a:spcBef>
                <a:spcPts val="0"/>
              </a:spcBef>
              <a:spcAft>
                <a:spcPts val="0"/>
              </a:spcAft>
              <a:buSzPts val="1100"/>
              <a:buNone/>
            </a:pPr>
            <a:r>
              <a:rPr lang="en">
                <a:solidFill>
                  <a:srgbClr val="FFFFFF"/>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https://fonts.google.com/specimen/Hammersmith+One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t/>
            </a:r>
            <a:endParaRPr sz="800">
              <a:solidFill>
                <a:srgbClr val="435D74"/>
              </a:solidFill>
              <a:latin typeface="Arial"/>
              <a:ea typeface="Arial"/>
              <a:cs typeface="Arial"/>
              <a:sym typeface="Arial"/>
            </a:endParaRPr>
          </a:p>
          <a:p>
            <a:pPr indent="0" lvl="0" marL="0" rtl="0" algn="ctr">
              <a:lnSpc>
                <a:spcPct val="115000"/>
              </a:lnSpc>
              <a:spcBef>
                <a:spcPts val="0"/>
              </a:spcBef>
              <a:spcAft>
                <a:spcPts val="0"/>
              </a:spcAft>
              <a:buSzPts val="1100"/>
              <a:buNone/>
            </a:pPr>
            <a:r>
              <a:rPr b="1" lang="en">
                <a:solidFill>
                  <a:schemeClr val="lt1"/>
                </a:solidFill>
                <a:latin typeface="Arial"/>
                <a:ea typeface="Arial"/>
                <a:cs typeface="Arial"/>
                <a:sym typeface="Arial"/>
              </a:rPr>
              <a:t>Manjari</a:t>
            </a:r>
            <a:endParaRPr b="1">
              <a:solidFill>
                <a:srgbClr val="FFFFFF"/>
              </a:solidFill>
              <a:latin typeface="Arial"/>
              <a:ea typeface="Arial"/>
              <a:cs typeface="Arial"/>
              <a:sym typeface="Arial"/>
            </a:endParaRPr>
          </a:p>
          <a:p>
            <a:pPr indent="0" lvl="0" marL="0" rtl="0" algn="ctr">
              <a:lnSpc>
                <a:spcPct val="115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https://fonts.google.com/specimen/Manjari</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077" name="Google Shape;2077;p114"/>
          <p:cNvGrpSpPr/>
          <p:nvPr/>
        </p:nvGrpSpPr>
        <p:grpSpPr>
          <a:xfrm>
            <a:off x="2063888" y="3488625"/>
            <a:ext cx="3976875" cy="754200"/>
            <a:chOff x="2052655" y="3498875"/>
            <a:chExt cx="3976875" cy="754200"/>
          </a:xfrm>
        </p:grpSpPr>
        <p:sp>
          <p:nvSpPr>
            <p:cNvPr id="2078" name="Google Shape;2078;p114"/>
            <p:cNvSpPr/>
            <p:nvPr/>
          </p:nvSpPr>
          <p:spPr>
            <a:xfrm>
              <a:off x="3114480" y="3498875"/>
              <a:ext cx="791400" cy="754200"/>
            </a:xfrm>
            <a:prstGeom prst="roundRect">
              <a:avLst>
                <a:gd fmla="val 16667" name="adj"/>
              </a:avLst>
            </a:prstGeom>
            <a:solidFill>
              <a:srgbClr val="C8A5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 name="Google Shape;2079;p114"/>
            <p:cNvSpPr/>
            <p:nvPr/>
          </p:nvSpPr>
          <p:spPr>
            <a:xfrm>
              <a:off x="4176300" y="3498875"/>
              <a:ext cx="791400" cy="754200"/>
            </a:xfrm>
            <a:prstGeom prst="roundRect">
              <a:avLst>
                <a:gd fmla="val 16667" name="adj"/>
              </a:avLst>
            </a:prstGeom>
            <a:solidFill>
              <a:srgbClr val="A0A2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 name="Google Shape;2080;p114"/>
            <p:cNvSpPr/>
            <p:nvPr/>
          </p:nvSpPr>
          <p:spPr>
            <a:xfrm>
              <a:off x="5238120" y="3498875"/>
              <a:ext cx="791400" cy="754200"/>
            </a:xfrm>
            <a:prstGeom prst="roundRect">
              <a:avLst>
                <a:gd fmla="val 16667" name="adj"/>
              </a:avLst>
            </a:prstGeom>
            <a:solidFill>
              <a:srgbClr val="4047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 name="Google Shape;2081;p114"/>
            <p:cNvSpPr/>
            <p:nvPr/>
          </p:nvSpPr>
          <p:spPr>
            <a:xfrm>
              <a:off x="2052655" y="3498875"/>
              <a:ext cx="791400" cy="754200"/>
            </a:xfrm>
            <a:prstGeom prst="roundRect">
              <a:avLst>
                <a:gd fmla="val 16667" name="adj"/>
              </a:avLst>
            </a:prstGeom>
            <a:solidFill>
              <a:srgbClr val="EDEC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 name="Google Shape;2082;p114"/>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#c8a591ff</a:t>
              </a:r>
              <a:endParaRPr b="0" i="0" sz="1000" u="none" cap="none" strike="noStrike">
                <a:solidFill>
                  <a:srgbClr val="FFFFFF"/>
                </a:solidFill>
                <a:latin typeface="Arial"/>
                <a:ea typeface="Arial"/>
                <a:cs typeface="Arial"/>
                <a:sym typeface="Arial"/>
              </a:endParaRPr>
            </a:p>
          </p:txBody>
        </p:sp>
        <p:sp>
          <p:nvSpPr>
            <p:cNvPr id="2083" name="Google Shape;2083;p114"/>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#a0a299</a:t>
              </a:r>
              <a:endParaRPr b="0" i="0" sz="1000" u="none" cap="none" strike="noStrike">
                <a:solidFill>
                  <a:srgbClr val="FFFFFF"/>
                </a:solidFill>
                <a:latin typeface="Arial"/>
                <a:ea typeface="Arial"/>
                <a:cs typeface="Arial"/>
                <a:sym typeface="Arial"/>
              </a:endParaRPr>
            </a:p>
          </p:txBody>
        </p:sp>
        <p:sp>
          <p:nvSpPr>
            <p:cNvPr id="2084" name="Google Shape;2084;p114"/>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#40474b</a:t>
              </a:r>
              <a:endParaRPr b="0" i="0" sz="1000" u="none" cap="none" strike="noStrike">
                <a:solidFill>
                  <a:srgbClr val="FFFFFF"/>
                </a:solidFill>
                <a:latin typeface="Arial"/>
                <a:ea typeface="Arial"/>
                <a:cs typeface="Arial"/>
                <a:sym typeface="Arial"/>
              </a:endParaRPr>
            </a:p>
          </p:txBody>
        </p:sp>
        <p:sp>
          <p:nvSpPr>
            <p:cNvPr id="2085" name="Google Shape;2085;p114"/>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40474B"/>
                  </a:solidFill>
                  <a:latin typeface="Arial"/>
                  <a:ea typeface="Arial"/>
                  <a:cs typeface="Arial"/>
                  <a:sym typeface="Arial"/>
                </a:rPr>
                <a:t>#edecdfff</a:t>
              </a:r>
              <a:endParaRPr b="0" i="0" sz="1000" u="none" cap="none" strike="noStrike">
                <a:solidFill>
                  <a:srgbClr val="40474B"/>
                </a:solidFill>
                <a:latin typeface="Arial"/>
                <a:ea typeface="Arial"/>
                <a:cs typeface="Arial"/>
                <a:sym typeface="Arial"/>
              </a:endParaRPr>
            </a:p>
          </p:txBody>
        </p:sp>
      </p:grpSp>
      <p:grpSp>
        <p:nvGrpSpPr>
          <p:cNvPr id="2086" name="Google Shape;2086;p114"/>
          <p:cNvGrpSpPr/>
          <p:nvPr/>
        </p:nvGrpSpPr>
        <p:grpSpPr>
          <a:xfrm>
            <a:off x="6288677" y="3488625"/>
            <a:ext cx="791410" cy="754200"/>
            <a:chOff x="5238120" y="3498875"/>
            <a:chExt cx="791410" cy="754200"/>
          </a:xfrm>
        </p:grpSpPr>
        <p:sp>
          <p:nvSpPr>
            <p:cNvPr id="2087" name="Google Shape;2087;p114"/>
            <p:cNvSpPr/>
            <p:nvPr/>
          </p:nvSpPr>
          <p:spPr>
            <a:xfrm>
              <a:off x="5238120" y="3498875"/>
              <a:ext cx="791400" cy="7542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 name="Google Shape;2088;p114"/>
            <p:cNvSpPr txBox="1"/>
            <p:nvPr/>
          </p:nvSpPr>
          <p:spPr>
            <a:xfrm>
              <a:off x="5238130" y="3655925"/>
              <a:ext cx="791400" cy="4401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40474B"/>
                  </a:solidFill>
                  <a:latin typeface="Arial"/>
                  <a:ea typeface="Arial"/>
                  <a:cs typeface="Arial"/>
                  <a:sym typeface="Arial"/>
                </a:rPr>
                <a:t>#ffffff</a:t>
              </a:r>
              <a:endParaRPr b="0" i="0" sz="1000" u="none" cap="none" strike="noStrike">
                <a:solidFill>
                  <a:srgbClr val="40474B"/>
                </a:solidFill>
                <a:latin typeface="Arial"/>
                <a:ea typeface="Arial"/>
                <a:cs typeface="Arial"/>
                <a:sym typeface="Arial"/>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92" name="Shape 2092"/>
        <p:cNvGrpSpPr/>
        <p:nvPr/>
      </p:nvGrpSpPr>
      <p:grpSpPr>
        <a:xfrm>
          <a:off x="0" y="0"/>
          <a:ext cx="0" cy="0"/>
          <a:chOff x="0" y="0"/>
          <a:chExt cx="0" cy="0"/>
        </a:xfrm>
      </p:grpSpPr>
      <p:sp>
        <p:nvSpPr>
          <p:cNvPr id="2093" name="Google Shape;2093;p116"/>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100"/>
              <a:buFont typeface="Arial"/>
              <a:buNone/>
            </a:pPr>
            <a:r>
              <a:rPr b="0" i="0" lang="en" sz="1100" u="none" cap="none" strike="noStrike">
                <a:solidFill>
                  <a:srgbClr val="FFFFFF"/>
                </a:solidFill>
                <a:latin typeface="Arial"/>
                <a:ea typeface="Arial"/>
                <a:cs typeface="Arial"/>
                <a:sym typeface="Arial"/>
              </a:rPr>
              <a:t>You can easily</a:t>
            </a:r>
            <a:r>
              <a:rPr b="0" i="0" lang="en" sz="1100" u="none" cap="none" strike="noStrike">
                <a:solidFill>
                  <a:srgbClr val="435D74"/>
                </a:solidFill>
                <a:latin typeface="Arial"/>
                <a:ea typeface="Arial"/>
                <a:cs typeface="Arial"/>
                <a:sym typeface="Arial"/>
              </a:rPr>
              <a:t> </a:t>
            </a:r>
            <a:r>
              <a:rPr b="0" i="0" lang="en" sz="1100" u="none" cap="none" strike="noStrike">
                <a:solidFill>
                  <a:srgbClr val="869FB2"/>
                </a:solidFill>
                <a:latin typeface="Arial"/>
                <a:ea typeface="Arial"/>
                <a:cs typeface="Arial"/>
                <a:sym typeface="Arial"/>
              </a:rPr>
              <a:t>resize</a:t>
            </a:r>
            <a:r>
              <a:rPr b="0" i="0" lang="en" sz="1100" u="none" cap="none" strike="noStrike">
                <a:solidFill>
                  <a:srgbClr val="435D74"/>
                </a:solidFill>
                <a:latin typeface="Arial"/>
                <a:ea typeface="Arial"/>
                <a:cs typeface="Arial"/>
                <a:sym typeface="Arial"/>
              </a:rPr>
              <a:t> </a:t>
            </a:r>
            <a:r>
              <a:rPr b="0" i="0" lang="en" sz="1100" u="none" cap="none" strike="noStrike">
                <a:solidFill>
                  <a:srgbClr val="FFFFFF"/>
                </a:solidFill>
                <a:latin typeface="Arial"/>
                <a:ea typeface="Arial"/>
                <a:cs typeface="Arial"/>
                <a:sym typeface="Arial"/>
              </a:rPr>
              <a:t>these resources without losing quality. To</a:t>
            </a:r>
            <a:r>
              <a:rPr b="0" i="0" lang="en" sz="1100" u="none" cap="none" strike="noStrike">
                <a:solidFill>
                  <a:srgbClr val="435D74"/>
                </a:solidFill>
                <a:latin typeface="Arial"/>
                <a:ea typeface="Arial"/>
                <a:cs typeface="Arial"/>
                <a:sym typeface="Arial"/>
              </a:rPr>
              <a:t> </a:t>
            </a:r>
            <a:r>
              <a:rPr b="0" i="0" lang="en" sz="1100" u="none" cap="none" strike="noStrike">
                <a:solidFill>
                  <a:srgbClr val="869FB2"/>
                </a:solidFill>
                <a:latin typeface="Arial"/>
                <a:ea typeface="Arial"/>
                <a:cs typeface="Arial"/>
                <a:sym typeface="Arial"/>
              </a:rPr>
              <a:t>change the color</a:t>
            </a:r>
            <a:r>
              <a:rPr b="0" i="0" lang="en" sz="1100" u="none" cap="none" strike="noStrike">
                <a:solidFill>
                  <a:srgbClr val="FFFFFF"/>
                </a:solidFill>
                <a:latin typeface="Arial"/>
                <a:ea typeface="Arial"/>
                <a:cs typeface="Arial"/>
                <a:sym typeface="Arial"/>
              </a:rPr>
              <a:t>, just ungroup the resource and click on the object you want to change. Then, click on the paint bucket and select the color you want. Group the resource again when you’re done. You can also look for more </a:t>
            </a:r>
            <a:r>
              <a:rPr b="0" i="0" lang="en" sz="1100" u="none" cap="none" strike="noStrike">
                <a:solidFill>
                  <a:srgbClr val="869FB2"/>
                </a:solidFill>
                <a:uFill>
                  <a:noFill/>
                </a:uFill>
                <a:latin typeface="Arial"/>
                <a:ea typeface="Arial"/>
                <a:cs typeface="Arial"/>
                <a:sym typeface="Arial"/>
                <a:hlinkClick r:id="rId3">
                  <a:extLst>
                    <a:ext uri="{A12FA001-AC4F-418D-AE19-62706E023703}">
                      <ahyp:hlinkClr val="tx"/>
                    </a:ext>
                  </a:extLst>
                </a:hlinkClick>
              </a:rPr>
              <a:t>infographics</a:t>
            </a:r>
            <a:r>
              <a:rPr b="0" i="0" lang="en" sz="1100" u="none" cap="none" strike="noStrike">
                <a:solidFill>
                  <a:srgbClr val="FFFFFF"/>
                </a:solidFill>
                <a:latin typeface="Arial"/>
                <a:ea typeface="Arial"/>
                <a:cs typeface="Arial"/>
                <a:sym typeface="Arial"/>
              </a:rPr>
              <a:t> on Slidesgo.</a:t>
            </a:r>
            <a:endParaRPr b="0" i="0" sz="1100" u="none" cap="none" strike="noStrike">
              <a:solidFill>
                <a:srgbClr val="FFFFFF"/>
              </a:solidFill>
              <a:latin typeface="Arial"/>
              <a:ea typeface="Arial"/>
              <a:cs typeface="Arial"/>
              <a:sym typeface="Arial"/>
            </a:endParaRPr>
          </a:p>
        </p:txBody>
      </p:sp>
      <p:grpSp>
        <p:nvGrpSpPr>
          <p:cNvPr id="2094" name="Google Shape;2094;p116"/>
          <p:cNvGrpSpPr/>
          <p:nvPr/>
        </p:nvGrpSpPr>
        <p:grpSpPr>
          <a:xfrm>
            <a:off x="5156078" y="3085736"/>
            <a:ext cx="474294" cy="551291"/>
            <a:chOff x="4727025" y="1332775"/>
            <a:chExt cx="59900" cy="69625"/>
          </a:xfrm>
        </p:grpSpPr>
        <p:sp>
          <p:nvSpPr>
            <p:cNvPr id="2095" name="Google Shape;2095;p11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p11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97" name="Google Shape;2097;p116"/>
          <p:cNvGrpSpPr/>
          <p:nvPr/>
        </p:nvGrpSpPr>
        <p:grpSpPr>
          <a:xfrm>
            <a:off x="5769734" y="2314340"/>
            <a:ext cx="555653" cy="557031"/>
            <a:chOff x="4820425" y="1329900"/>
            <a:chExt cx="70175" cy="70350"/>
          </a:xfrm>
        </p:grpSpPr>
        <p:sp>
          <p:nvSpPr>
            <p:cNvPr id="2098" name="Google Shape;2098;p11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p11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 name="Google Shape;2100;p11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 name="Google Shape;2101;p11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02" name="Google Shape;2102;p116"/>
          <p:cNvGrpSpPr/>
          <p:nvPr/>
        </p:nvGrpSpPr>
        <p:grpSpPr>
          <a:xfrm>
            <a:off x="6396103" y="2318845"/>
            <a:ext cx="582574" cy="533871"/>
            <a:chOff x="4903200" y="1331525"/>
            <a:chExt cx="73575" cy="67425"/>
          </a:xfrm>
        </p:grpSpPr>
        <p:sp>
          <p:nvSpPr>
            <p:cNvPr id="2103" name="Google Shape;2103;p11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 name="Google Shape;2104;p11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05" name="Google Shape;2105;p116"/>
          <p:cNvGrpSpPr/>
          <p:nvPr/>
        </p:nvGrpSpPr>
        <p:grpSpPr>
          <a:xfrm>
            <a:off x="5755581" y="3078709"/>
            <a:ext cx="583960" cy="565345"/>
            <a:chOff x="4815575" y="1416800"/>
            <a:chExt cx="73750" cy="71400"/>
          </a:xfrm>
        </p:grpSpPr>
        <p:sp>
          <p:nvSpPr>
            <p:cNvPr id="2106" name="Google Shape;2106;p11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p11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p11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09" name="Google Shape;2109;p116"/>
          <p:cNvGrpSpPr/>
          <p:nvPr/>
        </p:nvGrpSpPr>
        <p:grpSpPr>
          <a:xfrm>
            <a:off x="6390362" y="3108896"/>
            <a:ext cx="589898" cy="504970"/>
            <a:chOff x="4902475" y="1418875"/>
            <a:chExt cx="74500" cy="63775"/>
          </a:xfrm>
        </p:grpSpPr>
        <p:sp>
          <p:nvSpPr>
            <p:cNvPr id="2110" name="Google Shape;2110;p11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 name="Google Shape;2111;p11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12" name="Google Shape;2112;p116"/>
          <p:cNvGrpSpPr/>
          <p:nvPr/>
        </p:nvGrpSpPr>
        <p:grpSpPr>
          <a:xfrm>
            <a:off x="5765577" y="3826000"/>
            <a:ext cx="563967" cy="567127"/>
            <a:chOff x="4818100" y="1507675"/>
            <a:chExt cx="71225" cy="71625"/>
          </a:xfrm>
        </p:grpSpPr>
        <p:sp>
          <p:nvSpPr>
            <p:cNvPr id="2113" name="Google Shape;2113;p11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 name="Google Shape;2114;p11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 name="Google Shape;2115;p11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 name="Google Shape;2116;p11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17" name="Google Shape;2117;p116"/>
          <p:cNvGrpSpPr/>
          <p:nvPr/>
        </p:nvGrpSpPr>
        <p:grpSpPr>
          <a:xfrm>
            <a:off x="5079075" y="3829461"/>
            <a:ext cx="628301" cy="588505"/>
            <a:chOff x="4721450" y="1509475"/>
            <a:chExt cx="79350" cy="74325"/>
          </a:xfrm>
        </p:grpSpPr>
        <p:sp>
          <p:nvSpPr>
            <p:cNvPr id="2118" name="Google Shape;2118;p11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 name="Google Shape;2119;p11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 name="Google Shape;2120;p11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 name="Google Shape;2121;p11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22" name="Google Shape;2122;p116"/>
          <p:cNvGrpSpPr/>
          <p:nvPr/>
        </p:nvGrpSpPr>
        <p:grpSpPr>
          <a:xfrm>
            <a:off x="6424608" y="3814027"/>
            <a:ext cx="557038" cy="562772"/>
            <a:chOff x="4906800" y="1507500"/>
            <a:chExt cx="70350" cy="71075"/>
          </a:xfrm>
        </p:grpSpPr>
        <p:sp>
          <p:nvSpPr>
            <p:cNvPr id="2123" name="Google Shape;2123;p11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 name="Google Shape;2124;p11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 name="Google Shape;2125;p11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p11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 name="Google Shape;2127;p11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28" name="Google Shape;2128;p116"/>
          <p:cNvGrpSpPr/>
          <p:nvPr/>
        </p:nvGrpSpPr>
        <p:grpSpPr>
          <a:xfrm>
            <a:off x="4462216" y="2340963"/>
            <a:ext cx="517934" cy="517934"/>
            <a:chOff x="3736598" y="2170606"/>
            <a:chExt cx="404889" cy="404889"/>
          </a:xfrm>
        </p:grpSpPr>
        <p:sp>
          <p:nvSpPr>
            <p:cNvPr id="2129" name="Google Shape;2129;p11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 name="Google Shape;2130;p11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 name="Google Shape;2131;p11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 name="Google Shape;2132;p11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33" name="Google Shape;2133;p116"/>
          <p:cNvGrpSpPr/>
          <p:nvPr/>
        </p:nvGrpSpPr>
        <p:grpSpPr>
          <a:xfrm>
            <a:off x="3729277" y="2341061"/>
            <a:ext cx="586986" cy="517740"/>
            <a:chOff x="3161917" y="2170682"/>
            <a:chExt cx="458870" cy="404737"/>
          </a:xfrm>
        </p:grpSpPr>
        <p:sp>
          <p:nvSpPr>
            <p:cNvPr id="2134" name="Google Shape;2134;p11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 name="Google Shape;2135;p11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 name="Google Shape;2136;p11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37" name="Google Shape;2137;p116"/>
          <p:cNvGrpSpPr/>
          <p:nvPr/>
        </p:nvGrpSpPr>
        <p:grpSpPr>
          <a:xfrm>
            <a:off x="3752299" y="3102400"/>
            <a:ext cx="540943" cy="517963"/>
            <a:chOff x="3179914" y="2889488"/>
            <a:chExt cx="422876" cy="404911"/>
          </a:xfrm>
        </p:grpSpPr>
        <p:sp>
          <p:nvSpPr>
            <p:cNvPr id="2138" name="Google Shape;2138;p11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p11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 name="Google Shape;2140;p11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 name="Google Shape;2141;p11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 name="Google Shape;2142;p11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 name="Google Shape;2143;p11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44" name="Google Shape;2144;p116"/>
          <p:cNvGrpSpPr/>
          <p:nvPr/>
        </p:nvGrpSpPr>
        <p:grpSpPr>
          <a:xfrm>
            <a:off x="4453093" y="3102358"/>
            <a:ext cx="536179" cy="518047"/>
            <a:chOff x="3729467" y="2889422"/>
            <a:chExt cx="419152" cy="404977"/>
          </a:xfrm>
        </p:grpSpPr>
        <p:sp>
          <p:nvSpPr>
            <p:cNvPr id="2145" name="Google Shape;2145;p11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 name="Google Shape;2146;p11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 name="Google Shape;2147;p11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 name="Google Shape;2148;p11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 name="Google Shape;2149;p11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 name="Google Shape;2150;p11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 name="Google Shape;2151;p11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52" name="Google Shape;2152;p116"/>
          <p:cNvGrpSpPr/>
          <p:nvPr/>
        </p:nvGrpSpPr>
        <p:grpSpPr>
          <a:xfrm>
            <a:off x="1990126" y="3445787"/>
            <a:ext cx="965352" cy="134612"/>
            <a:chOff x="4411970" y="2962952"/>
            <a:chExt cx="706545" cy="104213"/>
          </a:xfrm>
        </p:grpSpPr>
        <p:sp>
          <p:nvSpPr>
            <p:cNvPr id="2153" name="Google Shape;2153;p11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 name="Google Shape;2154;p11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 name="Google Shape;2155;p11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 name="Google Shape;2156;p11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57" name="Google Shape;2157;p116"/>
          <p:cNvGrpSpPr/>
          <p:nvPr/>
        </p:nvGrpSpPr>
        <p:grpSpPr>
          <a:xfrm>
            <a:off x="1990126" y="3041077"/>
            <a:ext cx="960158" cy="289172"/>
            <a:chOff x="4411970" y="2726085"/>
            <a:chExt cx="643107" cy="193659"/>
          </a:xfrm>
        </p:grpSpPr>
        <p:sp>
          <p:nvSpPr>
            <p:cNvPr id="2158" name="Google Shape;2158;p11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 name="Google Shape;2159;p11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 name="Google Shape;2160;p11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61" name="Google Shape;2161;p116"/>
          <p:cNvGrpSpPr/>
          <p:nvPr/>
        </p:nvGrpSpPr>
        <p:grpSpPr>
          <a:xfrm>
            <a:off x="998624" y="3295400"/>
            <a:ext cx="811504" cy="252583"/>
            <a:chOff x="4411970" y="4340222"/>
            <a:chExt cx="779468" cy="242682"/>
          </a:xfrm>
        </p:grpSpPr>
        <p:sp>
          <p:nvSpPr>
            <p:cNvPr id="2162" name="Google Shape;2162;p11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 name="Google Shape;2163;p11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 name="Google Shape;2164;p11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65" name="Google Shape;2165;p116"/>
          <p:cNvGrpSpPr/>
          <p:nvPr/>
        </p:nvGrpSpPr>
        <p:grpSpPr>
          <a:xfrm>
            <a:off x="1990126" y="2709308"/>
            <a:ext cx="965160" cy="216230"/>
            <a:chOff x="4411970" y="2468674"/>
            <a:chExt cx="747317" cy="167425"/>
          </a:xfrm>
        </p:grpSpPr>
        <p:sp>
          <p:nvSpPr>
            <p:cNvPr id="2166" name="Google Shape;2166;p11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 name="Google Shape;2167;p11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68" name="Google Shape;2168;p116"/>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69" name="Google Shape;2169;p116"/>
          <p:cNvGrpSpPr/>
          <p:nvPr/>
        </p:nvGrpSpPr>
        <p:grpSpPr>
          <a:xfrm>
            <a:off x="997692" y="2334687"/>
            <a:ext cx="1959041" cy="208784"/>
            <a:chOff x="6336019" y="3733725"/>
            <a:chExt cx="2566206" cy="351310"/>
          </a:xfrm>
        </p:grpSpPr>
        <p:sp>
          <p:nvSpPr>
            <p:cNvPr id="2170" name="Google Shape;2170;p11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 name="Google Shape;2171;p11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 name="Google Shape;2172;p11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 name="Google Shape;2173;p11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74" name="Google Shape;2174;p116"/>
          <p:cNvGrpSpPr/>
          <p:nvPr/>
        </p:nvGrpSpPr>
        <p:grpSpPr>
          <a:xfrm>
            <a:off x="1990126" y="3950602"/>
            <a:ext cx="946551" cy="153200"/>
            <a:chOff x="4404545" y="3301592"/>
            <a:chExt cx="782403" cy="129272"/>
          </a:xfrm>
        </p:grpSpPr>
        <p:sp>
          <p:nvSpPr>
            <p:cNvPr id="2175" name="Google Shape;2175;p11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 name="Google Shape;2176;p11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77" name="Google Shape;2177;p116"/>
          <p:cNvGrpSpPr/>
          <p:nvPr/>
        </p:nvGrpSpPr>
        <p:grpSpPr>
          <a:xfrm>
            <a:off x="1990126" y="3695937"/>
            <a:ext cx="962257" cy="139127"/>
            <a:chOff x="4411970" y="3131459"/>
            <a:chExt cx="710520" cy="117397"/>
          </a:xfrm>
        </p:grpSpPr>
        <p:sp>
          <p:nvSpPr>
            <p:cNvPr id="2178" name="Google Shape;2178;p11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 name="Google Shape;2179;p11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descr="Timeline background shape" id="2180" name="Google Shape;2180;p116"/>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81" name="Google Shape;2181;p116"/>
          <p:cNvGrpSpPr/>
          <p:nvPr/>
        </p:nvGrpSpPr>
        <p:grpSpPr>
          <a:xfrm>
            <a:off x="990271" y="3621603"/>
            <a:ext cx="823838" cy="458988"/>
            <a:chOff x="4411970" y="1801825"/>
            <a:chExt cx="734586" cy="409262"/>
          </a:xfrm>
        </p:grpSpPr>
        <p:sp>
          <p:nvSpPr>
            <p:cNvPr id="2182" name="Google Shape;2182;p11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 name="Google Shape;2183;p11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4" name="Google Shape;2184;p116"/>
          <p:cNvGrpSpPr/>
          <p:nvPr/>
        </p:nvGrpSpPr>
        <p:grpSpPr>
          <a:xfrm>
            <a:off x="3095243" y="2339173"/>
            <a:ext cx="521514" cy="521514"/>
            <a:chOff x="5681300" y="2527788"/>
            <a:chExt cx="805800" cy="805800"/>
          </a:xfrm>
        </p:grpSpPr>
        <p:sp>
          <p:nvSpPr>
            <p:cNvPr id="2185" name="Google Shape;2185;p11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 name="Google Shape;2186;p11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7" name="Google Shape;2187;p116"/>
          <p:cNvGrpSpPr/>
          <p:nvPr/>
        </p:nvGrpSpPr>
        <p:grpSpPr>
          <a:xfrm>
            <a:off x="3089483" y="3094865"/>
            <a:ext cx="533033" cy="533033"/>
            <a:chOff x="4049800" y="640400"/>
            <a:chExt cx="858900" cy="858900"/>
          </a:xfrm>
        </p:grpSpPr>
        <p:sp>
          <p:nvSpPr>
            <p:cNvPr id="2188" name="Google Shape;2188;p11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 name="Google Shape;2189;p11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90" name="Google Shape;2190;p116"/>
          <p:cNvGrpSpPr/>
          <p:nvPr/>
        </p:nvGrpSpPr>
        <p:grpSpPr>
          <a:xfrm>
            <a:off x="3014966" y="3772543"/>
            <a:ext cx="682068" cy="682068"/>
            <a:chOff x="5080187" y="927900"/>
            <a:chExt cx="961200" cy="961200"/>
          </a:xfrm>
        </p:grpSpPr>
        <p:sp>
          <p:nvSpPr>
            <p:cNvPr id="2191" name="Google Shape;2191;p11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 name="Google Shape;2192;p11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 name="Google Shape;2193;p11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 name="Google Shape;2194;p11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 name="Google Shape;2195;p11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 name="Google Shape;2196;p11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 name="Google Shape;2197;p11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 name="Google Shape;2198;p11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99" name="Google Shape;2199;p116"/>
          <p:cNvGrpSpPr/>
          <p:nvPr/>
        </p:nvGrpSpPr>
        <p:grpSpPr>
          <a:xfrm>
            <a:off x="4478465" y="3869234"/>
            <a:ext cx="505651" cy="504006"/>
            <a:chOff x="6039282" y="1042577"/>
            <a:chExt cx="734316" cy="731929"/>
          </a:xfrm>
        </p:grpSpPr>
        <p:sp>
          <p:nvSpPr>
            <p:cNvPr id="2200" name="Google Shape;2200;p11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 name="Google Shape;2201;p11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 name="Google Shape;2202;p11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 name="Google Shape;2203;p11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 name="Google Shape;2204;p11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 name="Google Shape;2205;p11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 name="Google Shape;2206;p11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 name="Google Shape;2207;p11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 name="Google Shape;2208;p11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 name="Google Shape;2209;p11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p11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 name="Google Shape;2211;p11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 name="Google Shape;2212;p11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 name="Google Shape;2213;p11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 name="Google Shape;2214;p11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 name="Google Shape;2215;p11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 name="Google Shape;2216;p11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 name="Google Shape;2217;p11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p11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 name="Google Shape;2219;p11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 name="Google Shape;2220;p11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21" name="Google Shape;2221;p116"/>
          <p:cNvGrpSpPr/>
          <p:nvPr/>
        </p:nvGrpSpPr>
        <p:grpSpPr>
          <a:xfrm>
            <a:off x="5091067" y="2298862"/>
            <a:ext cx="567744" cy="602136"/>
            <a:chOff x="1825800" y="1651625"/>
            <a:chExt cx="539989" cy="571775"/>
          </a:xfrm>
        </p:grpSpPr>
        <p:sp>
          <p:nvSpPr>
            <p:cNvPr id="2222" name="Google Shape;2222;p11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 name="Google Shape;2223;p11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 name="Google Shape;2224;p11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 name="Google Shape;2225;p11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26" name="Google Shape;2226;p116"/>
          <p:cNvGrpSpPr/>
          <p:nvPr/>
        </p:nvGrpSpPr>
        <p:grpSpPr>
          <a:xfrm>
            <a:off x="3765995" y="3855579"/>
            <a:ext cx="508123" cy="507955"/>
            <a:chOff x="1897577" y="2802432"/>
            <a:chExt cx="492176" cy="492014"/>
          </a:xfrm>
        </p:grpSpPr>
        <p:sp>
          <p:nvSpPr>
            <p:cNvPr id="2227" name="Google Shape;2227;p11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 name="Google Shape;2228;p11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 name="Google Shape;2229;p11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 name="Google Shape;2230;p11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 name="Google Shape;2231;p11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 name="Google Shape;2232;p11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 name="Google Shape;2233;p11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 name="Google Shape;2234;p11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 name="Google Shape;2235;p11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 name="Google Shape;2236;p11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 name="Google Shape;2237;p11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 name="Google Shape;2238;p11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39" name="Google Shape;2239;p116"/>
          <p:cNvGrpSpPr/>
          <p:nvPr/>
        </p:nvGrpSpPr>
        <p:grpSpPr>
          <a:xfrm>
            <a:off x="997525" y="4169123"/>
            <a:ext cx="809227" cy="200843"/>
            <a:chOff x="2013045" y="4813233"/>
            <a:chExt cx="921986" cy="228855"/>
          </a:xfrm>
        </p:grpSpPr>
        <p:sp>
          <p:nvSpPr>
            <p:cNvPr id="2240" name="Google Shape;2240;p11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 name="Google Shape;2241;p11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42" name="Google Shape;2242;p116"/>
          <p:cNvGrpSpPr/>
          <p:nvPr/>
        </p:nvGrpSpPr>
        <p:grpSpPr>
          <a:xfrm>
            <a:off x="1005985" y="2656004"/>
            <a:ext cx="792421" cy="269941"/>
            <a:chOff x="1046767" y="4756633"/>
            <a:chExt cx="859646" cy="292841"/>
          </a:xfrm>
        </p:grpSpPr>
        <p:sp>
          <p:nvSpPr>
            <p:cNvPr id="2243" name="Google Shape;2243;p11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 name="Google Shape;2244;p11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 name="Google Shape;2245;p11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46" name="Google Shape;2246;p11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 name="Google Shape;2247;p11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 name="Google Shape;2248;p11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 name="Google Shape;2249;p11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50" name="Google Shape;2250;p116"/>
          <p:cNvGrpSpPr/>
          <p:nvPr/>
        </p:nvGrpSpPr>
        <p:grpSpPr>
          <a:xfrm>
            <a:off x="7141841" y="2550562"/>
            <a:ext cx="166473" cy="141497"/>
            <a:chOff x="4660325" y="1866850"/>
            <a:chExt cx="68350" cy="58100"/>
          </a:xfrm>
        </p:grpSpPr>
        <p:sp>
          <p:nvSpPr>
            <p:cNvPr id="2251" name="Google Shape;2251;p11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 name="Google Shape;2252;p11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53" name="Google Shape;2253;p116"/>
          <p:cNvGrpSpPr/>
          <p:nvPr/>
        </p:nvGrpSpPr>
        <p:grpSpPr>
          <a:xfrm>
            <a:off x="7451186" y="2576286"/>
            <a:ext cx="162515" cy="90049"/>
            <a:chOff x="4791775" y="1877500"/>
            <a:chExt cx="66725" cy="36975"/>
          </a:xfrm>
        </p:grpSpPr>
        <p:sp>
          <p:nvSpPr>
            <p:cNvPr id="2254" name="Google Shape;2254;p11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 name="Google Shape;2255;p11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56" name="Google Shape;2256;p116"/>
          <p:cNvGrpSpPr/>
          <p:nvPr/>
        </p:nvGrpSpPr>
        <p:grpSpPr>
          <a:xfrm>
            <a:off x="7772899" y="2576286"/>
            <a:ext cx="144979" cy="90049"/>
            <a:chOff x="4923925" y="1877500"/>
            <a:chExt cx="59525" cy="36975"/>
          </a:xfrm>
        </p:grpSpPr>
        <p:sp>
          <p:nvSpPr>
            <p:cNvPr id="2257" name="Google Shape;2257;p11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 name="Google Shape;2258;p11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59" name="Google Shape;2259;p116"/>
          <p:cNvGrpSpPr/>
          <p:nvPr/>
        </p:nvGrpSpPr>
        <p:grpSpPr>
          <a:xfrm>
            <a:off x="8067390" y="2558477"/>
            <a:ext cx="141447" cy="125667"/>
            <a:chOff x="5058450" y="1870100"/>
            <a:chExt cx="58075" cy="51600"/>
          </a:xfrm>
        </p:grpSpPr>
        <p:sp>
          <p:nvSpPr>
            <p:cNvPr id="2260" name="Google Shape;2260;p11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 name="Google Shape;2261;p11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2" name="Google Shape;2262;p116"/>
          <p:cNvGrpSpPr/>
          <p:nvPr/>
        </p:nvGrpSpPr>
        <p:grpSpPr>
          <a:xfrm>
            <a:off x="7481905" y="2980885"/>
            <a:ext cx="101077" cy="107645"/>
            <a:chOff x="4811425" y="2065025"/>
            <a:chExt cx="41500" cy="44200"/>
          </a:xfrm>
        </p:grpSpPr>
        <p:sp>
          <p:nvSpPr>
            <p:cNvPr id="2263" name="Google Shape;2263;p11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 name="Google Shape;2264;p11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5" name="Google Shape;2265;p116"/>
          <p:cNvGrpSpPr/>
          <p:nvPr/>
        </p:nvGrpSpPr>
        <p:grpSpPr>
          <a:xfrm>
            <a:off x="7774342" y="2981098"/>
            <a:ext cx="120867" cy="107218"/>
            <a:chOff x="4929875" y="2065025"/>
            <a:chExt cx="49625" cy="44025"/>
          </a:xfrm>
        </p:grpSpPr>
        <p:sp>
          <p:nvSpPr>
            <p:cNvPr id="2266" name="Google Shape;2266;p11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 name="Google Shape;2267;p11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8" name="Google Shape;2268;p116"/>
          <p:cNvGrpSpPr/>
          <p:nvPr/>
        </p:nvGrpSpPr>
        <p:grpSpPr>
          <a:xfrm>
            <a:off x="8103011" y="2984112"/>
            <a:ext cx="70206" cy="101191"/>
            <a:chOff x="5083925" y="2066350"/>
            <a:chExt cx="28825" cy="41550"/>
          </a:xfrm>
        </p:grpSpPr>
        <p:sp>
          <p:nvSpPr>
            <p:cNvPr id="2269" name="Google Shape;2269;p11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 name="Google Shape;2270;p11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1" name="Google Shape;2271;p116"/>
          <p:cNvGrpSpPr/>
          <p:nvPr/>
        </p:nvGrpSpPr>
        <p:grpSpPr>
          <a:xfrm>
            <a:off x="7134565" y="2999759"/>
            <a:ext cx="181026" cy="69896"/>
            <a:chOff x="4659775" y="2072775"/>
            <a:chExt cx="74325" cy="28700"/>
          </a:xfrm>
        </p:grpSpPr>
        <p:sp>
          <p:nvSpPr>
            <p:cNvPr id="2272" name="Google Shape;2272;p11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 name="Google Shape;2273;p11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 name="Google Shape;2274;p11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5" name="Google Shape;2275;p116"/>
          <p:cNvGrpSpPr/>
          <p:nvPr/>
        </p:nvGrpSpPr>
        <p:grpSpPr>
          <a:xfrm>
            <a:off x="8054421" y="2790324"/>
            <a:ext cx="167387" cy="89197"/>
            <a:chOff x="4662475" y="1976500"/>
            <a:chExt cx="68725" cy="36625"/>
          </a:xfrm>
        </p:grpSpPr>
        <p:sp>
          <p:nvSpPr>
            <p:cNvPr id="2276" name="Google Shape;2276;p11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 name="Google Shape;2277;p11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 name="Google Shape;2278;p11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9" name="Google Shape;2279;p116"/>
          <p:cNvGrpSpPr/>
          <p:nvPr/>
        </p:nvGrpSpPr>
        <p:grpSpPr>
          <a:xfrm>
            <a:off x="7751326" y="2793764"/>
            <a:ext cx="166899" cy="82317"/>
            <a:chOff x="4920150" y="1977875"/>
            <a:chExt cx="68525" cy="33800"/>
          </a:xfrm>
        </p:grpSpPr>
        <p:sp>
          <p:nvSpPr>
            <p:cNvPr id="2280" name="Google Shape;2280;p11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 name="Google Shape;2281;p11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 name="Google Shape;2282;p11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3" name="Google Shape;2283;p116"/>
          <p:cNvGrpSpPr/>
          <p:nvPr/>
        </p:nvGrpSpPr>
        <p:grpSpPr>
          <a:xfrm>
            <a:off x="7162483" y="3197682"/>
            <a:ext cx="125190" cy="127859"/>
            <a:chOff x="4676550" y="2160575"/>
            <a:chExt cx="51400" cy="52500"/>
          </a:xfrm>
        </p:grpSpPr>
        <p:sp>
          <p:nvSpPr>
            <p:cNvPr id="2284" name="Google Shape;2284;p11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 name="Google Shape;2285;p11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 name="Google Shape;2286;p11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7" name="Google Shape;2287;p116"/>
          <p:cNvGrpSpPr/>
          <p:nvPr/>
        </p:nvGrpSpPr>
        <p:grpSpPr>
          <a:xfrm>
            <a:off x="7459741" y="3204714"/>
            <a:ext cx="145405" cy="113794"/>
            <a:chOff x="4768325" y="2163475"/>
            <a:chExt cx="59700" cy="46725"/>
          </a:xfrm>
        </p:grpSpPr>
        <p:sp>
          <p:nvSpPr>
            <p:cNvPr id="2288" name="Google Shape;2288;p11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 name="Google Shape;2289;p11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90" name="Google Shape;2290;p11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 name="Google Shape;2291;p11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 name="Google Shape;2292;p11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 name="Google Shape;2293;p11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 name="Google Shape;2294;p11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 name="Google Shape;2295;p11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96" name="Google Shape;2296;p116"/>
          <p:cNvGrpSpPr/>
          <p:nvPr/>
        </p:nvGrpSpPr>
        <p:grpSpPr>
          <a:xfrm>
            <a:off x="7476059" y="3459808"/>
            <a:ext cx="112768" cy="106853"/>
            <a:chOff x="4768575" y="2253950"/>
            <a:chExt cx="46300" cy="43875"/>
          </a:xfrm>
        </p:grpSpPr>
        <p:sp>
          <p:nvSpPr>
            <p:cNvPr id="2297" name="Google Shape;2297;p11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 name="Google Shape;2298;p11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9" name="Google Shape;2299;p116"/>
          <p:cNvGrpSpPr/>
          <p:nvPr/>
        </p:nvGrpSpPr>
        <p:grpSpPr>
          <a:xfrm>
            <a:off x="7775682" y="3948834"/>
            <a:ext cx="118187" cy="146246"/>
            <a:chOff x="4960900" y="2433225"/>
            <a:chExt cx="48525" cy="60050"/>
          </a:xfrm>
        </p:grpSpPr>
        <p:sp>
          <p:nvSpPr>
            <p:cNvPr id="2300" name="Google Shape;2300;p11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 name="Google Shape;2301;p11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2" name="Google Shape;2302;p116"/>
          <p:cNvGrpSpPr/>
          <p:nvPr/>
        </p:nvGrpSpPr>
        <p:grpSpPr>
          <a:xfrm>
            <a:off x="7464247" y="4212895"/>
            <a:ext cx="136394" cy="143810"/>
            <a:chOff x="4854075" y="2527625"/>
            <a:chExt cx="56000" cy="59050"/>
          </a:xfrm>
        </p:grpSpPr>
        <p:sp>
          <p:nvSpPr>
            <p:cNvPr id="2303" name="Google Shape;2303;p11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 name="Google Shape;2304;p11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05" name="Google Shape;2305;p11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 name="Google Shape;2306;p11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 name="Google Shape;2307;p11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08" name="Google Shape;2308;p116"/>
          <p:cNvGrpSpPr/>
          <p:nvPr/>
        </p:nvGrpSpPr>
        <p:grpSpPr>
          <a:xfrm>
            <a:off x="8088458" y="3676639"/>
            <a:ext cx="99312" cy="160797"/>
            <a:chOff x="5059700" y="2334775"/>
            <a:chExt cx="40775" cy="66025"/>
          </a:xfrm>
        </p:grpSpPr>
        <p:sp>
          <p:nvSpPr>
            <p:cNvPr id="2309" name="Google Shape;2309;p11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 name="Google Shape;2310;p11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 name="Google Shape;2311;p11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 name="Google Shape;2312;p11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 name="Google Shape;2313;p11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 name="Google Shape;2314;p11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 name="Google Shape;2315;p11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 name="Google Shape;2316;p11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 name="Google Shape;2317;p11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8" name="Google Shape;2318;p116"/>
          <p:cNvGrpSpPr/>
          <p:nvPr/>
        </p:nvGrpSpPr>
        <p:grpSpPr>
          <a:xfrm>
            <a:off x="8045622" y="3941771"/>
            <a:ext cx="184984" cy="160371"/>
            <a:chOff x="5037700" y="2430325"/>
            <a:chExt cx="75950" cy="65850"/>
          </a:xfrm>
        </p:grpSpPr>
        <p:sp>
          <p:nvSpPr>
            <p:cNvPr id="2319" name="Google Shape;2319;p11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 name="Google Shape;2320;p11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1" name="Google Shape;2321;p116"/>
          <p:cNvGrpSpPr/>
          <p:nvPr/>
        </p:nvGrpSpPr>
        <p:grpSpPr>
          <a:xfrm>
            <a:off x="7465128" y="3708223"/>
            <a:ext cx="173014" cy="97629"/>
            <a:chOff x="4756975" y="2341800"/>
            <a:chExt cx="91975" cy="51925"/>
          </a:xfrm>
        </p:grpSpPr>
        <p:sp>
          <p:nvSpPr>
            <p:cNvPr id="2322" name="Google Shape;2322;p11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 name="Google Shape;2323;p11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 name="Google Shape;2324;p11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 name="Google Shape;2325;p11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 name="Google Shape;2326;p11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 name="Google Shape;2327;p11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 name="Google Shape;2328;p11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 name="Google Shape;2329;p11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 name="Google Shape;2330;p11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 name="Google Shape;2331;p11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 name="Google Shape;2332;p11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 name="Google Shape;2333;p11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p11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 name="Google Shape;2335;p11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 name="Google Shape;2336;p11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 name="Google Shape;2337;p11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 name="Google Shape;2338;p11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 name="Google Shape;2339;p11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 name="Google Shape;2340;p11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 name="Google Shape;2341;p11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2" name="Google Shape;2342;p116"/>
          <p:cNvGrpSpPr/>
          <p:nvPr/>
        </p:nvGrpSpPr>
        <p:grpSpPr>
          <a:xfrm>
            <a:off x="7732065" y="4196920"/>
            <a:ext cx="212497" cy="175761"/>
            <a:chOff x="4943575" y="2516350"/>
            <a:chExt cx="98675" cy="81700"/>
          </a:xfrm>
        </p:grpSpPr>
        <p:sp>
          <p:nvSpPr>
            <p:cNvPr id="2343" name="Google Shape;2343;p11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 name="Google Shape;2344;p11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p11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 name="Google Shape;2346;p11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 name="Google Shape;2347;p11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p11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11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11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11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 name="Google Shape;2352;p11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 name="Google Shape;2353;p11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p11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11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11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11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11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11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11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p11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p11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p11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11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11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 name="Google Shape;2366;p11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 name="Google Shape;2367;p11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 name="Google Shape;2368;p11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 name="Google Shape;2369;p11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11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11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11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 name="Google Shape;2373;p11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11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 name="Google Shape;2375;p11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 name="Google Shape;2376;p11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11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11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 name="Google Shape;2379;p11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 name="Google Shape;2380;p11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11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 name="Google Shape;2382;p11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11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 name="Google Shape;2384;p11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 name="Google Shape;2385;p11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 name="Google Shape;2386;p11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 name="Google Shape;2387;p11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11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11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 name="Google Shape;2390;p11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 name="Google Shape;2391;p11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 name="Google Shape;2392;p11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11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 name="Google Shape;2394;p11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11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11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 name="Google Shape;2397;p11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 name="Google Shape;2398;p11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 name="Google Shape;2399;p11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 name="Google Shape;2400;p11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 name="Google Shape;2401;p11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 name="Google Shape;2402;p11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 name="Google Shape;2403;p11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11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 name="Google Shape;2405;p11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 name="Google Shape;2406;p11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 name="Google Shape;2407;p11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11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11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 name="Google Shape;2410;p11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 name="Google Shape;2411;p11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 name="Google Shape;2412;p11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 name="Google Shape;2413;p11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 name="Google Shape;2414;p11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11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 name="Google Shape;2416;p11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 name="Google Shape;2417;p11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p11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 name="Google Shape;2419;p11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 name="Google Shape;2420;p11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21" name="Google Shape;2421;p11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 name="Google Shape;2422;p11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116"/>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 name="Google Shape;2424;p116"/>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 name="Google Shape;2425;p116"/>
          <p:cNvSpPr txBox="1"/>
          <p:nvPr>
            <p:ph idx="4294967295"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29" name="Shape 2429"/>
        <p:cNvGrpSpPr/>
        <p:nvPr/>
      </p:nvGrpSpPr>
      <p:grpSpPr>
        <a:xfrm>
          <a:off x="0" y="0"/>
          <a:ext cx="0" cy="0"/>
          <a:chOff x="0" y="0"/>
          <a:chExt cx="0" cy="0"/>
        </a:xfrm>
      </p:grpSpPr>
      <p:grpSp>
        <p:nvGrpSpPr>
          <p:cNvPr id="2430" name="Google Shape;2430;p117"/>
          <p:cNvGrpSpPr/>
          <p:nvPr/>
        </p:nvGrpSpPr>
        <p:grpSpPr>
          <a:xfrm>
            <a:off x="3642951" y="1176740"/>
            <a:ext cx="2078182" cy="1366558"/>
            <a:chOff x="235800" y="830650"/>
            <a:chExt cx="6978450" cy="4588844"/>
          </a:xfrm>
        </p:grpSpPr>
        <p:sp>
          <p:nvSpPr>
            <p:cNvPr id="2431" name="Google Shape;2431;p11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 name="Google Shape;2432;p11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 name="Google Shape;2433;p11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p11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 name="Google Shape;2435;p11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 name="Google Shape;2436;p11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7" name="Google Shape;2437;p117"/>
          <p:cNvGrpSpPr/>
          <p:nvPr/>
        </p:nvGrpSpPr>
        <p:grpSpPr>
          <a:xfrm>
            <a:off x="738454" y="3007842"/>
            <a:ext cx="2622876" cy="1333540"/>
            <a:chOff x="238125" y="1038125"/>
            <a:chExt cx="7146800" cy="3633625"/>
          </a:xfrm>
        </p:grpSpPr>
        <p:sp>
          <p:nvSpPr>
            <p:cNvPr id="2438" name="Google Shape;2438;p11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 name="Google Shape;2439;p11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p11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 name="Google Shape;2441;p11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 name="Google Shape;2442;p11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p11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 name="Google Shape;2444;p11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 name="Google Shape;2445;p11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p11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 name="Google Shape;2447;p11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 name="Google Shape;2448;p11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p11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 name="Google Shape;2450;p11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 name="Google Shape;2451;p11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 name="Google Shape;2452;p11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 name="Google Shape;2453;p11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 name="Google Shape;2454;p11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 name="Google Shape;2455;p11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 name="Google Shape;2456;p11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 name="Google Shape;2457;p11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 name="Google Shape;2458;p11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p11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p11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 name="Google Shape;2461;p11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 name="Google Shape;2462;p11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 name="Google Shape;2463;p11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 name="Google Shape;2464;p11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 name="Google Shape;2465;p11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 name="Google Shape;2466;p11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 name="Google Shape;2467;p11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 name="Google Shape;2468;p11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 name="Google Shape;2469;p11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 name="Google Shape;2470;p11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p11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p11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p11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 name="Google Shape;2474;p11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 name="Google Shape;2475;p11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 name="Google Shape;2476;p11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 name="Google Shape;2477;p11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 name="Google Shape;2478;p11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p11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 name="Google Shape;2480;p11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 name="Google Shape;2481;p11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 name="Google Shape;2482;p11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 name="Google Shape;2483;p11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 name="Google Shape;2484;p11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 name="Google Shape;2485;p11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 name="Google Shape;2486;p11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 name="Google Shape;2487;p11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 name="Google Shape;2488;p11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 name="Google Shape;2489;p11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 name="Google Shape;2490;p11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 name="Google Shape;2491;p11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 name="Google Shape;2492;p11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 name="Google Shape;2493;p11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 name="Google Shape;2494;p11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 name="Google Shape;2495;p11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 name="Google Shape;2496;p11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 name="Google Shape;2497;p11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 name="Google Shape;2498;p11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 name="Google Shape;2499;p11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 name="Google Shape;2500;p11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 name="Google Shape;2501;p11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 name="Google Shape;2502;p11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 name="Google Shape;2503;p11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 name="Google Shape;2504;p11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 name="Google Shape;2505;p11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 name="Google Shape;2506;p11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 name="Google Shape;2507;p11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 name="Google Shape;2508;p11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 name="Google Shape;2509;p11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 name="Google Shape;2510;p11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 name="Google Shape;2511;p11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 name="Google Shape;2512;p11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 name="Google Shape;2513;p11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 name="Google Shape;2514;p11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 name="Google Shape;2515;p11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 name="Google Shape;2516;p11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 name="Google Shape;2517;p11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 name="Google Shape;2518;p11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 name="Google Shape;2519;p11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 name="Google Shape;2520;p11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 name="Google Shape;2521;p11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 name="Google Shape;2522;p11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p11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 name="Google Shape;2524;p11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 name="Google Shape;2525;p11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 name="Google Shape;2526;p11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 name="Google Shape;2527;p11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 name="Google Shape;2528;p11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 name="Google Shape;2529;p11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 name="Google Shape;2530;p11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 name="Google Shape;2531;p11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 name="Google Shape;2532;p11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 name="Google Shape;2533;p11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 name="Google Shape;2534;p11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p11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 name="Google Shape;2536;p11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 name="Google Shape;2537;p11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 name="Google Shape;2538;p11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 name="Google Shape;2539;p11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 name="Google Shape;2540;p11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 name="Google Shape;2541;p11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 name="Google Shape;2542;p11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 name="Google Shape;2543;p11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 name="Google Shape;2544;p11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 name="Google Shape;2545;p11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 name="Google Shape;2546;p11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 name="Google Shape;2547;p11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 name="Google Shape;2548;p11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 name="Google Shape;2549;p11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 name="Google Shape;2550;p11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 name="Google Shape;2551;p11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 name="Google Shape;2552;p11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 name="Google Shape;2553;p11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 name="Google Shape;2554;p11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 name="Google Shape;2555;p11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 name="Google Shape;2556;p11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 name="Google Shape;2557;p11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 name="Google Shape;2558;p11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p11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 name="Google Shape;2560;p11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 name="Google Shape;2561;p11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 name="Google Shape;2562;p11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p11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 name="Google Shape;2564;p11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 name="Google Shape;2565;p11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 name="Google Shape;2566;p11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p11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p11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 name="Google Shape;2569;p11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 name="Google Shape;2570;p11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 name="Google Shape;2571;p11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 name="Google Shape;2572;p11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 name="Google Shape;2573;p11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 name="Google Shape;2574;p11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 name="Google Shape;2575;p11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 name="Google Shape;2576;p11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 name="Google Shape;2577;p11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 name="Google Shape;2578;p11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 name="Google Shape;2579;p11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 name="Google Shape;2580;p11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 name="Google Shape;2581;p11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 name="Google Shape;2582;p11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 name="Google Shape;2583;p11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 name="Google Shape;2584;p11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p11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p11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 name="Google Shape;2587;p11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 name="Google Shape;2588;p11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 name="Google Shape;2589;p11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 name="Google Shape;2590;p11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p11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p11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 name="Google Shape;2593;p11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 name="Google Shape;2594;p11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 name="Google Shape;2595;p11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 name="Google Shape;2596;p11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 name="Google Shape;2597;p11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 name="Google Shape;2598;p11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 name="Google Shape;2599;p11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 name="Google Shape;2600;p11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p11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p11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 name="Google Shape;2603;p11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 name="Google Shape;2604;p11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 name="Google Shape;2605;p11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 name="Google Shape;2606;p11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 name="Google Shape;2607;p11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 name="Google Shape;2608;p11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 name="Google Shape;2609;p11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 name="Google Shape;2610;p11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 name="Google Shape;2611;p11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 name="Google Shape;2612;p11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 name="Google Shape;2613;p11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 name="Google Shape;2614;p11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 name="Google Shape;2615;p11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 name="Google Shape;2616;p11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 name="Google Shape;2617;p11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 name="Google Shape;2618;p11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 name="Google Shape;2619;p11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 name="Google Shape;2620;p11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p11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 name="Google Shape;2622;p11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p11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 name="Google Shape;2624;p11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 name="Google Shape;2625;p11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 name="Google Shape;2626;p11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 name="Google Shape;2627;p11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 name="Google Shape;2628;p11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p11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 name="Google Shape;2630;p11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 name="Google Shape;2631;p11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 name="Google Shape;2632;p11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 name="Google Shape;2633;p11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 name="Google Shape;2634;p11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p11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 name="Google Shape;2636;p11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p11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p11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 name="Google Shape;2639;p11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 name="Google Shape;2640;p11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 name="Google Shape;2641;p11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 name="Google Shape;2642;p11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 name="Google Shape;2643;p11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 name="Google Shape;2644;p11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 name="Google Shape;2645;p11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 name="Google Shape;2646;p11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 name="Google Shape;2647;p11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 name="Google Shape;2648;p11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 name="Google Shape;2649;p11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 name="Google Shape;2650;p11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 name="Google Shape;2651;p11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 name="Google Shape;2652;p11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 name="Google Shape;2653;p11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 name="Google Shape;2654;p11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 name="Google Shape;2655;p11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 name="Google Shape;2656;p11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p11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 name="Google Shape;2658;p11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 name="Google Shape;2659;p11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 name="Google Shape;2660;p11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 name="Google Shape;2661;p11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 name="Google Shape;2662;p11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 name="Google Shape;2663;p11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 name="Google Shape;2664;p11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 name="Google Shape;2665;p11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 name="Google Shape;2666;p11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 name="Google Shape;2667;p11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 name="Google Shape;2668;p11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 name="Google Shape;2669;p11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 name="Google Shape;2670;p11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 name="Google Shape;2671;p11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 name="Google Shape;2672;p11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 name="Google Shape;2673;p11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p11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p11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 name="Google Shape;2676;p11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 name="Google Shape;2677;p11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p11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 name="Google Shape;2679;p11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 name="Google Shape;2680;p11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 name="Google Shape;2681;p11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p11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 name="Google Shape;2683;p11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 name="Google Shape;2684;p11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 name="Google Shape;2685;p11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 name="Google Shape;2686;p11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 name="Google Shape;2687;p11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 name="Google Shape;2688;p11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 name="Google Shape;2689;p11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 name="Google Shape;2690;p11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p11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 name="Google Shape;2692;p11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 name="Google Shape;2693;p11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11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 name="Google Shape;2695;p11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p11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p11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 name="Google Shape;2698;p11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 name="Google Shape;2699;p11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 name="Google Shape;2700;p11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 name="Google Shape;2701;p11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 name="Google Shape;2702;p11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 name="Google Shape;2703;p11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 name="Google Shape;2704;p11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 name="Google Shape;2705;p11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 name="Google Shape;2706;p11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 name="Google Shape;2707;p11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 name="Google Shape;2708;p11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 name="Google Shape;2709;p11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 name="Google Shape;2710;p11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 name="Google Shape;2711;p11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 name="Google Shape;2712;p11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 name="Google Shape;2713;p11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 name="Google Shape;2714;p11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 name="Google Shape;2715;p11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 name="Google Shape;2716;p11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 name="Google Shape;2717;p11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 name="Google Shape;2718;p11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 name="Google Shape;2719;p11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p11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 name="Google Shape;2721;p11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 name="Google Shape;2722;p11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 name="Google Shape;2723;p11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 name="Google Shape;2724;p11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 name="Google Shape;2725;p11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 name="Google Shape;2726;p11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 name="Google Shape;2727;p11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 name="Google Shape;2728;p11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 name="Google Shape;2729;p11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 name="Google Shape;2730;p11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 name="Google Shape;2731;p11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 name="Google Shape;2732;p11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p11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 name="Google Shape;2734;p11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 name="Google Shape;2735;p11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p11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p11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 name="Google Shape;2738;p11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 name="Google Shape;2739;p11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 name="Google Shape;2740;p11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p11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 name="Google Shape;2742;p11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 name="Google Shape;2743;p11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 name="Google Shape;2744;p11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 name="Google Shape;2745;p11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 name="Google Shape;2746;p11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 name="Google Shape;2747;p11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 name="Google Shape;2748;p11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 name="Google Shape;2749;p11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 name="Google Shape;2750;p11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 name="Google Shape;2751;p11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 name="Google Shape;2752;p11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 name="Google Shape;2753;p11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 name="Google Shape;2754;p11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 name="Google Shape;2755;p11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 name="Google Shape;2756;p11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 name="Google Shape;2757;p11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 name="Google Shape;2758;p11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 name="Google Shape;2759;p11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 name="Google Shape;2760;p11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 name="Google Shape;2761;p11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 name="Google Shape;2762;p11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 name="Google Shape;2763;p11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 name="Google Shape;2764;p11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 name="Google Shape;2765;p11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6" name="Google Shape;2766;p11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7" name="Google Shape;2767;p11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8" name="Google Shape;2768;p11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9" name="Google Shape;2769;p11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p11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1" name="Google Shape;2771;p11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2" name="Google Shape;2772;p11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3" name="Google Shape;2773;p11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4" name="Google Shape;2774;p11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5" name="Google Shape;2775;p11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6" name="Google Shape;2776;p11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7" name="Google Shape;2777;p11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8" name="Google Shape;2778;p11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9" name="Google Shape;2779;p11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0" name="Google Shape;2780;p11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p11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2" name="Google Shape;2782;p11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3" name="Google Shape;2783;p11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11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5" name="Google Shape;2785;p11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6" name="Google Shape;2786;p11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7" name="Google Shape;2787;p11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8" name="Google Shape;2788;p11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p11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0" name="Google Shape;2790;p11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1" name="Google Shape;2791;p11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2" name="Google Shape;2792;p11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3" name="Google Shape;2793;p11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p11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5" name="Google Shape;2795;p11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6" name="Google Shape;2796;p11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7" name="Google Shape;2797;p11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8" name="Google Shape;2798;p11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9" name="Google Shape;2799;p11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0" name="Google Shape;2800;p11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1" name="Google Shape;2801;p11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p11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3" name="Google Shape;2803;p11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4" name="Google Shape;2804;p11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5" name="Google Shape;2805;p11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p11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7" name="Google Shape;2807;p11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8" name="Google Shape;2808;p11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9" name="Google Shape;2809;p11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p11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p11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2" name="Google Shape;2812;p11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3" name="Google Shape;2813;p11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4" name="Google Shape;2814;p11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5" name="Google Shape;2815;p11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6" name="Google Shape;2816;p11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p11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p11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p11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p11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p11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2" name="Google Shape;2822;p11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3" name="Google Shape;2823;p11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p11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p11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p11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7" name="Google Shape;2827;p11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8" name="Google Shape;2828;p11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p11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p11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1" name="Google Shape;2831;p11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2" name="Google Shape;2832;p11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p11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4" name="Google Shape;2834;p11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5" name="Google Shape;2835;p11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6" name="Google Shape;2836;p11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p11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8" name="Google Shape;2838;p11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9" name="Google Shape;2839;p11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0" name="Google Shape;2840;p11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1" name="Google Shape;2841;p11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p11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p11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4" name="Google Shape;2844;p11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5" name="Google Shape;2845;p11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p11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7" name="Google Shape;2847;p11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8" name="Google Shape;2848;p11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p11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0" name="Google Shape;2850;p11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1" name="Google Shape;2851;p11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2" name="Google Shape;2852;p11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3" name="Google Shape;2853;p11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4" name="Google Shape;2854;p11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5" name="Google Shape;2855;p11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6" name="Google Shape;2856;p11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7" name="Google Shape;2857;p11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8" name="Google Shape;2858;p11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9" name="Google Shape;2859;p11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0" name="Google Shape;2860;p11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1" name="Google Shape;2861;p11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2" name="Google Shape;2862;p11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p11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p11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p11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6" name="Google Shape;2866;p11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7" name="Google Shape;2867;p11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8" name="Google Shape;2868;p11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9" name="Google Shape;2869;p11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0" name="Google Shape;2870;p11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1" name="Google Shape;2871;p11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2" name="Google Shape;2872;p11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3" name="Google Shape;2873;p11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4" name="Google Shape;2874;p11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p11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p11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p11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p11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p11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p11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p11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p11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3" name="Google Shape;2883;p11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4" name="Google Shape;2884;p11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5" name="Google Shape;2885;p11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6" name="Google Shape;2886;p11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7" name="Google Shape;2887;p11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8" name="Google Shape;2888;p11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9" name="Google Shape;2889;p11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0" name="Google Shape;2890;p11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1" name="Google Shape;2891;p11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2" name="Google Shape;2892;p11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3" name="Google Shape;2893;p11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4" name="Google Shape;2894;p11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p11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6" name="Google Shape;2896;p11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7" name="Google Shape;2897;p11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p11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p11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p11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p11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p11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p11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p11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p11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6" name="Google Shape;2906;p11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7" name="Google Shape;2907;p11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p11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9" name="Google Shape;2909;p11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0" name="Google Shape;2910;p11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1" name="Google Shape;2911;p11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2" name="Google Shape;2912;p11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3" name="Google Shape;2913;p11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4" name="Google Shape;2914;p11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p11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6" name="Google Shape;2916;p11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7" name="Google Shape;2917;p11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8" name="Google Shape;2918;p11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9" name="Google Shape;2919;p11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0" name="Google Shape;2920;p11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1" name="Google Shape;2921;p11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2" name="Google Shape;2922;p11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3" name="Google Shape;2923;p11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4" name="Google Shape;2924;p11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5" name="Google Shape;2925;p11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6" name="Google Shape;2926;p11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7" name="Google Shape;2927;p11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8" name="Google Shape;2928;p11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9" name="Google Shape;2929;p11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0" name="Google Shape;2930;p11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p11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2" name="Google Shape;2932;p11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3" name="Google Shape;2933;p11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p11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5" name="Google Shape;2935;p11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6" name="Google Shape;2936;p11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7" name="Google Shape;2937;p11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8" name="Google Shape;2938;p11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9" name="Google Shape;2939;p11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0" name="Google Shape;2940;p11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1" name="Google Shape;2941;p11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2" name="Google Shape;2942;p11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3" name="Google Shape;2943;p11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4" name="Google Shape;2944;p11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5" name="Google Shape;2945;p11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6" name="Google Shape;2946;p11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7" name="Google Shape;2947;p11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p11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9" name="Google Shape;2949;p11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0" name="Google Shape;2950;p11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1" name="Google Shape;2951;p11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p11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3" name="Google Shape;2953;p11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4" name="Google Shape;2954;p11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p11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p11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7" name="Google Shape;2957;p11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8" name="Google Shape;2958;p11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p11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0" name="Google Shape;2960;p11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p11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2" name="Google Shape;2962;p11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3" name="Google Shape;2963;p11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4" name="Google Shape;2964;p11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p11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6" name="Google Shape;2966;p11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7" name="Google Shape;2967;p11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p11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9" name="Google Shape;2969;p11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0" name="Google Shape;2970;p11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p11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2" name="Google Shape;2972;p11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3" name="Google Shape;2973;p11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p11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5" name="Google Shape;2975;p11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6" name="Google Shape;2976;p11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p11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8" name="Google Shape;2978;p11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9" name="Google Shape;2979;p11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p11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p11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2" name="Google Shape;2982;p11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3" name="Google Shape;2983;p11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p11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p11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p11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7" name="Google Shape;2987;p11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8" name="Google Shape;2988;p11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9" name="Google Shape;2989;p11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0" name="Google Shape;2990;p11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1" name="Google Shape;2991;p11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2" name="Google Shape;2992;p11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3" name="Google Shape;2993;p11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4" name="Google Shape;2994;p11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5" name="Google Shape;2995;p11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6" name="Google Shape;2996;p11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7" name="Google Shape;2997;p11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8" name="Google Shape;2998;p11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p11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p11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p11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p11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p11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p11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p11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p11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7" name="Google Shape;3007;p11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8" name="Google Shape;3008;p11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p11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p11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p11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2" name="Google Shape;3012;p11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3" name="Google Shape;3013;p11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4" name="Google Shape;3014;p11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5" name="Google Shape;3015;p11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6" name="Google Shape;3016;p11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7" name="Google Shape;3017;p11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8" name="Google Shape;3018;p11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9" name="Google Shape;3019;p11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0" name="Google Shape;3020;p11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p11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p11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p11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p11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5" name="Google Shape;3025;p11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6" name="Google Shape;3026;p11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7" name="Google Shape;3027;p11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8" name="Google Shape;3028;p11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9" name="Google Shape;3029;p11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0" name="Google Shape;3030;p11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1" name="Google Shape;3031;p11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2" name="Google Shape;3032;p11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p11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p11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5" name="Google Shape;3035;p11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6" name="Google Shape;3036;p11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p11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8" name="Google Shape;3038;p11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9" name="Google Shape;3039;p11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p11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p11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p11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p11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p11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5" name="Google Shape;3045;p11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6" name="Google Shape;3046;p11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7" name="Google Shape;3047;p11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8" name="Google Shape;3048;p11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9" name="Google Shape;3049;p11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0" name="Google Shape;3050;p11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1" name="Google Shape;3051;p11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2" name="Google Shape;3052;p11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3" name="Google Shape;3053;p11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4" name="Google Shape;3054;p11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5" name="Google Shape;3055;p11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6" name="Google Shape;3056;p11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7" name="Google Shape;3057;p11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8" name="Google Shape;3058;p11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9" name="Google Shape;3059;p11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0" name="Google Shape;3060;p11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p11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2" name="Google Shape;3062;p11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3" name="Google Shape;3063;p11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p11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5" name="Google Shape;3065;p11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6" name="Google Shape;3066;p11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7" name="Google Shape;3067;p11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8" name="Google Shape;3068;p11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9" name="Google Shape;3069;p11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0" name="Google Shape;3070;p11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1" name="Google Shape;3071;p11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2" name="Google Shape;3072;p11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p11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4" name="Google Shape;3074;p11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5" name="Google Shape;3075;p11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p11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7" name="Google Shape;3077;p11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8" name="Google Shape;3078;p11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9" name="Google Shape;3079;p11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0" name="Google Shape;3080;p11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1" name="Google Shape;3081;p11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2" name="Google Shape;3082;p11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3" name="Google Shape;3083;p11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4" name="Google Shape;3084;p11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p11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6" name="Google Shape;3086;p11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7" name="Google Shape;3087;p11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8" name="Google Shape;3088;p11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9" name="Google Shape;3089;p11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0" name="Google Shape;3090;p11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1" name="Google Shape;3091;p11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2" name="Google Shape;3092;p11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3" name="Google Shape;3093;p11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4" name="Google Shape;3094;p11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5" name="Google Shape;3095;p11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6" name="Google Shape;3096;p11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7" name="Google Shape;3097;p11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8" name="Google Shape;3098;p11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9" name="Google Shape;3099;p11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0" name="Google Shape;3100;p11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1" name="Google Shape;3101;p11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2" name="Google Shape;3102;p11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3" name="Google Shape;3103;p11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4" name="Google Shape;3104;p11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5" name="Google Shape;3105;p11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6" name="Google Shape;3106;p11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p11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p11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p11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0" name="Google Shape;3110;p11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1" name="Google Shape;3111;p11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p11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p11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p11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p11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p11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p11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8" name="Google Shape;3118;p11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9" name="Google Shape;3119;p11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0" name="Google Shape;3120;p11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1" name="Google Shape;3121;p11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p11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3" name="Google Shape;3123;p11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4" name="Google Shape;3124;p11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p11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p11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p11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p11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p11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p11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1" name="Google Shape;3131;p11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2" name="Google Shape;3132;p11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p11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p11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p11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6" name="Google Shape;3136;p11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7" name="Google Shape;3137;p11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8" name="Google Shape;3138;p11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9" name="Google Shape;3139;p11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0" name="Google Shape;3140;p11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1" name="Google Shape;3141;p11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p11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3" name="Google Shape;3143;p11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4" name="Google Shape;3144;p11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5" name="Google Shape;3145;p11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6" name="Google Shape;3146;p11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7" name="Google Shape;3147;p11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8" name="Google Shape;3148;p11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9" name="Google Shape;3149;p11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0" name="Google Shape;3150;p11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1" name="Google Shape;3151;p11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2" name="Google Shape;3152;p11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3" name="Google Shape;3153;p11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4" name="Google Shape;3154;p11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5" name="Google Shape;3155;p11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6" name="Google Shape;3156;p11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7" name="Google Shape;3157;p11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8" name="Google Shape;3158;p11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9" name="Google Shape;3159;p11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0" name="Google Shape;3160;p11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p11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2" name="Google Shape;3162;p11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3" name="Google Shape;3163;p11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p11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p11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6" name="Google Shape;3166;p11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7" name="Google Shape;3167;p11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8" name="Google Shape;3168;p11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p11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0" name="Google Shape;3170;p11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1" name="Google Shape;3171;p11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2" name="Google Shape;3172;p11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3" name="Google Shape;3173;p11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4" name="Google Shape;3174;p11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5" name="Google Shape;3175;p11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p11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7" name="Google Shape;3177;p11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8" name="Google Shape;3178;p11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9" name="Google Shape;3179;p11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0" name="Google Shape;3180;p11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1" name="Google Shape;3181;p11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p11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p11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p11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p11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p11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7" name="Google Shape;3187;p11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8" name="Google Shape;3188;p11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9" name="Google Shape;3189;p11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p11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1" name="Google Shape;3191;p11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2" name="Google Shape;3192;p11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3" name="Google Shape;3193;p11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4" name="Google Shape;3194;p11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5" name="Google Shape;3195;p11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6" name="Google Shape;3196;p11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7" name="Google Shape;3197;p11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8" name="Google Shape;3198;p11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9" name="Google Shape;3199;p11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0" name="Google Shape;3200;p11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1" name="Google Shape;3201;p11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2" name="Google Shape;3202;p11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3" name="Google Shape;3203;p11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4" name="Google Shape;3204;p11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5" name="Google Shape;3205;p11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6" name="Google Shape;3206;p11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7" name="Google Shape;3207;p11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8" name="Google Shape;3208;p11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9" name="Google Shape;3209;p11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0" name="Google Shape;3210;p11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1" name="Google Shape;3211;p11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2" name="Google Shape;3212;p11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3" name="Google Shape;3213;p11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4" name="Google Shape;3214;p11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5" name="Google Shape;3215;p11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6" name="Google Shape;3216;p11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7" name="Google Shape;3217;p11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8" name="Google Shape;3218;p11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9" name="Google Shape;3219;p11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0" name="Google Shape;3220;p11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1" name="Google Shape;3221;p11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2" name="Google Shape;3222;p11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3" name="Google Shape;3223;p11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4" name="Google Shape;3224;p11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5" name="Google Shape;3225;p11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6" name="Google Shape;3226;p11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7" name="Google Shape;3227;p11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8" name="Google Shape;3228;p11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9" name="Google Shape;3229;p11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0" name="Google Shape;3230;p11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1" name="Google Shape;3231;p11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2" name="Google Shape;3232;p11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3" name="Google Shape;3233;p11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4" name="Google Shape;3234;p11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5" name="Google Shape;3235;p11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6" name="Google Shape;3236;p11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7" name="Google Shape;3237;p11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8" name="Google Shape;3238;p11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9" name="Google Shape;3239;p11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0" name="Google Shape;3240;p11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1" name="Google Shape;3241;p11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p11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p11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p11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5" name="Google Shape;3245;p11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6" name="Google Shape;3246;p11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7" name="Google Shape;3247;p11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p11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p11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p11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1" name="Google Shape;3251;p11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2" name="Google Shape;3252;p11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p11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p11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p11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6" name="Google Shape;3256;p11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7" name="Google Shape;3257;p11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p11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p11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p11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p11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2" name="Google Shape;3262;p11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3" name="Google Shape;3263;p11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4" name="Google Shape;3264;p11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5" name="Google Shape;3265;p11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6" name="Google Shape;3266;p11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7" name="Google Shape;3267;p11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8" name="Google Shape;3268;p11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9" name="Google Shape;3269;p11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0" name="Google Shape;3270;p11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1" name="Google Shape;3271;p11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2" name="Google Shape;3272;p11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3" name="Google Shape;3273;p11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4" name="Google Shape;3274;p11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5" name="Google Shape;3275;p11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6" name="Google Shape;3276;p11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7" name="Google Shape;3277;p11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8" name="Google Shape;3278;p11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9" name="Google Shape;3279;p11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0" name="Google Shape;3280;p11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1" name="Google Shape;3281;p11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2" name="Google Shape;3282;p11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3" name="Google Shape;3283;p11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4" name="Google Shape;3284;p11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5" name="Google Shape;3285;p11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6" name="Google Shape;3286;p11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p11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p11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p11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0" name="Google Shape;3290;p11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1" name="Google Shape;3291;p11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2" name="Google Shape;3292;p11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p11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4" name="Google Shape;3294;p11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5" name="Google Shape;3295;p11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6" name="Google Shape;3296;p11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p11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8" name="Google Shape;3298;p11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9" name="Google Shape;3299;p11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0" name="Google Shape;3300;p11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1" name="Google Shape;3301;p11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2" name="Google Shape;3302;p11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3" name="Google Shape;3303;p11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4" name="Google Shape;3304;p11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5" name="Google Shape;3305;p11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6" name="Google Shape;3306;p11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7" name="Google Shape;3307;p11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8" name="Google Shape;3308;p11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9" name="Google Shape;3309;p11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0" name="Google Shape;3310;p11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1" name="Google Shape;3311;p11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2" name="Google Shape;3312;p11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3" name="Google Shape;3313;p11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4" name="Google Shape;3314;p11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5" name="Google Shape;3315;p11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6" name="Google Shape;3316;p11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7" name="Google Shape;3317;p11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8" name="Google Shape;3318;p11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9" name="Google Shape;3319;p11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0" name="Google Shape;3320;p11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1" name="Google Shape;3321;p11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2" name="Google Shape;3322;p11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3" name="Google Shape;3323;p11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4" name="Google Shape;3324;p11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5" name="Google Shape;3325;p11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6" name="Google Shape;3326;p11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7" name="Google Shape;3327;p11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8" name="Google Shape;3328;p11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9" name="Google Shape;3329;p11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p11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1" name="Google Shape;3331;p11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2" name="Google Shape;3332;p11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p11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p11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5" name="Google Shape;3335;p11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6" name="Google Shape;3336;p11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p11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8" name="Google Shape;3338;p11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9" name="Google Shape;3339;p11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p11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1" name="Google Shape;3341;p11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2" name="Google Shape;3342;p11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3" name="Google Shape;3343;p11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4" name="Google Shape;3344;p11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p11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6" name="Google Shape;3346;p11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7" name="Google Shape;3347;p11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8" name="Google Shape;3348;p11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9" name="Google Shape;3349;p11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p11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1" name="Google Shape;3351;p11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2" name="Google Shape;3352;p11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3" name="Google Shape;3353;p11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4" name="Google Shape;3354;p11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5" name="Google Shape;3355;p11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6" name="Google Shape;3356;p11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7" name="Google Shape;3357;p11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8" name="Google Shape;3358;p11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9" name="Google Shape;3359;p11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0" name="Google Shape;3360;p11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1" name="Google Shape;3361;p11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2" name="Google Shape;3362;p11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3" name="Google Shape;3363;p11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4" name="Google Shape;3364;p11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5" name="Google Shape;3365;p11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6" name="Google Shape;3366;p11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7" name="Google Shape;3367;p11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8" name="Google Shape;3368;p11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9" name="Google Shape;3369;p11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0" name="Google Shape;3370;p11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1" name="Google Shape;3371;p11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2" name="Google Shape;3372;p11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3" name="Google Shape;3373;p11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4" name="Google Shape;3374;p11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5" name="Google Shape;3375;p11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6" name="Google Shape;3376;p11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p11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8" name="Google Shape;3378;p11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9" name="Google Shape;3379;p11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0" name="Google Shape;3380;p11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1" name="Google Shape;3381;p11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2" name="Google Shape;3382;p11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3" name="Google Shape;3383;p11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4" name="Google Shape;3384;p11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5" name="Google Shape;3385;p11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6" name="Google Shape;3386;p11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7" name="Google Shape;3387;p11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8" name="Google Shape;3388;p11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9" name="Google Shape;3389;p11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p11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1" name="Google Shape;3391;p11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2" name="Google Shape;3392;p11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3" name="Google Shape;3393;p11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4" name="Google Shape;3394;p11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5" name="Google Shape;3395;p11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6" name="Google Shape;3396;p11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7" name="Google Shape;3397;p11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8" name="Google Shape;3398;p11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9" name="Google Shape;3399;p11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0" name="Google Shape;3400;p11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1" name="Google Shape;3401;p11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2" name="Google Shape;3402;p11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3" name="Google Shape;3403;p11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4" name="Google Shape;3404;p11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5" name="Google Shape;3405;p11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6" name="Google Shape;3406;p11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7" name="Google Shape;3407;p11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8" name="Google Shape;3408;p11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9" name="Google Shape;3409;p11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0" name="Google Shape;3410;p11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1" name="Google Shape;3411;p11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2" name="Google Shape;3412;p11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3" name="Google Shape;3413;p11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4" name="Google Shape;3414;p11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5" name="Google Shape;3415;p11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6" name="Google Shape;3416;p11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7" name="Google Shape;3417;p11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8" name="Google Shape;3418;p11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p11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0" name="Google Shape;3420;p11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1" name="Google Shape;3421;p11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2" name="Google Shape;3422;p11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3" name="Google Shape;3423;p11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4" name="Google Shape;3424;p11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5" name="Google Shape;3425;p11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6" name="Google Shape;3426;p11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p11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8" name="Google Shape;3428;p11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9" name="Google Shape;3429;p11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0" name="Google Shape;3430;p11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1" name="Google Shape;3431;p11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p11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3" name="Google Shape;3433;p11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4" name="Google Shape;3434;p11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p11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6" name="Google Shape;3436;p11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7" name="Google Shape;3437;p11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p11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p11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p11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p11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p11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p11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p11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p11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p11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7" name="Google Shape;3447;p11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8" name="Google Shape;3448;p11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p11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p11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p11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2" name="Google Shape;3452;p11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3" name="Google Shape;3453;p11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4" name="Google Shape;3454;p11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p11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p11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p11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p11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p11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p11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p11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p11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p11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p11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5" name="Google Shape;3465;p11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6" name="Google Shape;3466;p11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p11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8" name="Google Shape;3468;p11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9" name="Google Shape;3469;p11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p11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1" name="Google Shape;3471;p11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2" name="Google Shape;3472;p11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3" name="Google Shape;3473;p11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4" name="Google Shape;3474;p11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5" name="Google Shape;3475;p11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6" name="Google Shape;3476;p11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7" name="Google Shape;3477;p11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8" name="Google Shape;3478;p11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9" name="Google Shape;3479;p11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0" name="Google Shape;3480;p11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1" name="Google Shape;3481;p11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2" name="Google Shape;3482;p11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3" name="Google Shape;3483;p11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p11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5" name="Google Shape;3485;p11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6" name="Google Shape;3486;p11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p11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8" name="Google Shape;3488;p11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9" name="Google Shape;3489;p11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0" name="Google Shape;3490;p11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1" name="Google Shape;3491;p11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2" name="Google Shape;3492;p11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3" name="Google Shape;3493;p11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4" name="Google Shape;3494;p11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5" name="Google Shape;3495;p11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6" name="Google Shape;3496;p11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7" name="Google Shape;3497;p11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8" name="Google Shape;3498;p11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p11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0" name="Google Shape;3500;p11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1" name="Google Shape;3501;p11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2" name="Google Shape;3502;p11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3" name="Google Shape;3503;p11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4" name="Google Shape;3504;p11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5" name="Google Shape;3505;p11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6" name="Google Shape;3506;p11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p11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p11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9" name="Google Shape;3509;p11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0" name="Google Shape;3510;p11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p11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p11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3" name="Google Shape;3513;p11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4" name="Google Shape;3514;p11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p11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6" name="Google Shape;3516;p11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7" name="Google Shape;3517;p11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p11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p11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p11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p11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2" name="Google Shape;3522;p11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3" name="Google Shape;3523;p11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p11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5" name="Google Shape;3525;p11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6" name="Google Shape;3526;p11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p11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8" name="Google Shape;3528;p11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9" name="Google Shape;3529;p11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p11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1" name="Google Shape;3531;p11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p11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3" name="Google Shape;3533;p11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4" name="Google Shape;3534;p11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5" name="Google Shape;3535;p11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p11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p11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p11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p11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p11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p11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p11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3" name="Google Shape;3543;p11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4" name="Google Shape;3544;p11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5" name="Google Shape;3545;p11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p11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7" name="Google Shape;3547;p11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8" name="Google Shape;3548;p11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9" name="Google Shape;3549;p11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0" name="Google Shape;3550;p11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1" name="Google Shape;3551;p11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p11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p11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p11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p11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p11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p11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p11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9" name="Google Shape;3559;p11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0" name="Google Shape;3560;p11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p11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p11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p11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p11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p11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p11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p11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8" name="Google Shape;3568;p11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9" name="Google Shape;3569;p11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p11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p11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2" name="Google Shape;3572;p11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3" name="Google Shape;3573;p11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p11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p11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p11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p11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p11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p11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p11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p11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p11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p11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p11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p11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p11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p11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8" name="Google Shape;3588;p11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9" name="Google Shape;3589;p11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0" name="Google Shape;3590;p11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1" name="Google Shape;3591;p11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2" name="Google Shape;3592;p11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3" name="Google Shape;3593;p11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p11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p11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6" name="Google Shape;3596;p11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7" name="Google Shape;3597;p11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p11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p11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p11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1" name="Google Shape;3601;p11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2" name="Google Shape;3602;p11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p11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4" name="Google Shape;3604;p11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5" name="Google Shape;3605;p11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p11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7" name="Google Shape;3607;p11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8" name="Google Shape;3608;p11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9" name="Google Shape;3609;p11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p11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1" name="Google Shape;3611;p11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2" name="Google Shape;3612;p11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p11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4" name="Google Shape;3614;p11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5" name="Google Shape;3615;p11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p11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p11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p11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p11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p11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p11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p11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p11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p11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p11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p11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p11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p11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9" name="Google Shape;3629;p11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0" name="Google Shape;3630;p11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p11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p11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p11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4" name="Google Shape;3634;p11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5" name="Google Shape;3635;p11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p11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p11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p11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p11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p11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p11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p11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p11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p11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p11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p11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7" name="Google Shape;3647;p11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p11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p11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p11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p11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2" name="Google Shape;3652;p11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3" name="Google Shape;3653;p11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4" name="Google Shape;3654;p11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5" name="Google Shape;3655;p11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6" name="Google Shape;3656;p11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7" name="Google Shape;3657;p11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8" name="Google Shape;3658;p11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9" name="Google Shape;3659;p11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0" name="Google Shape;3660;p11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p11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p11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p11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4" name="Google Shape;3664;p11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5" name="Google Shape;3665;p11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6" name="Google Shape;3666;p11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7" name="Google Shape;3667;p11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8" name="Google Shape;3668;p11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9" name="Google Shape;3669;p11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0" name="Google Shape;3670;p11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1" name="Google Shape;3671;p11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2" name="Google Shape;3672;p11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3" name="Google Shape;3673;p11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4" name="Google Shape;3674;p11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p11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6" name="Google Shape;3676;p11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7" name="Google Shape;3677;p11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p11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9" name="Google Shape;3679;p11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0" name="Google Shape;3680;p11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p11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2" name="Google Shape;3682;p11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3" name="Google Shape;3683;p11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p11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5" name="Google Shape;3685;p11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6" name="Google Shape;3686;p11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p11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8" name="Google Shape;3688;p11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9" name="Google Shape;3689;p11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0" name="Google Shape;3690;p11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p11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p11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3" name="Google Shape;3693;p11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4" name="Google Shape;3694;p11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p11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p11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7" name="Google Shape;3697;p11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8" name="Google Shape;3698;p11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9" name="Google Shape;3699;p11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0" name="Google Shape;3700;p11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1" name="Google Shape;3701;p11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2" name="Google Shape;3702;p11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3" name="Google Shape;3703;p11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4" name="Google Shape;3704;p11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5" name="Google Shape;3705;p11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6" name="Google Shape;3706;p11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7" name="Google Shape;3707;p11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8" name="Google Shape;3708;p11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9" name="Google Shape;3709;p11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p11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p11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2" name="Google Shape;3712;p11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3" name="Google Shape;3713;p11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4" name="Google Shape;3714;p11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5" name="Google Shape;3715;p11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6" name="Google Shape;3716;p11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7" name="Google Shape;3717;p11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8" name="Google Shape;3718;p11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9" name="Google Shape;3719;p11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0" name="Google Shape;3720;p11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1" name="Google Shape;3721;p11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p11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3" name="Google Shape;3723;p11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4" name="Google Shape;3724;p11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5" name="Google Shape;3725;p11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6" name="Google Shape;3726;p11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7" name="Google Shape;3727;p11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8" name="Google Shape;3728;p11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9" name="Google Shape;3729;p11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0" name="Google Shape;3730;p11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1" name="Google Shape;3731;p11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p11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p11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p11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5" name="Google Shape;3735;p11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p11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p11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p11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9" name="Google Shape;3739;p11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0" name="Google Shape;3740;p11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1" name="Google Shape;3741;p11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p11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p11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p11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5" name="Google Shape;3745;p11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6" name="Google Shape;3746;p11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p11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p11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p11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0" name="Google Shape;3750;p11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1" name="Google Shape;3751;p11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p11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p11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p11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p11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p11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11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p11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p11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p11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p11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p11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p11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p11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p11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6" name="Google Shape;3766;p11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7" name="Google Shape;3767;p11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p11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p11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0" name="Google Shape;3770;p11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1" name="Google Shape;3771;p11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p11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p11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p11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5" name="Google Shape;3775;p11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6" name="Google Shape;3776;p11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p11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p11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p11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p11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p11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p11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p11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p11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5" name="Google Shape;3785;p11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6" name="Google Shape;3786;p11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7" name="Google Shape;3787;p11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p11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p11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p11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p11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p11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p11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p11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5" name="Google Shape;3795;p11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6" name="Google Shape;3796;p11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7" name="Google Shape;3797;p11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p11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9" name="Google Shape;3799;p11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0" name="Google Shape;3800;p11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p11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p11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p11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p11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p11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p11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p11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p11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p11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p11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p11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p11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p11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4" name="Google Shape;3814;p11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5" name="Google Shape;3815;p11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6" name="Google Shape;3816;p11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7" name="Google Shape;3817;p11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8" name="Google Shape;3818;p11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9" name="Google Shape;3819;p11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0" name="Google Shape;3820;p11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1" name="Google Shape;3821;p11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2" name="Google Shape;3822;p11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3" name="Google Shape;3823;p11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4" name="Google Shape;3824;p11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5" name="Google Shape;3825;p11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6" name="Google Shape;3826;p11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7" name="Google Shape;3827;p11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p11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p11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p11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1" name="Google Shape;3831;p11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2" name="Google Shape;3832;p11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3" name="Google Shape;3833;p11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4" name="Google Shape;3834;p11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p11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6" name="Google Shape;3836;p11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7" name="Google Shape;3837;p11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p11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p11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p11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p11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p11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3" name="Google Shape;3843;p11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4" name="Google Shape;3844;p11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p11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p11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p11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p11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9" name="Google Shape;3849;p11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0" name="Google Shape;3850;p11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p11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p11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p11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p11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p11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6" name="Google Shape;3856;p11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7" name="Google Shape;3857;p11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p11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p11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p11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p11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p11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p11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p11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p11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p11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p11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p11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p11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p11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p11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p11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p11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4" name="Google Shape;3874;p11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5" name="Google Shape;3875;p11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6" name="Google Shape;3876;p11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7" name="Google Shape;3877;p11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8" name="Google Shape;3878;p11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9" name="Google Shape;3879;p11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p11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1" name="Google Shape;3881;p11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2" name="Google Shape;3882;p11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3" name="Google Shape;3883;p11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4" name="Google Shape;3884;p11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5" name="Google Shape;3885;p11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6" name="Google Shape;3886;p11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7" name="Google Shape;3887;p11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8" name="Google Shape;3888;p11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9" name="Google Shape;3889;p11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0" name="Google Shape;3890;p11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1" name="Google Shape;3891;p11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2" name="Google Shape;3892;p11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3" name="Google Shape;3893;p11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4" name="Google Shape;3894;p11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5" name="Google Shape;3895;p11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6" name="Google Shape;3896;p11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7" name="Google Shape;3897;p11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p11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9" name="Google Shape;3899;p11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0" name="Google Shape;3900;p11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1" name="Google Shape;3901;p11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2" name="Google Shape;3902;p11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p11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4" name="Google Shape;3904;p11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5" name="Google Shape;3905;p11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p11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7" name="Google Shape;3907;p11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8" name="Google Shape;3908;p11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9" name="Google Shape;3909;p11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0" name="Google Shape;3910;p11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p11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2" name="Google Shape;3912;p11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p11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4" name="Google Shape;3914;p11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5" name="Google Shape;3915;p11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p11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p11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p11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p11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p11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p11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p11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p11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4" name="Google Shape;3924;p11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5" name="Google Shape;3925;p11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6" name="Google Shape;3926;p11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7" name="Google Shape;3927;p11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p11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p11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p11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p11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p11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p11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p11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p11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p11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7" name="Google Shape;3937;p11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8" name="Google Shape;3938;p11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9" name="Google Shape;3939;p11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0" name="Google Shape;3940;p11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1" name="Google Shape;3941;p11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p11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p11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4" name="Google Shape;3944;p11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5" name="Google Shape;3945;p11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6" name="Google Shape;3946;p11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7" name="Google Shape;3947;p11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p11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9" name="Google Shape;3949;p11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0" name="Google Shape;3950;p11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1" name="Google Shape;3951;p11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2" name="Google Shape;3952;p11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3" name="Google Shape;3953;p11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4" name="Google Shape;3954;p11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5" name="Google Shape;3955;p11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6" name="Google Shape;3956;p11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7" name="Google Shape;3957;p11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8" name="Google Shape;3958;p11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9" name="Google Shape;3959;p11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0" name="Google Shape;3960;p11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1" name="Google Shape;3961;p11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2" name="Google Shape;3962;p11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3" name="Google Shape;3963;p11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p11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5" name="Google Shape;3965;p11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6" name="Google Shape;3966;p11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7" name="Google Shape;3967;p11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8" name="Google Shape;3968;p11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9" name="Google Shape;3969;p11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p11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p11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2" name="Google Shape;3972;p11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3" name="Google Shape;3973;p11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4" name="Google Shape;3974;p11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5" name="Google Shape;3975;p11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p11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7" name="Google Shape;3977;p11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8" name="Google Shape;3978;p11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p11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p11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p11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p11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p11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4" name="Google Shape;3984;p11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5" name="Google Shape;3985;p11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p11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p11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p11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p11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0" name="Google Shape;3990;p11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1" name="Google Shape;3991;p11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p11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p11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p11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p11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6" name="Google Shape;3996;p11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7" name="Google Shape;3997;p11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8" name="Google Shape;3998;p11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p11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p11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p11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p11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p11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p11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p11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p11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p11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8" name="Google Shape;4008;p11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9" name="Google Shape;4009;p11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10" name="Google Shape;4010;p117"/>
          <p:cNvGrpSpPr/>
          <p:nvPr/>
        </p:nvGrpSpPr>
        <p:grpSpPr>
          <a:xfrm>
            <a:off x="5961311" y="1231136"/>
            <a:ext cx="2435960" cy="1297725"/>
            <a:chOff x="233350" y="949250"/>
            <a:chExt cx="7137300" cy="3802300"/>
          </a:xfrm>
        </p:grpSpPr>
        <p:sp>
          <p:nvSpPr>
            <p:cNvPr id="4011" name="Google Shape;4011;p11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p11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p11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p11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p11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p11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7" name="Google Shape;4017;p11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8" name="Google Shape;4018;p11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9" name="Google Shape;4019;p11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0" name="Google Shape;4020;p11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p11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2" name="Google Shape;4022;p11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3" name="Google Shape;4023;p11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4" name="Google Shape;4024;p11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5" name="Google Shape;4025;p11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6" name="Google Shape;4026;p11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7" name="Google Shape;4027;p11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8" name="Google Shape;4028;p11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9" name="Google Shape;4029;p11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0" name="Google Shape;4030;p11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1" name="Google Shape;4031;p11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2" name="Google Shape;4032;p11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3" name="Google Shape;4033;p11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4" name="Google Shape;4034;p11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5" name="Google Shape;4035;p11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p11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p11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8" name="Google Shape;4038;p11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9" name="Google Shape;4039;p11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0" name="Google Shape;4040;p11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1" name="Google Shape;4041;p11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2" name="Google Shape;4042;p11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3" name="Google Shape;4043;p11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p11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5" name="Google Shape;4045;p11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6" name="Google Shape;4046;p11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7" name="Google Shape;4047;p11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8" name="Google Shape;4048;p11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9" name="Google Shape;4049;p11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0" name="Google Shape;4050;p11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1" name="Google Shape;4051;p11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2" name="Google Shape;4052;p11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p11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4" name="Google Shape;4054;p11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5" name="Google Shape;4055;p11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p11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7" name="Google Shape;4057;p11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8" name="Google Shape;4058;p11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9" name="Google Shape;4059;p11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p11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p11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62" name="Google Shape;4062;p117"/>
          <p:cNvGrpSpPr/>
          <p:nvPr/>
        </p:nvGrpSpPr>
        <p:grpSpPr>
          <a:xfrm>
            <a:off x="7714435" y="3194726"/>
            <a:ext cx="104231" cy="320340"/>
            <a:chOff x="7564426" y="3224343"/>
            <a:chExt cx="119985" cy="368801"/>
          </a:xfrm>
        </p:grpSpPr>
        <p:sp>
          <p:nvSpPr>
            <p:cNvPr id="4063" name="Google Shape;4063;p11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p11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65" name="Google Shape;4065;p117"/>
          <p:cNvGrpSpPr/>
          <p:nvPr/>
        </p:nvGrpSpPr>
        <p:grpSpPr>
          <a:xfrm>
            <a:off x="7413923" y="3188827"/>
            <a:ext cx="189489" cy="332132"/>
            <a:chOff x="8370831" y="3202002"/>
            <a:chExt cx="218129" cy="382376"/>
          </a:xfrm>
        </p:grpSpPr>
        <p:sp>
          <p:nvSpPr>
            <p:cNvPr id="4066" name="Google Shape;4066;p11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7" name="Google Shape;4067;p11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68" name="Google Shape;4068;p117"/>
          <p:cNvGrpSpPr/>
          <p:nvPr/>
        </p:nvGrpSpPr>
        <p:grpSpPr>
          <a:xfrm>
            <a:off x="8137312" y="3599959"/>
            <a:ext cx="309429" cy="267000"/>
            <a:chOff x="6742064" y="3750480"/>
            <a:chExt cx="399315" cy="344560"/>
          </a:xfrm>
        </p:grpSpPr>
        <p:sp>
          <p:nvSpPr>
            <p:cNvPr id="4069" name="Google Shape;4069;p11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0" name="Google Shape;4070;p11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71" name="Google Shape;4071;p117"/>
          <p:cNvGrpSpPr/>
          <p:nvPr/>
        </p:nvGrpSpPr>
        <p:grpSpPr>
          <a:xfrm>
            <a:off x="7676331" y="3951006"/>
            <a:ext cx="180437" cy="281608"/>
            <a:chOff x="7248525" y="3739696"/>
            <a:chExt cx="230531" cy="359790"/>
          </a:xfrm>
        </p:grpSpPr>
        <p:sp>
          <p:nvSpPr>
            <p:cNvPr id="4072" name="Google Shape;4072;p11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p11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74" name="Google Shape;4074;p117"/>
          <p:cNvGrpSpPr/>
          <p:nvPr/>
        </p:nvGrpSpPr>
        <p:grpSpPr>
          <a:xfrm>
            <a:off x="7922251" y="3594231"/>
            <a:ext cx="162896" cy="278710"/>
            <a:chOff x="7601242" y="3729267"/>
            <a:chExt cx="222566" cy="380803"/>
          </a:xfrm>
        </p:grpSpPr>
        <p:sp>
          <p:nvSpPr>
            <p:cNvPr id="4075" name="Google Shape;4075;p11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6" name="Google Shape;4076;p11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077" name="Google Shape;4077;p117"/>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078" name="Google Shape;4078;p117"/>
          <p:cNvGrpSpPr/>
          <p:nvPr/>
        </p:nvGrpSpPr>
        <p:grpSpPr>
          <a:xfrm>
            <a:off x="7411896" y="3595371"/>
            <a:ext cx="193542" cy="275990"/>
            <a:chOff x="8304647" y="3738687"/>
            <a:chExt cx="225075" cy="320956"/>
          </a:xfrm>
        </p:grpSpPr>
        <p:sp>
          <p:nvSpPr>
            <p:cNvPr id="4079" name="Google Shape;4079;p11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0" name="Google Shape;4080;p11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1" name="Google Shape;4081;p11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82" name="Google Shape;4082;p117"/>
          <p:cNvGrpSpPr/>
          <p:nvPr/>
        </p:nvGrpSpPr>
        <p:grpSpPr>
          <a:xfrm>
            <a:off x="7684389" y="3595371"/>
            <a:ext cx="178492" cy="275990"/>
            <a:chOff x="8615101" y="3738687"/>
            <a:chExt cx="207573" cy="320956"/>
          </a:xfrm>
        </p:grpSpPr>
        <p:sp>
          <p:nvSpPr>
            <p:cNvPr id="4083" name="Google Shape;4083;p11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4" name="Google Shape;4084;p11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5" name="Google Shape;4085;p11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086" name="Google Shape;4086;p117"/>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087" name="Google Shape;4087;p117"/>
          <p:cNvGrpSpPr/>
          <p:nvPr/>
        </p:nvGrpSpPr>
        <p:grpSpPr>
          <a:xfrm>
            <a:off x="7909920" y="3998032"/>
            <a:ext cx="187557" cy="187557"/>
            <a:chOff x="8565775" y="671075"/>
            <a:chExt cx="441000" cy="441000"/>
          </a:xfrm>
        </p:grpSpPr>
        <p:sp>
          <p:nvSpPr>
            <p:cNvPr id="4088" name="Google Shape;4088;p11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p11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090" name="Google Shape;4090;p117"/>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1" name="Google Shape;4091;p117"/>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092" name="Google Shape;4092;p117"/>
          <p:cNvGrpSpPr/>
          <p:nvPr/>
        </p:nvGrpSpPr>
        <p:grpSpPr>
          <a:xfrm>
            <a:off x="6064392" y="3070557"/>
            <a:ext cx="587865" cy="517731"/>
            <a:chOff x="6000718" y="3070557"/>
            <a:chExt cx="587865" cy="517731"/>
          </a:xfrm>
        </p:grpSpPr>
        <p:sp>
          <p:nvSpPr>
            <p:cNvPr id="4093" name="Google Shape;4093;p11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4" name="Google Shape;4094;p11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5" name="Google Shape;4095;p11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6" name="Google Shape;4096;p11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7" name="Google Shape;4097;p11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8" name="Google Shape;4098;p11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9" name="Google Shape;4099;p11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0" name="Google Shape;4100;p11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1" name="Google Shape;4101;p11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2" name="Google Shape;4102;p11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03" name="Google Shape;4103;p117"/>
          <p:cNvGrpSpPr/>
          <p:nvPr/>
        </p:nvGrpSpPr>
        <p:grpSpPr>
          <a:xfrm>
            <a:off x="6079197" y="3714217"/>
            <a:ext cx="557665" cy="516387"/>
            <a:chOff x="6015523" y="3714217"/>
            <a:chExt cx="557665" cy="516387"/>
          </a:xfrm>
        </p:grpSpPr>
        <p:grpSp>
          <p:nvGrpSpPr>
            <p:cNvPr id="4104" name="Google Shape;4104;p117"/>
            <p:cNvGrpSpPr/>
            <p:nvPr/>
          </p:nvGrpSpPr>
          <p:grpSpPr>
            <a:xfrm>
              <a:off x="6036094" y="3716980"/>
              <a:ext cx="529822" cy="510481"/>
              <a:chOff x="3148311" y="-545634"/>
              <a:chExt cx="1006118" cy="969573"/>
            </a:xfrm>
          </p:grpSpPr>
          <p:sp>
            <p:nvSpPr>
              <p:cNvPr id="4105" name="Google Shape;4105;p11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p11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p11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8" name="Google Shape;4108;p11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9" name="Google Shape;4109;p11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0" name="Google Shape;4110;p11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1" name="Google Shape;4111;p11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p11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3" name="Google Shape;4113;p11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4" name="Google Shape;4114;p11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15" name="Google Shape;4115;p11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16" name="Google Shape;4116;p117"/>
          <p:cNvGrpSpPr/>
          <p:nvPr/>
        </p:nvGrpSpPr>
        <p:grpSpPr>
          <a:xfrm>
            <a:off x="6707979" y="3073628"/>
            <a:ext cx="576302" cy="511871"/>
            <a:chOff x="6644304" y="3073628"/>
            <a:chExt cx="576302" cy="511871"/>
          </a:xfrm>
        </p:grpSpPr>
        <p:grpSp>
          <p:nvGrpSpPr>
            <p:cNvPr id="4117" name="Google Shape;4117;p117"/>
            <p:cNvGrpSpPr/>
            <p:nvPr/>
          </p:nvGrpSpPr>
          <p:grpSpPr>
            <a:xfrm>
              <a:off x="6712169" y="3073651"/>
              <a:ext cx="481611" cy="506712"/>
              <a:chOff x="1833536" y="-546641"/>
              <a:chExt cx="914567" cy="962418"/>
            </a:xfrm>
          </p:grpSpPr>
          <p:grpSp>
            <p:nvGrpSpPr>
              <p:cNvPr id="4118" name="Google Shape;4118;p117"/>
              <p:cNvGrpSpPr/>
              <p:nvPr/>
            </p:nvGrpSpPr>
            <p:grpSpPr>
              <a:xfrm>
                <a:off x="1833536" y="-524249"/>
                <a:ext cx="914567" cy="940026"/>
                <a:chOff x="1833536" y="-524249"/>
                <a:chExt cx="914567" cy="940026"/>
              </a:xfrm>
            </p:grpSpPr>
            <p:sp>
              <p:nvSpPr>
                <p:cNvPr id="4119" name="Google Shape;4119;p11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0" name="Google Shape;4120;p11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1" name="Google Shape;4121;p11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2" name="Google Shape;4122;p11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3" name="Google Shape;4123;p11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24" name="Google Shape;4124;p11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p11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6" name="Google Shape;4126;p11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7" name="Google Shape;4127;p11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28" name="Google Shape;4128;p11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29" name="Google Shape;4129;p117"/>
          <p:cNvGrpSpPr/>
          <p:nvPr/>
        </p:nvGrpSpPr>
        <p:grpSpPr>
          <a:xfrm>
            <a:off x="6715725" y="3714143"/>
            <a:ext cx="560636" cy="516497"/>
            <a:chOff x="6652051" y="3714143"/>
            <a:chExt cx="560636" cy="516497"/>
          </a:xfrm>
        </p:grpSpPr>
        <p:grpSp>
          <p:nvGrpSpPr>
            <p:cNvPr id="4130" name="Google Shape;4130;p117"/>
            <p:cNvGrpSpPr/>
            <p:nvPr/>
          </p:nvGrpSpPr>
          <p:grpSpPr>
            <a:xfrm>
              <a:off x="6669657" y="3716715"/>
              <a:ext cx="466768" cy="464314"/>
              <a:chOff x="3139766" y="765669"/>
              <a:chExt cx="886380" cy="881888"/>
            </a:xfrm>
          </p:grpSpPr>
          <p:grpSp>
            <p:nvGrpSpPr>
              <p:cNvPr id="4131" name="Google Shape;4131;p117"/>
              <p:cNvGrpSpPr/>
              <p:nvPr/>
            </p:nvGrpSpPr>
            <p:grpSpPr>
              <a:xfrm>
                <a:off x="3139766" y="765669"/>
                <a:ext cx="886380" cy="881888"/>
                <a:chOff x="3139766" y="765669"/>
                <a:chExt cx="886380" cy="881888"/>
              </a:xfrm>
            </p:grpSpPr>
            <p:sp>
              <p:nvSpPr>
                <p:cNvPr id="4132" name="Google Shape;4132;p11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p11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p11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p11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p11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p11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p11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p11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0" name="Google Shape;4140;p11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41" name="Google Shape;4141;p11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2" name="Google Shape;4142;p11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p11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p11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45" name="Google Shape;4145;p11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46" name="Google Shape;4146;p117"/>
          <p:cNvGrpSpPr/>
          <p:nvPr/>
        </p:nvGrpSpPr>
        <p:grpSpPr>
          <a:xfrm>
            <a:off x="726609" y="1192826"/>
            <a:ext cx="2665073" cy="1317140"/>
            <a:chOff x="793334" y="1192826"/>
            <a:chExt cx="2665073" cy="1317140"/>
          </a:xfrm>
        </p:grpSpPr>
        <p:sp>
          <p:nvSpPr>
            <p:cNvPr id="4147" name="Google Shape;4147;p117"/>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p11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p11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p11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p11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p11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p117"/>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4" name="Google Shape;4154;p11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5" name="Google Shape;4155;p11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p11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7" name="Google Shape;4157;p11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8" name="Google Shape;4158;p11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p11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0" name="Google Shape;4160;p11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1" name="Google Shape;4161;p11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2" name="Google Shape;4162;p11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3" name="Google Shape;4163;p11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p11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5" name="Google Shape;4165;p11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6" name="Google Shape;4166;p11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7" name="Google Shape;4167;p11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8" name="Google Shape;4168;p11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9" name="Google Shape;4169;p11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0" name="Google Shape;4170;p11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1" name="Google Shape;4171;p11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2" name="Google Shape;4172;p117"/>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3" name="Google Shape;4173;p11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4" name="Google Shape;4174;p11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5" name="Google Shape;4175;p11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6" name="Google Shape;4176;p11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7" name="Google Shape;4177;p11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p11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p11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0" name="Google Shape;4180;p11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p11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2" name="Google Shape;4182;p11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3" name="Google Shape;4183;p11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p11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p11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p11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7" name="Google Shape;4187;p11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8" name="Google Shape;4188;p11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9" name="Google Shape;4189;p11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0" name="Google Shape;4190;p117"/>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p11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2" name="Google Shape;4192;p11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3" name="Google Shape;4193;p117"/>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p117"/>
            <p:cNvSpPr/>
            <p:nvPr/>
          </p:nvSpPr>
          <p:spPr>
            <a:xfrm>
              <a:off x="2257871" y="2210406"/>
              <a:ext cx="0" cy="149"/>
            </a:xfrm>
            <a:custGeom>
              <a:rect b="b" l="l" r="r" t="t"/>
              <a:pathLst>
                <a:path extrusionOk="0" h="11" w="12000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p11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p11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p117"/>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p117"/>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p117"/>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p117"/>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p117"/>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p117"/>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p117"/>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p117"/>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p117"/>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p117"/>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7" name="Google Shape;4207;p117"/>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8" name="Google Shape;4208;p117"/>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9" name="Google Shape;4209;p11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p11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p11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2" name="Google Shape;4212;p117"/>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3" name="Google Shape;4213;p11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p117"/>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p117"/>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p117"/>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p11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p11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p11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p117"/>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p117"/>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p117"/>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p117"/>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p11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p117"/>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p117"/>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p117"/>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8" name="Google Shape;4228;p117"/>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9" name="Google Shape;4229;p117"/>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p117"/>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p117"/>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2" name="Google Shape;4232;p117"/>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3" name="Google Shape;4233;p117"/>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4" name="Google Shape;4234;p117"/>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5" name="Google Shape;4235;p117"/>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p117"/>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7" name="Google Shape;4237;p117"/>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8" name="Google Shape;4238;p117"/>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9" name="Google Shape;4239;p117"/>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0" name="Google Shape;4240;p117"/>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1" name="Google Shape;4241;p117"/>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2" name="Google Shape;4242;p117"/>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3" name="Google Shape;4243;p117"/>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4" name="Google Shape;4244;p117"/>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5" name="Google Shape;4245;p11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6" name="Google Shape;4246;p117"/>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7" name="Google Shape;4247;p117"/>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8" name="Google Shape;4248;p117"/>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9" name="Google Shape;4249;p11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0" name="Google Shape;4250;p11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1" name="Google Shape;4251;p11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2" name="Google Shape;4252;p117"/>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3" name="Google Shape;4253;p11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p11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p11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6" name="Google Shape;4256;p11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7" name="Google Shape;4257;p117"/>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8" name="Google Shape;4258;p117"/>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9" name="Google Shape;4259;p117"/>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p117"/>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p117"/>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p117"/>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3" name="Google Shape;4263;p11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4" name="Google Shape;4264;p117"/>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5" name="Google Shape;4265;p117"/>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6" name="Google Shape;4266;p117"/>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p117"/>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8" name="Google Shape;4268;p117"/>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9" name="Google Shape;4269;p117"/>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p11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p11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2" name="Google Shape;4272;p11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3" name="Google Shape;4273;p117"/>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p117"/>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p117"/>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p117"/>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p117"/>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p117"/>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p117"/>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p117"/>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1" name="Google Shape;4281;p117"/>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2" name="Google Shape;4282;p117"/>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p117"/>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p117"/>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p117"/>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p117"/>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p117"/>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8" name="Google Shape;4288;p117"/>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9" name="Google Shape;4289;p117"/>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p117"/>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p117"/>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p117"/>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p117"/>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p117"/>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p117"/>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6" name="Google Shape;4296;p11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7" name="Google Shape;4297;p11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p11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p117"/>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p11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p11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p117"/>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p117"/>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p117"/>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p117"/>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p11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p11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8" name="Google Shape;4308;p11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9" name="Google Shape;4309;p11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0" name="Google Shape;4310;p11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1" name="Google Shape;4311;p117"/>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p11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3" name="Google Shape;4313;p117"/>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4" name="Google Shape;4314;p11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5" name="Google Shape;4315;p11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6" name="Google Shape;4316;p11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7" name="Google Shape;4317;p11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8" name="Google Shape;4318;p11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9" name="Google Shape;4319;p11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p11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1" name="Google Shape;4321;p11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2" name="Google Shape;4322;p11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p11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p11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p117"/>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6" name="Google Shape;4326;p11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7" name="Google Shape;4327;p11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p11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9" name="Google Shape;4329;p11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0" name="Google Shape;4330;p11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117"/>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2" name="Google Shape;4332;p117"/>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3" name="Google Shape;4333;p117"/>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4" name="Google Shape;4334;p11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5" name="Google Shape;4335;p117"/>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6" name="Google Shape;4336;p11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7" name="Google Shape;4337;p11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8" name="Google Shape;4338;p11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9" name="Google Shape;4339;p11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0" name="Google Shape;4340;p117"/>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p11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p11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p11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p11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p11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p11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p117"/>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p117"/>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p117"/>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p117"/>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p11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p117"/>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p117"/>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4" name="Google Shape;4354;p11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5" name="Google Shape;4355;p11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6" name="Google Shape;4356;p117"/>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7" name="Google Shape;4357;p117"/>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8" name="Google Shape;4358;p11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9" name="Google Shape;4359;p117"/>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0" name="Google Shape;4360;p117"/>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1" name="Google Shape;4361;p117"/>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2" name="Google Shape;4362;p117"/>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3" name="Google Shape;4363;p11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4" name="Google Shape;4364;p117"/>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5" name="Google Shape;4365;p117"/>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6" name="Google Shape;4366;p117"/>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7" name="Google Shape;4367;p117"/>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8" name="Google Shape;4368;p117"/>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9" name="Google Shape;4369;p117"/>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0" name="Google Shape;4370;p117"/>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1" name="Google Shape;4371;p117"/>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2" name="Google Shape;4372;p11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3" name="Google Shape;4373;p117"/>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4" name="Google Shape;4374;p117"/>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5" name="Google Shape;4375;p117"/>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6" name="Google Shape;4376;p11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7" name="Google Shape;4377;p117"/>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8" name="Google Shape;4378;p117"/>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9" name="Google Shape;4379;p11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0" name="Google Shape;4380;p11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1" name="Google Shape;4381;p11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2" name="Google Shape;4382;p11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3" name="Google Shape;4383;p117"/>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4" name="Google Shape;4384;p117"/>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5" name="Google Shape;4385;p117"/>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6" name="Google Shape;4386;p117"/>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7" name="Google Shape;4387;p117"/>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p117"/>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9" name="Google Shape;4389;p117"/>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0" name="Google Shape;4390;p117"/>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1" name="Google Shape;4391;p117"/>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2" name="Google Shape;4392;p117"/>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3" name="Google Shape;4393;p117"/>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4" name="Google Shape;4394;p117"/>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5" name="Google Shape;4395;p117"/>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6" name="Google Shape;4396;p117"/>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7" name="Google Shape;4397;p11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8" name="Google Shape;4398;p11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9" name="Google Shape;4399;p11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0" name="Google Shape;4400;p117"/>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1" name="Google Shape;4401;p117"/>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2" name="Google Shape;4402;p11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3" name="Google Shape;4403;p117"/>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4" name="Google Shape;4404;p117"/>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5" name="Google Shape;4405;p117"/>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6" name="Google Shape;4406;p117"/>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7" name="Google Shape;4407;p117"/>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8" name="Google Shape;4408;p117"/>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9" name="Google Shape;4409;p117"/>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0" name="Google Shape;4410;p11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1" name="Google Shape;4411;p11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2" name="Google Shape;4412;p11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3" name="Google Shape;4413;p117"/>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4" name="Google Shape;4414;p117"/>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5" name="Google Shape;4415;p117"/>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6" name="Google Shape;4416;p117"/>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7" name="Google Shape;4417;p117"/>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8" name="Google Shape;4418;p117"/>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9" name="Google Shape;4419;p11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0" name="Google Shape;4420;p11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1" name="Google Shape;4421;p117"/>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2" name="Google Shape;4422;p117"/>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3" name="Google Shape;4423;p11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4" name="Google Shape;4424;p11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5" name="Google Shape;4425;p117"/>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6" name="Google Shape;4426;p11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7" name="Google Shape;4427;p11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8" name="Google Shape;4428;p11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9" name="Google Shape;4429;p117"/>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0" name="Google Shape;4430;p117"/>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1" name="Google Shape;4431;p11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2" name="Google Shape;4432;p117"/>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3" name="Google Shape;4433;p117"/>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4" name="Google Shape;4434;p117"/>
            <p:cNvSpPr/>
            <p:nvPr/>
          </p:nvSpPr>
          <p:spPr>
            <a:xfrm>
              <a:off x="2060373" y="1991414"/>
              <a:ext cx="0" cy="679"/>
            </a:xfrm>
            <a:custGeom>
              <a:rect b="b" l="l" r="r" t="t"/>
              <a:pathLst>
                <a:path extrusionOk="0" h="50" w="12000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5" name="Google Shape;4435;p117"/>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6" name="Google Shape;4436;p117"/>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7" name="Google Shape;4437;p11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8" name="Google Shape;4438;p117"/>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9" name="Google Shape;4439;p117"/>
            <p:cNvSpPr/>
            <p:nvPr/>
          </p:nvSpPr>
          <p:spPr>
            <a:xfrm>
              <a:off x="2060088" y="1984435"/>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0" name="Google Shape;4440;p11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1" name="Google Shape;4441;p117"/>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2" name="Google Shape;4442;p117"/>
            <p:cNvSpPr/>
            <p:nvPr/>
          </p:nvSpPr>
          <p:spPr>
            <a:xfrm>
              <a:off x="2060183" y="1986621"/>
              <a:ext cx="0" cy="584"/>
            </a:xfrm>
            <a:custGeom>
              <a:rect b="b" l="l" r="r" t="t"/>
              <a:pathLst>
                <a:path extrusionOk="0" h="43" w="12000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3" name="Google Shape;4443;p117"/>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4" name="Google Shape;4444;p117"/>
            <p:cNvSpPr/>
            <p:nvPr/>
          </p:nvSpPr>
          <p:spPr>
            <a:xfrm>
              <a:off x="2060088" y="1985101"/>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5" name="Google Shape;4445;p117"/>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6" name="Google Shape;4446;p117"/>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7" name="Google Shape;4447;p117"/>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8" name="Google Shape;4448;p117"/>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9" name="Google Shape;4449;p11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0" name="Google Shape;4450;p117"/>
            <p:cNvSpPr/>
            <p:nvPr/>
          </p:nvSpPr>
          <p:spPr>
            <a:xfrm>
              <a:off x="2060278" y="1988427"/>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1" name="Google Shape;4451;p117"/>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2" name="Google Shape;4452;p117"/>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3" name="Google Shape;4453;p11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4" name="Google Shape;4454;p11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5" name="Google Shape;4455;p11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p11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7" name="Google Shape;4457;p117"/>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8" name="Google Shape;4458;p11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9" name="Google Shape;4459;p11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0" name="Google Shape;4460;p117"/>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1" name="Google Shape;4461;p117"/>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p117"/>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p11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4" name="Google Shape;4464;p117"/>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5" name="Google Shape;4465;p11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p11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7" name="Google Shape;4467;p11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8" name="Google Shape;4468;p11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9" name="Google Shape;4469;p117"/>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p11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p11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2" name="Google Shape;4472;p11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3" name="Google Shape;4473;p11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p11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p11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6" name="Google Shape;4476;p117"/>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7" name="Google Shape;4477;p11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8" name="Google Shape;4478;p11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p117"/>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p117"/>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p11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p117"/>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3" name="Google Shape;4483;p117"/>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4" name="Google Shape;4484;p117"/>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p117"/>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117"/>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p117"/>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8" name="Google Shape;4488;p117"/>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9" name="Google Shape;4489;p117"/>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0" name="Google Shape;4490;p117"/>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p117"/>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2" name="Google Shape;4492;p117"/>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3" name="Google Shape;4493;p117"/>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4" name="Google Shape;4494;p117"/>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5" name="Google Shape;4495;p11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p11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p117"/>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8" name="Google Shape;4498;p117"/>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9" name="Google Shape;4499;p117"/>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0" name="Google Shape;4500;p117"/>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1" name="Google Shape;4501;p117"/>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p117"/>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3" name="Google Shape;4503;p117"/>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p117"/>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5" name="Google Shape;4505;p117"/>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6" name="Google Shape;4506;p117"/>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7" name="Google Shape;4507;p117"/>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8" name="Google Shape;4508;p11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p117"/>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0" name="Google Shape;4510;p117"/>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1" name="Google Shape;4511;p117"/>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p117"/>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p117"/>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p11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p117"/>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6" name="Google Shape;4516;p117"/>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7" name="Google Shape;4517;p117"/>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p117"/>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p117"/>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p117"/>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p117"/>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p11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3" name="Google Shape;4523;p117"/>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4" name="Google Shape;4524;p117"/>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5" name="Google Shape;4525;p11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p117"/>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7" name="Google Shape;4527;p11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8" name="Google Shape;4528;p117"/>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9" name="Google Shape;4529;p11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0" name="Google Shape;4530;p11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1" name="Google Shape;4531;p117"/>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p117"/>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p11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4" name="Google Shape;4534;p117"/>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5" name="Google Shape;4535;p117"/>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6" name="Google Shape;4536;p117"/>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7" name="Google Shape;4537;p117"/>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8" name="Google Shape;4538;p11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9" name="Google Shape;4539;p117"/>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0" name="Google Shape;4540;p11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1" name="Google Shape;4541;p117"/>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2" name="Google Shape;4542;p117"/>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3" name="Google Shape;4543;p117"/>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4" name="Google Shape;4544;p11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5" name="Google Shape;4545;p117"/>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6" name="Google Shape;4546;p11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7" name="Google Shape;4547;p117"/>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8" name="Google Shape;4548;p117"/>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9" name="Google Shape;4549;p117"/>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0" name="Google Shape;4550;p117"/>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1" name="Google Shape;4551;p117"/>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2" name="Google Shape;4552;p117"/>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3" name="Google Shape;4553;p117"/>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p117"/>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5" name="Google Shape;4555;p117"/>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6" name="Google Shape;4556;p117"/>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7" name="Google Shape;4557;p117"/>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8" name="Google Shape;4558;p117"/>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9" name="Google Shape;4559;p117"/>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0" name="Google Shape;4560;p11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1" name="Google Shape;4561;p11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2" name="Google Shape;4562;p11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3" name="Google Shape;4563;p11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4" name="Google Shape;4564;p11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5" name="Google Shape;4565;p11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6" name="Google Shape;4566;p11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7" name="Google Shape;4567;p11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8" name="Google Shape;4568;p11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9" name="Google Shape;4569;p117"/>
            <p:cNvSpPr/>
            <p:nvPr/>
          </p:nvSpPr>
          <p:spPr>
            <a:xfrm>
              <a:off x="1946865" y="1950206"/>
              <a:ext cx="0" cy="68"/>
            </a:xfrm>
            <a:custGeom>
              <a:rect b="b" l="l" r="r" t="t"/>
              <a:pathLst>
                <a:path extrusionOk="0" h="5" w="12000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0" name="Google Shape;4570;p117"/>
            <p:cNvSpPr/>
            <p:nvPr/>
          </p:nvSpPr>
          <p:spPr>
            <a:xfrm>
              <a:off x="1946960" y="1949595"/>
              <a:ext cx="0" cy="109"/>
            </a:xfrm>
            <a:custGeom>
              <a:rect b="b" l="l" r="r" t="t"/>
              <a:pathLst>
                <a:path extrusionOk="0" h="8" w="12000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1" name="Google Shape;4571;p117"/>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2" name="Google Shape;4572;p11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3" name="Google Shape;4573;p11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4" name="Google Shape;4574;p11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5" name="Google Shape;4575;p11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6" name="Google Shape;4576;p117"/>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7" name="Google Shape;4577;p117"/>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8" name="Google Shape;4578;p117"/>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9" name="Google Shape;4579;p117"/>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0" name="Google Shape;4580;p117"/>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1" name="Google Shape;4581;p117"/>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2" name="Google Shape;4582;p11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3" name="Google Shape;4583;p11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4" name="Google Shape;4584;p11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5" name="Google Shape;4585;p11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6" name="Google Shape;4586;p117"/>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7" name="Google Shape;4587;p11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8" name="Google Shape;4588;p11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9" name="Google Shape;4589;p117"/>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0" name="Google Shape;4590;p117"/>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1" name="Google Shape;4591;p117"/>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2" name="Google Shape;4592;p117"/>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3" name="Google Shape;4593;p117"/>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4" name="Google Shape;4594;p117"/>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5" name="Google Shape;4595;p117"/>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6" name="Google Shape;4596;p11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7" name="Google Shape;4597;p117"/>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8" name="Google Shape;4598;p117"/>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9" name="Google Shape;4599;p117"/>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0" name="Google Shape;4600;p11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1" name="Google Shape;4601;p117"/>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2" name="Google Shape;4602;p117"/>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3" name="Google Shape;4603;p117"/>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4" name="Google Shape;4604;p117"/>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5" name="Google Shape;4605;p117"/>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6" name="Google Shape;4606;p117"/>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7" name="Google Shape;4607;p117"/>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8" name="Google Shape;4608;p117"/>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9" name="Google Shape;4609;p117"/>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0" name="Google Shape;4610;p117"/>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1" name="Google Shape;4611;p117"/>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2" name="Google Shape;4612;p117"/>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3" name="Google Shape;4613;p117"/>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4" name="Google Shape;4614;p11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5" name="Google Shape;4615;p117"/>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6" name="Google Shape;4616;p117"/>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7" name="Google Shape;4617;p117"/>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8" name="Google Shape;4618;p117"/>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9" name="Google Shape;4619;p117"/>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0" name="Google Shape;4620;p117"/>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1" name="Google Shape;4621;p117"/>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2" name="Google Shape;4622;p117"/>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3" name="Google Shape;4623;p117"/>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4" name="Google Shape;4624;p117"/>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5" name="Google Shape;4625;p117"/>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6" name="Google Shape;4626;p117"/>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7" name="Google Shape;4627;p11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8" name="Google Shape;4628;p117"/>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9" name="Google Shape;4629;p117"/>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0" name="Google Shape;4630;p117"/>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1" name="Google Shape;4631;p11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2" name="Google Shape;4632;p11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3" name="Google Shape;4633;p11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4" name="Google Shape;4634;p11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5" name="Google Shape;4635;p11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6" name="Google Shape;4636;p117"/>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7" name="Google Shape;4637;p11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8" name="Google Shape;4638;p117"/>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9" name="Google Shape;4639;p11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0" name="Google Shape;4640;p117"/>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1" name="Google Shape;4641;p117"/>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2" name="Google Shape;4642;p117"/>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3" name="Google Shape;4643;p11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4" name="Google Shape;4644;p11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5" name="Google Shape;4645;p11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6" name="Google Shape;4646;p117"/>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7" name="Google Shape;4647;p11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8" name="Google Shape;4648;p11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9" name="Google Shape;4649;p11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0" name="Google Shape;4650;p117"/>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1" name="Google Shape;4651;p11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2" name="Google Shape;4652;p117"/>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3" name="Google Shape;4653;p117"/>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4" name="Google Shape;4654;p117"/>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5" name="Google Shape;4655;p117"/>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6" name="Google Shape;4656;p117"/>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7" name="Google Shape;4657;p117"/>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8" name="Google Shape;4658;p117"/>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9" name="Google Shape;4659;p117"/>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0" name="Google Shape;4660;p117"/>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1" name="Google Shape;4661;p117"/>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2" name="Google Shape;4662;p117"/>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3" name="Google Shape;4663;p117"/>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4" name="Google Shape;4664;p117"/>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5" name="Google Shape;4665;p117"/>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6" name="Google Shape;4666;p117"/>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7" name="Google Shape;4667;p11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8" name="Google Shape;4668;p117"/>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9" name="Google Shape;4669;p117"/>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0" name="Google Shape;4670;p117"/>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1" name="Google Shape;4671;p11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2" name="Google Shape;4672;p117"/>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3" name="Google Shape;4673;p117"/>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4" name="Google Shape;4674;p11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5" name="Google Shape;4675;p11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6" name="Google Shape;4676;p11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7" name="Google Shape;4677;p11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8" name="Google Shape;4678;p117"/>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9" name="Google Shape;4679;p11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0" name="Google Shape;4680;p11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1" name="Google Shape;4681;p117"/>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2" name="Google Shape;4682;p117"/>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3" name="Google Shape;4683;p11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4" name="Google Shape;4684;p11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5" name="Google Shape;4685;p11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6" name="Google Shape;4686;p117"/>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7" name="Google Shape;4687;p11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8" name="Google Shape;4688;p11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9" name="Google Shape;4689;p11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0" name="Google Shape;4690;p11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1" name="Google Shape;4691;p11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2" name="Google Shape;4692;p11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3" name="Google Shape;4693;p11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4" name="Google Shape;4694;p117"/>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5" name="Google Shape;4695;p11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6" name="Google Shape;4696;p11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7" name="Google Shape;4697;p117"/>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8" name="Google Shape;4698;p11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9" name="Google Shape;4699;p117"/>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0" name="Google Shape;4700;p11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1" name="Google Shape;4701;p117"/>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2" name="Google Shape;4702;p117"/>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3" name="Google Shape;4703;p11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4" name="Google Shape;4704;p11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5" name="Google Shape;4705;p11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6" name="Google Shape;4706;p117"/>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7" name="Google Shape;4707;p117"/>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8" name="Google Shape;4708;p117"/>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9" name="Google Shape;4709;p117"/>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0" name="Google Shape;4710;p117"/>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1" name="Google Shape;4711;p117"/>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2" name="Google Shape;4712;p11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3" name="Google Shape;4713;p11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4" name="Google Shape;4714;p117"/>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5" name="Google Shape;4715;p11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6" name="Google Shape;4716;p11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7" name="Google Shape;4717;p11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8" name="Google Shape;4718;p11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9" name="Google Shape;4719;p11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0" name="Google Shape;4720;p11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1" name="Google Shape;4721;p11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2" name="Google Shape;4722;p11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3" name="Google Shape;4723;p11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4" name="Google Shape;4724;p11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5" name="Google Shape;4725;p11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6" name="Google Shape;4726;p11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7" name="Google Shape;4727;p11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8" name="Google Shape;4728;p11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9" name="Google Shape;4729;p11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0" name="Google Shape;4730;p11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1" name="Google Shape;4731;p11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2" name="Google Shape;4732;p11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3" name="Google Shape;4733;p11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4" name="Google Shape;4734;p117"/>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5" name="Google Shape;4735;p117"/>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6" name="Google Shape;4736;p117"/>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7" name="Google Shape;4737;p117"/>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8" name="Google Shape;4738;p117"/>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9" name="Google Shape;4739;p11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0" name="Google Shape;4740;p11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1" name="Google Shape;4741;p117"/>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2" name="Google Shape;4742;p11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3" name="Google Shape;4743;p11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4" name="Google Shape;4744;p11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5" name="Google Shape;4745;p11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6" name="Google Shape;4746;p11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7" name="Google Shape;4747;p11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8" name="Google Shape;4748;p117"/>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9" name="Google Shape;4749;p117"/>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0" name="Google Shape;4750;p117"/>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1" name="Google Shape;4751;p11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2" name="Google Shape;4752;p11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3" name="Google Shape;4753;p11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4" name="Google Shape;4754;p117"/>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5" name="Google Shape;4755;p117"/>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6" name="Google Shape;4756;p117"/>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7" name="Google Shape;4757;p11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8" name="Google Shape;4758;p117"/>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9" name="Google Shape;4759;p117"/>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0" name="Google Shape;4760;p117"/>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1" name="Google Shape;4761;p11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2" name="Google Shape;4762;p117"/>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3" name="Google Shape;4763;p117"/>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4" name="Google Shape;4764;p117"/>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5" name="Google Shape;4765;p117"/>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6" name="Google Shape;4766;p117"/>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7" name="Google Shape;4767;p117"/>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8" name="Google Shape;4768;p117"/>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9" name="Google Shape;4769;p11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0" name="Google Shape;4770;p11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1" name="Google Shape;4771;p117"/>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2" name="Google Shape;4772;p11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3" name="Google Shape;4773;p117"/>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4" name="Google Shape;4774;p117"/>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5" name="Google Shape;4775;p117"/>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6" name="Google Shape;4776;p117"/>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7" name="Google Shape;4777;p117"/>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8" name="Google Shape;4778;p117"/>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9" name="Google Shape;4779;p11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0" name="Google Shape;4780;p117"/>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1" name="Google Shape;4781;p117"/>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2" name="Google Shape;4782;p117"/>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3" name="Google Shape;4783;p117"/>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4" name="Google Shape;4784;p11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5" name="Google Shape;4785;p11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6" name="Google Shape;4786;p11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7" name="Google Shape;4787;p11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8" name="Google Shape;4788;p11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9" name="Google Shape;4789;p11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0" name="Google Shape;4790;p11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1" name="Google Shape;4791;p11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2" name="Google Shape;4792;p11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3" name="Google Shape;4793;p11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4" name="Google Shape;4794;p117"/>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5" name="Google Shape;4795;p11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6" name="Google Shape;4796;p11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7" name="Google Shape;4797;p11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8" name="Google Shape;4798;p11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9" name="Google Shape;4799;p11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0" name="Google Shape;4800;p11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1" name="Google Shape;4801;p11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2" name="Google Shape;4802;p117"/>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3" name="Google Shape;4803;p11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4" name="Google Shape;4804;p11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5" name="Google Shape;4805;p117"/>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6" name="Google Shape;4806;p117"/>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7" name="Google Shape;4807;p117"/>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8" name="Google Shape;4808;p117"/>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9" name="Google Shape;4809;p117"/>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0" name="Google Shape;4810;p117"/>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1" name="Google Shape;4811;p117"/>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2" name="Google Shape;4812;p117"/>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3" name="Google Shape;4813;p117"/>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4" name="Google Shape;4814;p117"/>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5" name="Google Shape;4815;p11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6" name="Google Shape;4816;p11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7" name="Google Shape;4817;p117"/>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8" name="Google Shape;4818;p11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9" name="Google Shape;4819;p11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0" name="Google Shape;4820;p117"/>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1" name="Google Shape;4821;p11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2" name="Google Shape;4822;p117"/>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3" name="Google Shape;4823;p117"/>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4" name="Google Shape;4824;p117"/>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5" name="Google Shape;4825;p117"/>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6" name="Google Shape;4826;p117"/>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7" name="Google Shape;4827;p11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8" name="Google Shape;4828;p117"/>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9" name="Google Shape;4829;p117"/>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0" name="Google Shape;4830;p117"/>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1" name="Google Shape;4831;p117"/>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2" name="Google Shape;4832;p117"/>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3" name="Google Shape;4833;p117"/>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4" name="Google Shape;4834;p11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5" name="Google Shape;4835;p117"/>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6" name="Google Shape;4836;p117"/>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7" name="Google Shape;4837;p117"/>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8" name="Google Shape;4838;p117"/>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9" name="Google Shape;4839;p117"/>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0" name="Google Shape;4840;p117"/>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1" name="Google Shape;4841;p117"/>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2" name="Google Shape;4842;p117"/>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3" name="Google Shape;4843;p117"/>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4" name="Google Shape;4844;p117"/>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5" name="Google Shape;4845;p117"/>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6" name="Google Shape;4846;p117"/>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7" name="Google Shape;4847;p11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8" name="Google Shape;4848;p11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9" name="Google Shape;4849;p11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0" name="Google Shape;4850;p11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1" name="Google Shape;4851;p11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2" name="Google Shape;4852;p11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3" name="Google Shape;4853;p11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4" name="Google Shape;4854;p11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5" name="Google Shape;4855;p117"/>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6" name="Google Shape;4856;p11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7" name="Google Shape;4857;p11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8" name="Google Shape;4858;p11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9" name="Google Shape;4859;p11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0" name="Google Shape;4860;p11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1" name="Google Shape;4861;p11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2" name="Google Shape;4862;p11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3" name="Google Shape;4863;p11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4" name="Google Shape;4864;p117"/>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5" name="Google Shape;4865;p117"/>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p11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7" name="Google Shape;4867;p11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8" name="Google Shape;4868;p117"/>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9" name="Google Shape;4869;p117"/>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0" name="Google Shape;4870;p117"/>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1" name="Google Shape;4871;p11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2" name="Google Shape;4872;p11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3" name="Google Shape;4873;p117"/>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4" name="Google Shape;4874;p11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5" name="Google Shape;4875;p117"/>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6" name="Google Shape;4876;p11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7" name="Google Shape;4877;p11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8" name="Google Shape;4878;p11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9" name="Google Shape;4879;p11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0" name="Google Shape;4880;p11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1" name="Google Shape;4881;p11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2" name="Google Shape;4882;p117"/>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3" name="Google Shape;4883;p11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4" name="Google Shape;4884;p117"/>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5" name="Google Shape;4885;p11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6" name="Google Shape;4886;p11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7" name="Google Shape;4887;p11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8" name="Google Shape;4888;p117"/>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9" name="Google Shape;4889;p117"/>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0" name="Google Shape;4890;p117"/>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1" name="Google Shape;4891;p117"/>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2" name="Google Shape;4892;p117"/>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3" name="Google Shape;4893;p117"/>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4" name="Google Shape;4894;p117"/>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5" name="Google Shape;4895;p117"/>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6" name="Google Shape;4896;p117"/>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7" name="Google Shape;4897;p11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8" name="Google Shape;4898;p117"/>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9" name="Google Shape;4899;p117"/>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0" name="Google Shape;4900;p117"/>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1" name="Google Shape;4901;p11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2" name="Google Shape;4902;p117"/>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3" name="Google Shape;4903;p11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4" name="Google Shape;4904;p11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5" name="Google Shape;4905;p11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6" name="Google Shape;4906;p117"/>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7" name="Google Shape;4907;p117"/>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8" name="Google Shape;4908;p11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9" name="Google Shape;4909;p11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0" name="Google Shape;4910;p11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1" name="Google Shape;4911;p11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2" name="Google Shape;4912;p117"/>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3" name="Google Shape;4913;p117"/>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4" name="Google Shape;4914;p117"/>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5" name="Google Shape;4915;p11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6" name="Google Shape;4916;p11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7" name="Google Shape;4917;p11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8" name="Google Shape;4918;p117"/>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9" name="Google Shape;4919;p11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0" name="Google Shape;4920;p117"/>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1" name="Google Shape;4921;p11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2" name="Google Shape;4922;p11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3" name="Google Shape;4923;p11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4" name="Google Shape;4924;p11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5" name="Google Shape;4925;p11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6" name="Google Shape;4926;p11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7" name="Google Shape;4927;p11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8" name="Google Shape;4928;p11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9" name="Google Shape;4929;p117"/>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0" name="Google Shape;4930;p11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1" name="Google Shape;4931;p11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2" name="Google Shape;4932;p11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3" name="Google Shape;4933;p11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4" name="Google Shape;4934;p11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5" name="Google Shape;4935;p117"/>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6" name="Google Shape;4936;p117"/>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7" name="Google Shape;4937;p11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8" name="Google Shape;4938;p11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9" name="Google Shape;4939;p11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0" name="Google Shape;4940;p11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1" name="Google Shape;4941;p11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2" name="Google Shape;4942;p11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3" name="Google Shape;4943;p117"/>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4" name="Google Shape;4944;p11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5" name="Google Shape;4945;p11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6" name="Google Shape;4946;p11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7" name="Google Shape;4947;p11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8" name="Google Shape;4948;p117"/>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9" name="Google Shape;4949;p11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0" name="Google Shape;4950;p117"/>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1" name="Google Shape;4951;p117"/>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2" name="Google Shape;4952;p11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3" name="Google Shape;4953;p11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4" name="Google Shape;4954;p11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5" name="Google Shape;4955;p11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6" name="Google Shape;4956;p11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7" name="Google Shape;4957;p11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8" name="Google Shape;4958;p11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9" name="Google Shape;4959;p117"/>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0" name="Google Shape;4960;p11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1" name="Google Shape;4961;p117"/>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2" name="Google Shape;4962;p117"/>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3" name="Google Shape;4963;p117"/>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4" name="Google Shape;4964;p117"/>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5" name="Google Shape;4965;p11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6" name="Google Shape;4966;p117"/>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7" name="Google Shape;4967;p11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8" name="Google Shape;4968;p117"/>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9" name="Google Shape;4969;p11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0" name="Google Shape;4970;p11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1" name="Google Shape;4971;p117"/>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2" name="Google Shape;4972;p11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3" name="Google Shape;4973;p11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4" name="Google Shape;4974;p117"/>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5" name="Google Shape;4975;p11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p11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7" name="Google Shape;4977;p117"/>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8" name="Google Shape;4978;p11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p11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0" name="Google Shape;4980;p11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1" name="Google Shape;4981;p11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2" name="Google Shape;4982;p117"/>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3" name="Google Shape;4983;p11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p117"/>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5" name="Google Shape;4985;p11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6" name="Google Shape;4986;p117"/>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7" name="Google Shape;4987;p117"/>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8" name="Google Shape;4988;p117"/>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9" name="Google Shape;4989;p117"/>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0" name="Google Shape;4990;p117"/>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p117"/>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p117"/>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p117"/>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p117"/>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5" name="Google Shape;4995;p117"/>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6" name="Google Shape;4996;p117"/>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7" name="Google Shape;4997;p117"/>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8" name="Google Shape;4998;p117"/>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9" name="Google Shape;4999;p117"/>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0" name="Google Shape;5000;p117"/>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1" name="Google Shape;5001;p11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2" name="Google Shape;5002;p117"/>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3" name="Google Shape;5003;p117"/>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4" name="Google Shape;5004;p117"/>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5" name="Google Shape;5005;p11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6" name="Google Shape;5006;p117"/>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7" name="Google Shape;5007;p117"/>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8" name="Google Shape;5008;p117"/>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9" name="Google Shape;5009;p11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0" name="Google Shape;5010;p11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1" name="Google Shape;5011;p117"/>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2" name="Google Shape;5012;p117"/>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3" name="Google Shape;5013;p117"/>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4" name="Google Shape;5014;p117"/>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5" name="Google Shape;5015;p11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6" name="Google Shape;5016;p117"/>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7" name="Google Shape;5017;p11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8" name="Google Shape;5018;p11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9" name="Google Shape;5019;p117"/>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0" name="Google Shape;5020;p117"/>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1" name="Google Shape;5021;p117"/>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2" name="Google Shape;5022;p117"/>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3" name="Google Shape;5023;p117"/>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p117"/>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5" name="Google Shape;5025;p117"/>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6" name="Google Shape;5026;p117"/>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7" name="Google Shape;5027;p11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8" name="Google Shape;5028;p117"/>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9" name="Google Shape;5029;p117"/>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0" name="Google Shape;5030;p117"/>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1" name="Google Shape;5031;p117"/>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2" name="Google Shape;5032;p117"/>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3" name="Google Shape;5033;p117"/>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4" name="Google Shape;5034;p11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5" name="Google Shape;5035;p117"/>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6" name="Google Shape;5036;p117"/>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7" name="Google Shape;5037;p117"/>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8" name="Google Shape;5038;p117"/>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9" name="Google Shape;5039;p117"/>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0" name="Google Shape;5040;p117"/>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p117"/>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2" name="Google Shape;5042;p117"/>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3" name="Google Shape;5043;p117"/>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4" name="Google Shape;5044;p117"/>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5" name="Google Shape;5045;p117"/>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6" name="Google Shape;5046;p117"/>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7" name="Google Shape;5047;p117"/>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p11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p11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0" name="Google Shape;5050;p11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1" name="Google Shape;5051;p117"/>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2" name="Google Shape;5052;p117"/>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3" name="Google Shape;5053;p117"/>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4" name="Google Shape;5054;p117"/>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5" name="Google Shape;5055;p11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6" name="Google Shape;5056;p117"/>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7" name="Google Shape;5057;p117"/>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8" name="Google Shape;5058;p117"/>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9" name="Google Shape;5059;p117"/>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0" name="Google Shape;5060;p117"/>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1" name="Google Shape;5061;p117"/>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2" name="Google Shape;5062;p11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3" name="Google Shape;5063;p11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p11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5" name="Google Shape;5065;p11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6" name="Google Shape;5066;p117"/>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7" name="Google Shape;5067;p11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8" name="Google Shape;5068;p11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9" name="Google Shape;5069;p11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0" name="Google Shape;5070;p117"/>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1" name="Google Shape;5071;p11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2" name="Google Shape;5072;p117"/>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3" name="Google Shape;5073;p11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4" name="Google Shape;5074;p11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5" name="Google Shape;5075;p11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6" name="Google Shape;5076;p11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7" name="Google Shape;5077;p11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8" name="Google Shape;5078;p117"/>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9" name="Google Shape;5079;p11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0" name="Google Shape;5080;p117"/>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1" name="Google Shape;5081;p11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2" name="Google Shape;5082;p11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3" name="Google Shape;5083;p11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4" name="Google Shape;5084;p11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5" name="Google Shape;5085;p11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6" name="Google Shape;5086;p117"/>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7" name="Google Shape;5087;p117"/>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8" name="Google Shape;5088;p11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p11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p11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1" name="Google Shape;5091;p11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2" name="Google Shape;5092;p117"/>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p117"/>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4" name="Google Shape;5094;p11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5" name="Google Shape;5095;p11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p11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7" name="Google Shape;5097;p11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8" name="Google Shape;5098;p11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9" name="Google Shape;5099;p11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p117"/>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p11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2" name="Google Shape;5102;p11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3" name="Google Shape;5103;p11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4" name="Google Shape;5104;p117"/>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5" name="Google Shape;5105;p117"/>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6" name="Google Shape;5106;p11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p11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8" name="Google Shape;5108;p117"/>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9" name="Google Shape;5109;p117"/>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0" name="Google Shape;5110;p117"/>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1" name="Google Shape;5111;p11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2" name="Google Shape;5112;p117"/>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p117"/>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4" name="Google Shape;5114;p117"/>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5" name="Google Shape;5115;p117"/>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6" name="Google Shape;5116;p117"/>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7" name="Google Shape;5117;p117"/>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8" name="Google Shape;5118;p117"/>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9" name="Google Shape;5119;p117"/>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0" name="Google Shape;5120;p117"/>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1" name="Google Shape;5121;p11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2" name="Google Shape;5122;p117"/>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3" name="Google Shape;5123;p117"/>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4" name="Google Shape;5124;p11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5" name="Google Shape;5125;p11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6" name="Google Shape;5126;p11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7" name="Google Shape;5127;p11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8" name="Google Shape;5128;p11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9" name="Google Shape;5129;p11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0" name="Google Shape;5130;p117"/>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1" name="Google Shape;5131;p117"/>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2" name="Google Shape;5132;p117"/>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3" name="Google Shape;5133;p117"/>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4" name="Google Shape;5134;p11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5" name="Google Shape;5135;p11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6" name="Google Shape;5136;p117"/>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7" name="Google Shape;5137;p117"/>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8" name="Google Shape;5138;p11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9" name="Google Shape;5139;p117"/>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0" name="Google Shape;5140;p117"/>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1" name="Google Shape;5141;p11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2" name="Google Shape;5142;p11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3" name="Google Shape;5143;p11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4" name="Google Shape;5144;p117"/>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5" name="Google Shape;5145;p117"/>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6" name="Google Shape;5146;p117"/>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7" name="Google Shape;5147;p117"/>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8" name="Google Shape;5148;p11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9" name="Google Shape;5149;p117"/>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0" name="Google Shape;5150;p117"/>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1" name="Google Shape;5151;p117"/>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2" name="Google Shape;5152;p117"/>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3" name="Google Shape;5153;p11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4" name="Google Shape;5154;p117"/>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5" name="Google Shape;5155;p117"/>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6" name="Google Shape;5156;p117"/>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7" name="Google Shape;5157;p117"/>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8" name="Google Shape;5158;p117"/>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9" name="Google Shape;5159;p117"/>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0" name="Google Shape;5160;p117"/>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1" name="Google Shape;5161;p117"/>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p117"/>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p11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p11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p117"/>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p11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7" name="Google Shape;5167;p117"/>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8" name="Google Shape;5168;p11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9" name="Google Shape;5169;p11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0" name="Google Shape;5170;p11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1" name="Google Shape;5171;p11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2" name="Google Shape;5172;p11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3" name="Google Shape;5173;p117"/>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4" name="Google Shape;5174;p117"/>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5" name="Google Shape;5175;p117"/>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6" name="Google Shape;5176;p117"/>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7" name="Google Shape;5177;p117"/>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8" name="Google Shape;5178;p11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9" name="Google Shape;5179;p117"/>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0" name="Google Shape;5180;p117"/>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p117"/>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p11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p11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4" name="Google Shape;5184;p11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5" name="Google Shape;5185;p11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p11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p11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p11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9" name="Google Shape;5189;p117"/>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p11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1" name="Google Shape;5191;p117"/>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2" name="Google Shape;5192;p117"/>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p117"/>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4" name="Google Shape;5194;p117"/>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5" name="Google Shape;5195;p117"/>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6" name="Google Shape;5196;p11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7" name="Google Shape;5197;p11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8" name="Google Shape;5198;p117"/>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9" name="Google Shape;5199;p117"/>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0" name="Google Shape;5200;p117"/>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p117"/>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2" name="Google Shape;5202;p117"/>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3" name="Google Shape;5203;p117"/>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4" name="Google Shape;5204;p117"/>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5" name="Google Shape;5205;p117"/>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6" name="Google Shape;5206;p11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7" name="Google Shape;5207;p117"/>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8" name="Google Shape;5208;p11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9" name="Google Shape;5209;p117"/>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0" name="Google Shape;5210;p117"/>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1" name="Google Shape;5211;p117"/>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2" name="Google Shape;5212;p117"/>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3" name="Google Shape;5213;p117"/>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p117"/>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p117"/>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6" name="Google Shape;5216;p117"/>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7" name="Google Shape;5217;p117"/>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8" name="Google Shape;5218;p117"/>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9" name="Google Shape;5219;p117"/>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0" name="Google Shape;5220;p117"/>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p11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2" name="Google Shape;5222;p11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3" name="Google Shape;5223;p11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4" name="Google Shape;5224;p11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5" name="Google Shape;5225;p117"/>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6" name="Google Shape;5226;p11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7" name="Google Shape;5227;p117"/>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8" name="Google Shape;5228;p11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p11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0" name="Google Shape;5230;p11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1" name="Google Shape;5231;p11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2" name="Google Shape;5232;p11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3" name="Google Shape;5233;p11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4" name="Google Shape;5234;p11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5" name="Google Shape;5235;p117"/>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6" name="Google Shape;5236;p117"/>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7" name="Google Shape;5237;p117"/>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8" name="Google Shape;5238;p117"/>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9" name="Google Shape;5239;p117"/>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0" name="Google Shape;5240;p11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1" name="Google Shape;5241;p11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2" name="Google Shape;5242;p117"/>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3" name="Google Shape;5243;p11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4" name="Google Shape;5244;p11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5" name="Google Shape;5245;p117"/>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6" name="Google Shape;5246;p11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7" name="Google Shape;5247;p117"/>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8" name="Google Shape;5248;p117"/>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9" name="Google Shape;5249;p117"/>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0" name="Google Shape;5250;p117"/>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1" name="Google Shape;5251;p117"/>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2" name="Google Shape;5252;p117"/>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3" name="Google Shape;5253;p11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4" name="Google Shape;5254;p117"/>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5" name="Google Shape;5255;p117"/>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6" name="Google Shape;5256;p117"/>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7" name="Google Shape;5257;p117"/>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8" name="Google Shape;5258;p117"/>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9" name="Google Shape;5259;p11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0" name="Google Shape;5260;p117"/>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1" name="Google Shape;5261;p117"/>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2" name="Google Shape;5262;p117"/>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3" name="Google Shape;5263;p117"/>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4" name="Google Shape;5264;p11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5" name="Google Shape;5265;p117"/>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6" name="Google Shape;5266;p11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7" name="Google Shape;5267;p117"/>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8" name="Google Shape;5268;p117"/>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9" name="Google Shape;5269;p11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0" name="Google Shape;5270;p117"/>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1" name="Google Shape;5271;p117"/>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2" name="Google Shape;5272;p117"/>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3" name="Google Shape;5273;p117"/>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4" name="Google Shape;5274;p11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5" name="Google Shape;5275;p11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6" name="Google Shape;5276;p11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7" name="Google Shape;5277;p11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8" name="Google Shape;5278;p11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9" name="Google Shape;5279;p117"/>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0" name="Google Shape;5280;p11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1" name="Google Shape;5281;p11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2" name="Google Shape;5282;p117"/>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3" name="Google Shape;5283;p11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4" name="Google Shape;5284;p117"/>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5" name="Google Shape;5285;p117"/>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6" name="Google Shape;5286;p117"/>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7" name="Google Shape;5287;p117"/>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8" name="Google Shape;5288;p11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9" name="Google Shape;5289;p117"/>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0" name="Google Shape;5290;p117"/>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1" name="Google Shape;5291;p117"/>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2" name="Google Shape;5292;p117"/>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3" name="Google Shape;5293;p117"/>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4" name="Google Shape;5294;p117"/>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5" name="Google Shape;5295;p117"/>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6" name="Google Shape;5296;p117"/>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7" name="Google Shape;5297;p117"/>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8" name="Google Shape;5298;p117"/>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9" name="Google Shape;5299;p117"/>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0" name="Google Shape;5300;p117"/>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1" name="Google Shape;5301;p117"/>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2" name="Google Shape;5302;p117"/>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3" name="Google Shape;5303;p117"/>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4" name="Google Shape;5304;p117"/>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5" name="Google Shape;5305;p117"/>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6" name="Google Shape;5306;p117"/>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7" name="Google Shape;5307;p117"/>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8" name="Google Shape;5308;p117"/>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9" name="Google Shape;5309;p117"/>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0" name="Google Shape;5310;p117"/>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1" name="Google Shape;5311;p117"/>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2" name="Google Shape;5312;p117"/>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3" name="Google Shape;5313;p117"/>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4" name="Google Shape;5314;p117"/>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5" name="Google Shape;5315;p117"/>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6" name="Google Shape;5316;p117"/>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7" name="Google Shape;5317;p117"/>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8" name="Google Shape;5318;p117"/>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9" name="Google Shape;5319;p117"/>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0" name="Google Shape;5320;p117"/>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1" name="Google Shape;5321;p11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2" name="Google Shape;5322;p117"/>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3" name="Google Shape;5323;p117"/>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4" name="Google Shape;5324;p117"/>
            <p:cNvSpPr/>
            <p:nvPr/>
          </p:nvSpPr>
          <p:spPr>
            <a:xfrm>
              <a:off x="2821609" y="1933425"/>
              <a:ext cx="0" cy="109"/>
            </a:xfrm>
            <a:custGeom>
              <a:rect b="b" l="l" r="r" t="t"/>
              <a:pathLst>
                <a:path extrusionOk="0" h="8" w="12000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5" name="Google Shape;5325;p117"/>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6" name="Google Shape;5326;p11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7" name="Google Shape;5327;p117"/>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8" name="Google Shape;5328;p117"/>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9" name="Google Shape;5329;p11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0" name="Google Shape;5330;p117"/>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1" name="Google Shape;5331;p117"/>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2" name="Google Shape;5332;p117"/>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3" name="Google Shape;5333;p117"/>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4" name="Google Shape;5334;p117"/>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5" name="Google Shape;5335;p117"/>
            <p:cNvSpPr/>
            <p:nvPr/>
          </p:nvSpPr>
          <p:spPr>
            <a:xfrm>
              <a:off x="2821324" y="1935950"/>
              <a:ext cx="0" cy="14"/>
            </a:xfrm>
            <a:custGeom>
              <a:rect b="b" l="l" r="r" t="t"/>
              <a:pathLst>
                <a:path extrusionOk="0" h="1" w="12000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6" name="Google Shape;5336;p117"/>
            <p:cNvSpPr/>
            <p:nvPr/>
          </p:nvSpPr>
          <p:spPr>
            <a:xfrm>
              <a:off x="2821609" y="1934945"/>
              <a:ext cx="0" cy="68"/>
            </a:xfrm>
            <a:custGeom>
              <a:rect b="b" l="l" r="r" t="t"/>
              <a:pathLst>
                <a:path extrusionOk="0" h="5" w="12000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7" name="Google Shape;5337;p11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8" name="Google Shape;5338;p117"/>
            <p:cNvSpPr/>
            <p:nvPr/>
          </p:nvSpPr>
          <p:spPr>
            <a:xfrm>
              <a:off x="2821039" y="1936330"/>
              <a:ext cx="0" cy="54"/>
            </a:xfrm>
            <a:custGeom>
              <a:rect b="b" l="l" r="r" t="t"/>
              <a:pathLst>
                <a:path extrusionOk="0" h="4" w="12000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9" name="Google Shape;5339;p117"/>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0" name="Google Shape;5340;p11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1" name="Google Shape;5341;p11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2" name="Google Shape;5342;p11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3" name="Google Shape;5343;p117"/>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4" name="Google Shape;5344;p117"/>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5" name="Google Shape;5345;p117"/>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6" name="Google Shape;5346;p117"/>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7" name="Google Shape;5347;p117"/>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8" name="Google Shape;5348;p117"/>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9" name="Google Shape;5349;p117"/>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0" name="Google Shape;5350;p117"/>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1" name="Google Shape;5351;p117"/>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2" name="Google Shape;5352;p11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3" name="Google Shape;5353;p117"/>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4" name="Google Shape;5354;p11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5" name="Google Shape;5355;p117"/>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6" name="Google Shape;5356;p117"/>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7" name="Google Shape;5357;p117"/>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8" name="Google Shape;5358;p11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9" name="Google Shape;5359;p11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0" name="Google Shape;5360;p11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1" name="Google Shape;5361;p117"/>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2" name="Google Shape;5362;p117"/>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3" name="Google Shape;5363;p117"/>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4" name="Google Shape;5364;p11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5" name="Google Shape;5365;p117"/>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6" name="Google Shape;5366;p117"/>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7" name="Google Shape;5367;p117"/>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8" name="Google Shape;5368;p117"/>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9" name="Google Shape;5369;p117"/>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0" name="Google Shape;5370;p117"/>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1" name="Google Shape;5371;p117"/>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2" name="Google Shape;5372;p117"/>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3" name="Google Shape;5373;p117"/>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4" name="Google Shape;5374;p11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5" name="Google Shape;5375;p117"/>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6" name="Google Shape;5376;p117"/>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7" name="Google Shape;5377;p117"/>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8" name="Google Shape;5378;p117"/>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9" name="Google Shape;5379;p117"/>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0" name="Google Shape;5380;p117"/>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1" name="Google Shape;5381;p117"/>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2" name="Google Shape;5382;p11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3" name="Google Shape;5383;p11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4" name="Google Shape;5384;p11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5" name="Google Shape;5385;p11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6" name="Google Shape;5386;p11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7" name="Google Shape;5387;p11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8" name="Google Shape;5388;p11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9" name="Google Shape;5389;p11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0" name="Google Shape;5390;p11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1" name="Google Shape;5391;p117"/>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p117"/>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3" name="Google Shape;5393;p117"/>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4" name="Google Shape;5394;p11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p11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6" name="Google Shape;5396;p117"/>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7" name="Google Shape;5397;p11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8" name="Google Shape;5398;p11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9" name="Google Shape;5399;p11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0" name="Google Shape;5400;p117"/>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1" name="Google Shape;5401;p11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2" name="Google Shape;5402;p11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3" name="Google Shape;5403;p117"/>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4" name="Google Shape;5404;p117"/>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5" name="Google Shape;5405;p117"/>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6" name="Google Shape;5406;p11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7" name="Google Shape;5407;p117"/>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8" name="Google Shape;5408;p117"/>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9" name="Google Shape;5409;p11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0" name="Google Shape;5410;p11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1" name="Google Shape;5411;p117"/>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2" name="Google Shape;5412;p117"/>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3" name="Google Shape;5413;p11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4" name="Google Shape;5414;p117"/>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5" name="Google Shape;5415;p117"/>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6" name="Google Shape;5416;p117"/>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7" name="Google Shape;5417;p117"/>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8" name="Google Shape;5418;p117"/>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9" name="Google Shape;5419;p117"/>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0" name="Google Shape;5420;p11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1" name="Google Shape;5421;p117"/>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2" name="Google Shape;5422;p117"/>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3" name="Google Shape;5423;p117"/>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4" name="Google Shape;5424;p11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5" name="Google Shape;5425;p117"/>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6" name="Google Shape;5426;p11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7" name="Google Shape;5427;p117"/>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8" name="Google Shape;5428;p117"/>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p117"/>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0" name="Google Shape;5430;p117"/>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1" name="Google Shape;5431;p117"/>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2" name="Google Shape;5432;p11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3" name="Google Shape;5433;p117"/>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4" name="Google Shape;5434;p117"/>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5" name="Google Shape;5435;p117"/>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6" name="Google Shape;5436;p11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7" name="Google Shape;5437;p117"/>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p117"/>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p117"/>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0" name="Google Shape;5440;p117"/>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1" name="Google Shape;5441;p117"/>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2" name="Google Shape;5442;p117"/>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3" name="Google Shape;5443;p11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4" name="Google Shape;5444;p117"/>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5" name="Google Shape;5445;p11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6" name="Google Shape;5446;p117"/>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p117"/>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8" name="Google Shape;5448;p117"/>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9" name="Google Shape;5449;p11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0" name="Google Shape;5450;p117"/>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p117"/>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p117"/>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3" name="Google Shape;5453;p11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4" name="Google Shape;5454;p11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5" name="Google Shape;5455;p11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6" name="Google Shape;5456;p11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7" name="Google Shape;5457;p117"/>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8" name="Google Shape;5458;p11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p117"/>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0" name="Google Shape;5460;p117"/>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1" name="Google Shape;5461;p117"/>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2" name="Google Shape;5462;p117"/>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3" name="Google Shape;5463;p117"/>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4" name="Google Shape;5464;p117"/>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5" name="Google Shape;5465;p11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6" name="Google Shape;5466;p117"/>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7" name="Google Shape;5467;p117"/>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8" name="Google Shape;5468;p117"/>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9" name="Google Shape;5469;p117"/>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0" name="Google Shape;5470;p117"/>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1" name="Google Shape;5471;p117"/>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2" name="Google Shape;5472;p117"/>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3" name="Google Shape;5473;p117"/>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4" name="Google Shape;5474;p117"/>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5" name="Google Shape;5475;p11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6" name="Google Shape;5476;p11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7" name="Google Shape;5477;p117"/>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8" name="Google Shape;5478;p117"/>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9" name="Google Shape;5479;p117"/>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0" name="Google Shape;5480;p11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1" name="Google Shape;5481;p11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2" name="Google Shape;5482;p11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3" name="Google Shape;5483;p11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4" name="Google Shape;5484;p117"/>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5" name="Google Shape;5485;p117"/>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6" name="Google Shape;5486;p117"/>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7" name="Google Shape;5487;p11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8" name="Google Shape;5488;p117"/>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9" name="Google Shape;5489;p117"/>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0" name="Google Shape;5490;p11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1" name="Google Shape;5491;p11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2" name="Google Shape;5492;p11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3" name="Google Shape;5493;p11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4" name="Google Shape;5494;p117"/>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5" name="Google Shape;5495;p117"/>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6" name="Google Shape;5496;p11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7" name="Google Shape;5497;p117"/>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8" name="Google Shape;5498;p11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9" name="Google Shape;5499;p117"/>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0" name="Google Shape;5500;p117"/>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1" name="Google Shape;5501;p117"/>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2" name="Google Shape;5502;p11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3" name="Google Shape;5503;p117"/>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4" name="Google Shape;5504;p117"/>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5" name="Google Shape;5505;p117"/>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6" name="Google Shape;5506;p117"/>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7" name="Google Shape;5507;p117"/>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8" name="Google Shape;5508;p117"/>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9" name="Google Shape;5509;p117"/>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0" name="Google Shape;5510;p11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1" name="Google Shape;5511;p11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2" name="Google Shape;5512;p117"/>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3" name="Google Shape;5513;p117"/>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4" name="Google Shape;5514;p117"/>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5" name="Google Shape;5515;p11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6" name="Google Shape;5516;p11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7" name="Google Shape;5517;p11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8" name="Google Shape;5518;p11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9" name="Google Shape;5519;p117"/>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0" name="Google Shape;5520;p11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1" name="Google Shape;5521;p11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2" name="Google Shape;5522;p11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3" name="Google Shape;5523;p117"/>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4" name="Google Shape;5524;p11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5" name="Google Shape;5525;p117"/>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p11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7" name="Google Shape;5527;p117"/>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8" name="Google Shape;5528;p117"/>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9" name="Google Shape;5529;p117"/>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0" name="Google Shape;5530;p117"/>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1" name="Google Shape;5531;p117"/>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p117"/>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3" name="Google Shape;5533;p117"/>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4" name="Google Shape;5534;p117"/>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5" name="Google Shape;5535;p117"/>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6" name="Google Shape;5536;p117"/>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7" name="Google Shape;5537;p117"/>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8" name="Google Shape;5538;p117"/>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9" name="Google Shape;5539;p117"/>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0" name="Google Shape;5540;p117"/>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1" name="Google Shape;5541;p117"/>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2" name="Google Shape;5542;p117"/>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3" name="Google Shape;5543;p11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4" name="Google Shape;5544;p117"/>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5" name="Google Shape;5545;p117"/>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6" name="Google Shape;5546;p117"/>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7" name="Google Shape;5547;p11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8" name="Google Shape;5548;p11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9" name="Google Shape;5549;p11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0" name="Google Shape;5550;p117"/>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1" name="Google Shape;5551;p117"/>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2" name="Google Shape;5552;p117"/>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3" name="Google Shape;5553;p117"/>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4" name="Google Shape;5554;p117"/>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5" name="Google Shape;5555;p11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6" name="Google Shape;5556;p117"/>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7" name="Google Shape;5557;p117"/>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p11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9" name="Google Shape;5559;p117"/>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0" name="Google Shape;5560;p117"/>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1" name="Google Shape;5561;p117"/>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2" name="Google Shape;5562;p11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3" name="Google Shape;5563;p11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4" name="Google Shape;5564;p117"/>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5" name="Google Shape;5565;p11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6" name="Google Shape;5566;p11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7" name="Google Shape;5567;p117"/>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8" name="Google Shape;5568;p11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9" name="Google Shape;5569;p117"/>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p11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1" name="Google Shape;5571;p11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2" name="Google Shape;5572;p117"/>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3" name="Google Shape;5573;p117"/>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4" name="Google Shape;5574;p117"/>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5" name="Google Shape;5575;p117"/>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6" name="Google Shape;5576;p11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7" name="Google Shape;5577;p11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8" name="Google Shape;5578;p11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9" name="Google Shape;5579;p117"/>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0" name="Google Shape;5580;p117"/>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1" name="Google Shape;5581;p117"/>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2" name="Google Shape;5582;p11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3" name="Google Shape;5583;p117"/>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4" name="Google Shape;5584;p11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5" name="Google Shape;5585;p117"/>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6" name="Google Shape;5586;p11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7" name="Google Shape;5587;p117"/>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8" name="Google Shape;5588;p117"/>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9" name="Google Shape;5589;p117"/>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0" name="Google Shape;5590;p117"/>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1" name="Google Shape;5591;p117"/>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2" name="Google Shape;5592;p117"/>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3" name="Google Shape;5593;p117"/>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4" name="Google Shape;5594;p117"/>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p117"/>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6" name="Google Shape;5596;p117"/>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7" name="Google Shape;5597;p11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8" name="Google Shape;5598;p11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9" name="Google Shape;5599;p11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0" name="Google Shape;5600;p11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1" name="Google Shape;5601;p11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2" name="Google Shape;5602;p11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3" name="Google Shape;5603;p11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4" name="Google Shape;5604;p11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5" name="Google Shape;5605;p11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6" name="Google Shape;5606;p117"/>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7" name="Google Shape;5607;p117"/>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11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9" name="Google Shape;5609;p117"/>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0" name="Google Shape;5610;p117"/>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1" name="Google Shape;5611;p117"/>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2" name="Google Shape;5612;p117"/>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3" name="Google Shape;5613;p11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p117"/>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5" name="Google Shape;5615;p117"/>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6" name="Google Shape;5616;p117"/>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p117"/>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8" name="Google Shape;5618;p11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9" name="Google Shape;5619;p117"/>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0" name="Google Shape;5620;p117"/>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p117"/>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2" name="Google Shape;5622;p117"/>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3" name="Google Shape;5623;p117"/>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4" name="Google Shape;5624;p117"/>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p117"/>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p117"/>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7" name="Google Shape;5627;p117"/>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p117"/>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p117"/>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0" name="Google Shape;5630;p117"/>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1" name="Google Shape;5631;p117"/>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2" name="Google Shape;5632;p117"/>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3" name="Google Shape;5633;p117"/>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p117"/>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5" name="Google Shape;5635;p117"/>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6" name="Google Shape;5636;p117"/>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7" name="Google Shape;5637;p117"/>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8" name="Google Shape;5638;p117"/>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p117"/>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0" name="Google Shape;5640;p117"/>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p11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p117"/>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3" name="Google Shape;5643;p117"/>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4" name="Google Shape;5644;p117"/>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p11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6" name="Google Shape;5646;p11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7" name="Google Shape;5647;p11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p117"/>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p117"/>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p11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p117"/>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2" name="Google Shape;5652;p117"/>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p11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p117"/>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p117"/>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117"/>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117"/>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117"/>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p117"/>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0" name="Google Shape;5660;p117"/>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117"/>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p11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p117"/>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p117"/>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p117"/>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6" name="Google Shape;5666;p117"/>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7" name="Google Shape;5667;p117"/>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p117"/>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9" name="Google Shape;5669;p117"/>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0" name="Google Shape;5670;p117"/>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p117"/>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2" name="Google Shape;5672;p117"/>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3" name="Google Shape;5673;p11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p117"/>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5" name="Google Shape;5675;p117"/>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6" name="Google Shape;5676;p117"/>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7" name="Google Shape;5677;p117"/>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8" name="Google Shape;5678;p117"/>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9" name="Google Shape;5679;p11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0" name="Google Shape;5680;p117"/>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1" name="Google Shape;5681;p11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2" name="Google Shape;5682;p117"/>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3" name="Google Shape;5683;p117"/>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4" name="Google Shape;5684;p11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5" name="Google Shape;5685;p117"/>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6" name="Google Shape;5686;p117"/>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7" name="Google Shape;5687;p11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8" name="Google Shape;5688;p11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9" name="Google Shape;5689;p11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0" name="Google Shape;5690;p117"/>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1" name="Google Shape;5691;p11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2" name="Google Shape;5692;p117"/>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3" name="Google Shape;5693;p117"/>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4" name="Google Shape;5694;p11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5" name="Google Shape;5695;p11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6" name="Google Shape;5696;p117"/>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7" name="Google Shape;5697;p11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8" name="Google Shape;5698;p117"/>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9" name="Google Shape;5699;p117"/>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0" name="Google Shape;5700;p117"/>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1" name="Google Shape;5701;p117"/>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2" name="Google Shape;5702;p117"/>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3" name="Google Shape;5703;p117"/>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4" name="Google Shape;5704;p117"/>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p117"/>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6" name="Google Shape;5706;p117"/>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7" name="Google Shape;5707;p117"/>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8" name="Google Shape;5708;p11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9" name="Google Shape;5709;p117"/>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0" name="Google Shape;5710;p117"/>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1" name="Google Shape;5711;p117"/>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p117"/>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3" name="Google Shape;5713;p117"/>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4" name="Google Shape;5714;p117"/>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5" name="Google Shape;5715;p117"/>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6" name="Google Shape;5716;p11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7" name="Google Shape;5717;p117"/>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8" name="Google Shape;5718;p11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9" name="Google Shape;5719;p11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0" name="Google Shape;5720;p11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1" name="Google Shape;5721;p11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2" name="Google Shape;5722;p11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3" name="Google Shape;5723;p11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4" name="Google Shape;5724;p11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5" name="Google Shape;5725;p11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6" name="Google Shape;5726;p117"/>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7" name="Google Shape;5727;p117"/>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8" name="Google Shape;5728;p117"/>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p117"/>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0" name="Google Shape;5730;p117"/>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1" name="Google Shape;5731;p117"/>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2" name="Google Shape;5732;p117"/>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3" name="Google Shape;5733;p117"/>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4" name="Google Shape;5734;p117"/>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5" name="Google Shape;5735;p117"/>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6" name="Google Shape;5736;p117"/>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7" name="Google Shape;5737;p117"/>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8" name="Google Shape;5738;p117"/>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9" name="Google Shape;5739;p117"/>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0" name="Google Shape;5740;p117"/>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1" name="Google Shape;5741;p117"/>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2" name="Google Shape;5742;p117"/>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3" name="Google Shape;5743;p11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4" name="Google Shape;5744;p11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5" name="Google Shape;5745;p117"/>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6" name="Google Shape;5746;p117"/>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7" name="Google Shape;5747;p117"/>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8" name="Google Shape;5748;p117"/>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9" name="Google Shape;5749;p117"/>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0" name="Google Shape;5750;p117"/>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1" name="Google Shape;5751;p117"/>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2" name="Google Shape;5752;p117"/>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3" name="Google Shape;5753;p117"/>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4" name="Google Shape;5754;p117"/>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5" name="Google Shape;5755;p117"/>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6" name="Google Shape;5756;p117"/>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7" name="Google Shape;5757;p11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8" name="Google Shape;5758;p117"/>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9" name="Google Shape;5759;p11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0" name="Google Shape;5760;p117"/>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1" name="Google Shape;5761;p11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2" name="Google Shape;5762;p11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3" name="Google Shape;5763;p11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4" name="Google Shape;5764;p117"/>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5" name="Google Shape;5765;p11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6" name="Google Shape;5766;p117"/>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7" name="Google Shape;5767;p117"/>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8" name="Google Shape;5768;p11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9" name="Google Shape;5769;p11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0" name="Google Shape;5770;p11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1" name="Google Shape;5771;p11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2" name="Google Shape;5772;p11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3" name="Google Shape;5773;p117"/>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4" name="Google Shape;5774;p117"/>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5" name="Google Shape;5775;p11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6" name="Google Shape;5776;p11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7" name="Google Shape;5777;p11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8" name="Google Shape;5778;p117"/>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9" name="Google Shape;5779;p117"/>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0" name="Google Shape;5780;p117"/>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1" name="Google Shape;5781;p11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2" name="Google Shape;5782;p11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3" name="Google Shape;5783;p117"/>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4" name="Google Shape;5784;p11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5" name="Google Shape;5785;p11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6" name="Google Shape;5786;p11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7" name="Google Shape;5787;p117"/>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8" name="Google Shape;5788;p117"/>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9" name="Google Shape;5789;p11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0" name="Google Shape;5790;p11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1" name="Google Shape;5791;p11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2" name="Google Shape;5792;p11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3" name="Google Shape;5793;p11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4" name="Google Shape;5794;p11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5" name="Google Shape;5795;p117"/>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6" name="Google Shape;5796;p117"/>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7" name="Google Shape;5797;p117"/>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8" name="Google Shape;5798;p11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9" name="Google Shape;5799;p11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0" name="Google Shape;5800;p117"/>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1" name="Google Shape;5801;p11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2" name="Google Shape;5802;p117"/>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3" name="Google Shape;5803;p117"/>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4" name="Google Shape;5804;p117"/>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5" name="Google Shape;5805;p117"/>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6" name="Google Shape;5806;p117"/>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7" name="Google Shape;5807;p11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8" name="Google Shape;5808;p117"/>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9" name="Google Shape;5809;p11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0" name="Google Shape;5810;p11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1" name="Google Shape;5811;p11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2" name="Google Shape;5812;p11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3" name="Google Shape;5813;p117"/>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4" name="Google Shape;5814;p117"/>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5" name="Google Shape;5815;p117"/>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6" name="Google Shape;5816;p117"/>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7" name="Google Shape;5817;p117"/>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8" name="Google Shape;5818;p117"/>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9" name="Google Shape;5819;p117"/>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0" name="Google Shape;5820;p11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1" name="Google Shape;5821;p117"/>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2" name="Google Shape;5822;p11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3" name="Google Shape;5823;p117"/>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4" name="Google Shape;5824;p117"/>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5" name="Google Shape;5825;p117"/>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6" name="Google Shape;5826;p117"/>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7" name="Google Shape;5827;p117"/>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8" name="Google Shape;5828;p117"/>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9" name="Google Shape;5829;p117"/>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0" name="Google Shape;5830;p117"/>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1" name="Google Shape;5831;p11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2" name="Google Shape;5832;p117"/>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3" name="Google Shape;5833;p117"/>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4" name="Google Shape;5834;p11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5" name="Google Shape;5835;p11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6" name="Google Shape;5836;p11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7" name="Google Shape;5837;p117"/>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8" name="Google Shape;5838;p11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9" name="Google Shape;5839;p117"/>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0" name="Google Shape;5840;p117"/>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1" name="Google Shape;5841;p117"/>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2" name="Google Shape;5842;p117"/>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3" name="Google Shape;5843;p117"/>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4" name="Google Shape;5844;p117"/>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5" name="Google Shape;5845;p117"/>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6" name="Google Shape;5846;p117"/>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7" name="Google Shape;5847;p117"/>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8" name="Google Shape;5848;p11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9" name="Google Shape;5849;p117"/>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0" name="Google Shape;5850;p117"/>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p117"/>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2" name="Google Shape;5852;p11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3" name="Google Shape;5853;p117"/>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4" name="Google Shape;5854;p11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5" name="Google Shape;5855;p11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6" name="Google Shape;5856;p117"/>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7" name="Google Shape;5857;p117"/>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8" name="Google Shape;5858;p11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9" name="Google Shape;5859;p11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0" name="Google Shape;5860;p11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1" name="Google Shape;5861;p117"/>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2" name="Google Shape;5862;p11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3" name="Google Shape;5863;p117"/>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4" name="Google Shape;5864;p117"/>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5" name="Google Shape;5865;p117"/>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6" name="Google Shape;5866;p11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7" name="Google Shape;5867;p117"/>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8" name="Google Shape;5868;p117"/>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9" name="Google Shape;5869;p117"/>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0" name="Google Shape;5870;p11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1" name="Google Shape;5871;p11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2" name="Google Shape;5872;p117"/>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3" name="Google Shape;5873;p117"/>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4" name="Google Shape;5874;p117"/>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5" name="Google Shape;5875;p11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6" name="Google Shape;5876;p117"/>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7" name="Google Shape;5877;p11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8" name="Google Shape;5878;p117"/>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9" name="Google Shape;5879;p11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0" name="Google Shape;5880;p11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1" name="Google Shape;5881;p11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2" name="Google Shape;5882;p11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3" name="Google Shape;5883;p117"/>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4" name="Google Shape;5884;p117"/>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5" name="Google Shape;5885;p117"/>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6" name="Google Shape;5886;p117"/>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7" name="Google Shape;5887;p117"/>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8" name="Google Shape;5888;p11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9" name="Google Shape;5889;p117"/>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0" name="Google Shape;5890;p117"/>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1" name="Google Shape;5891;p117"/>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2" name="Google Shape;5892;p117"/>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3" name="Google Shape;5893;p117"/>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4" name="Google Shape;5894;p117"/>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5" name="Google Shape;5895;p117"/>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6" name="Google Shape;5896;p117"/>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7" name="Google Shape;5897;p117"/>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8" name="Google Shape;5898;p117"/>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9" name="Google Shape;5899;p117"/>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0" name="Google Shape;5900;p117"/>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1" name="Google Shape;5901;p117"/>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2" name="Google Shape;5902;p11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3" name="Google Shape;5903;p11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4" name="Google Shape;5904;p11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5" name="Google Shape;5905;p117"/>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6" name="Google Shape;5906;p117"/>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7" name="Google Shape;5907;p117"/>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8" name="Google Shape;5908;p11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9" name="Google Shape;5909;p11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0" name="Google Shape;5910;p11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1" name="Google Shape;5911;p117"/>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2" name="Google Shape;5912;p11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3" name="Google Shape;5913;p11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4" name="Google Shape;5914;p117"/>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5" name="Google Shape;5915;p117"/>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6" name="Google Shape;5916;p11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7" name="Google Shape;5917;p11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8" name="Google Shape;5918;p11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9" name="Google Shape;5919;p117"/>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0" name="Google Shape;5920;p11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1" name="Google Shape;5921;p117"/>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2" name="Google Shape;5922;p117"/>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3" name="Google Shape;5923;p117"/>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4" name="Google Shape;5924;p117"/>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5" name="Google Shape;5925;p117"/>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6" name="Google Shape;5926;p117"/>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7" name="Google Shape;5927;p117"/>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8" name="Google Shape;5928;p117"/>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9" name="Google Shape;5929;p11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0" name="Google Shape;5930;p11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1" name="Google Shape;5931;p11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2" name="Google Shape;5932;p11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3" name="Google Shape;5933;p11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4" name="Google Shape;5934;p117"/>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5" name="Google Shape;5935;p11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6" name="Google Shape;5936;p11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7" name="Google Shape;5937;p11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8" name="Google Shape;5938;p11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9" name="Google Shape;5939;p11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0" name="Google Shape;5940;p11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1" name="Google Shape;5941;p11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2" name="Google Shape;5942;p11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3" name="Google Shape;5943;p11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4" name="Google Shape;5944;p117"/>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5" name="Google Shape;5945;p11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6" name="Google Shape;5946;p117"/>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7" name="Google Shape;5947;p117"/>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8" name="Google Shape;5948;p117"/>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9" name="Google Shape;5949;p117"/>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0" name="Google Shape;5950;p11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1" name="Google Shape;5951;p117"/>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2" name="Google Shape;5952;p117"/>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3" name="Google Shape;5953;p117"/>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4" name="Google Shape;5954;p117"/>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5" name="Google Shape;5955;p117"/>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6" name="Google Shape;5956;p117"/>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7" name="Google Shape;5957;p117"/>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8" name="Google Shape;5958;p11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9" name="Google Shape;5959;p11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0" name="Google Shape;5960;p117"/>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1" name="Google Shape;5961;p117"/>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2" name="Google Shape;5962;p117"/>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3" name="Google Shape;5963;p117"/>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4" name="Google Shape;5964;p117"/>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5" name="Google Shape;5965;p117"/>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6" name="Google Shape;5966;p117"/>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7" name="Google Shape;5967;p117"/>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8" name="Google Shape;5968;p117"/>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9" name="Google Shape;5969;p117"/>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0" name="Google Shape;5970;p117"/>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1" name="Google Shape;5971;p117"/>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2" name="Google Shape;5972;p117"/>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3" name="Google Shape;5973;p117"/>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4" name="Google Shape;5974;p117"/>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5" name="Google Shape;5975;p11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6" name="Google Shape;5976;p11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7" name="Google Shape;5977;p11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8" name="Google Shape;5978;p11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9" name="Google Shape;5979;p117"/>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0" name="Google Shape;5980;p117"/>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1" name="Google Shape;5981;p117"/>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2" name="Google Shape;5982;p11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3" name="Google Shape;5983;p117"/>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4" name="Google Shape;5984;p11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5" name="Google Shape;5985;p117"/>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6" name="Google Shape;5986;p117"/>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7" name="Google Shape;5987;p117"/>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8" name="Google Shape;5988;p117"/>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9" name="Google Shape;5989;p117"/>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0" name="Google Shape;5990;p117"/>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1" name="Google Shape;5991;p117"/>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2" name="Google Shape;5992;p11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3" name="Google Shape;5993;p117"/>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4" name="Google Shape;5994;p117"/>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5" name="Google Shape;5995;p117"/>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6" name="Google Shape;5996;p117"/>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7" name="Google Shape;5997;p11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8" name="Google Shape;5998;p117"/>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9" name="Google Shape;5999;p117"/>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0" name="Google Shape;6000;p117"/>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1" name="Google Shape;6001;p11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2" name="Google Shape;6002;p117"/>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3" name="Google Shape;6003;p11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4" name="Google Shape;6004;p11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5" name="Google Shape;6005;p11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6" name="Google Shape;6006;p11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7" name="Google Shape;6007;p117"/>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8" name="Google Shape;6008;p117"/>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9" name="Google Shape;6009;p117"/>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0" name="Google Shape;6010;p11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1" name="Google Shape;6011;p117"/>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2" name="Google Shape;6012;p117"/>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3" name="Google Shape;6013;p117"/>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4" name="Google Shape;6014;p117"/>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5" name="Google Shape;6015;p117"/>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6" name="Google Shape;6016;p11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7" name="Google Shape;6017;p117"/>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8" name="Google Shape;6018;p117"/>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9" name="Google Shape;6019;p117"/>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0" name="Google Shape;6020;p117"/>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1" name="Google Shape;6021;p117"/>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2" name="Google Shape;6022;p117"/>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3" name="Google Shape;6023;p117"/>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4" name="Google Shape;6024;p11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5" name="Google Shape;6025;p117"/>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6" name="Google Shape;6026;p11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7" name="Google Shape;6027;p11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8" name="Google Shape;6028;p11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9" name="Google Shape;6029;p11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0" name="Google Shape;6030;p11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1" name="Google Shape;6031;p11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2" name="Google Shape;6032;p11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3" name="Google Shape;6033;p11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4" name="Google Shape;6034;p117"/>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5" name="Google Shape;6035;p11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6" name="Google Shape;6036;p11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7" name="Google Shape;6037;p11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8" name="Google Shape;6038;p11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9" name="Google Shape;6039;p11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0" name="Google Shape;6040;p117"/>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1" name="Google Shape;6041;p117"/>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2" name="Google Shape;6042;p117"/>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3" name="Google Shape;6043;p11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4" name="Google Shape;6044;p117"/>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5" name="Google Shape;6045;p117"/>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6" name="Google Shape;6046;p117"/>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7" name="Google Shape;6047;p11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8" name="Google Shape;6048;p11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9" name="Google Shape;6049;p11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0" name="Google Shape;6050;p11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1" name="Google Shape;6051;p117"/>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2" name="Google Shape;6052;p11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3" name="Google Shape;6053;p11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4" name="Google Shape;6054;p11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5" name="Google Shape;6055;p11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6" name="Google Shape;6056;p11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7" name="Google Shape;6057;p117"/>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8" name="Google Shape;6058;p11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9" name="Google Shape;6059;p117"/>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0" name="Google Shape;6060;p117"/>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1" name="Google Shape;6061;p117"/>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2" name="Google Shape;6062;p117"/>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3" name="Google Shape;6063;p117"/>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4" name="Google Shape;6064;p117"/>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5" name="Google Shape;6065;p11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6" name="Google Shape;6066;p11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7" name="Google Shape;6067;p11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8" name="Google Shape;6068;p11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9" name="Google Shape;6069;p11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0" name="Google Shape;6070;p117"/>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1" name="Google Shape;6071;p11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2" name="Google Shape;6072;p117"/>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3" name="Google Shape;6073;p117"/>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4" name="Google Shape;6074;p11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5" name="Google Shape;6075;p117"/>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6" name="Google Shape;6076;p11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7" name="Google Shape;6077;p11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8" name="Google Shape;6078;p11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9" name="Google Shape;6079;p117"/>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0" name="Google Shape;6080;p117"/>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1" name="Google Shape;6081;p117"/>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2" name="Google Shape;6082;p117"/>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3" name="Google Shape;6083;p117"/>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4" name="Google Shape;6084;p11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5" name="Google Shape;6085;p11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6" name="Google Shape;6086;p11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7" name="Google Shape;6087;p117"/>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8" name="Google Shape;6088;p117"/>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9" name="Google Shape;6089;p117"/>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0" name="Google Shape;6090;p117"/>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1" name="Google Shape;6091;p11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2" name="Google Shape;6092;p11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3" name="Google Shape;6093;p117"/>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4" name="Google Shape;6094;p117"/>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5" name="Google Shape;6095;p117"/>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6" name="Google Shape;6096;p117"/>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7" name="Google Shape;6097;p11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8" name="Google Shape;6098;p117"/>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9" name="Google Shape;6099;p11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0" name="Google Shape;6100;p117"/>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1" name="Google Shape;6101;p117"/>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2" name="Google Shape;6102;p117"/>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3" name="Google Shape;6103;p11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4" name="Google Shape;6104;p11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5" name="Google Shape;6105;p11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6" name="Google Shape;6106;p11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7" name="Google Shape;6107;p11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8" name="Google Shape;6108;p117"/>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9" name="Google Shape;6109;p11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0" name="Google Shape;6110;p117"/>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1" name="Google Shape;6111;p11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2" name="Google Shape;6112;p11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3" name="Google Shape;6113;p11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4" name="Google Shape;6114;p11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5" name="Google Shape;6115;p11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6" name="Google Shape;6116;p11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7" name="Google Shape;6117;p117"/>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8" name="Google Shape;6118;p11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9" name="Google Shape;6119;p11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0" name="Google Shape;6120;p117"/>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1" name="Google Shape;6121;p117"/>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2" name="Google Shape;6122;p117"/>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3" name="Google Shape;6123;p117"/>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4" name="Google Shape;6124;p11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5" name="Google Shape;6125;p117"/>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6" name="Google Shape;6126;p117"/>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7" name="Google Shape;6127;p117"/>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8" name="Google Shape;6128;p11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9" name="Google Shape;6129;p117"/>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0" name="Google Shape;6130;p117"/>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1" name="Google Shape;6131;p117"/>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2" name="Google Shape;6132;p117"/>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3" name="Google Shape;6133;p11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4" name="Google Shape;6134;p117"/>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5" name="Google Shape;6135;p117"/>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6" name="Google Shape;6136;p117"/>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7" name="Google Shape;6137;p117"/>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8" name="Google Shape;6138;p117"/>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9" name="Google Shape;6139;p117"/>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0" name="Google Shape;6140;p117"/>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1" name="Google Shape;6141;p11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2" name="Google Shape;6142;p11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3" name="Google Shape;6143;p11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4" name="Google Shape;6144;p117"/>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5" name="Google Shape;6145;p11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6" name="Google Shape;6146;p117"/>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7" name="Google Shape;6147;p117"/>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8" name="Google Shape;6148;p117"/>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9" name="Google Shape;6149;p117"/>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0" name="Google Shape;6150;p11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1" name="Google Shape;6151;p117"/>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2" name="Google Shape;6152;p117"/>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3" name="Google Shape;6153;p117"/>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4" name="Google Shape;6154;p11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5" name="Google Shape;6155;p11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6" name="Google Shape;6156;p117"/>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7" name="Google Shape;6157;p11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8" name="Google Shape;6158;p11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9" name="Google Shape;6159;p11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0" name="Google Shape;6160;p11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1" name="Google Shape;6161;p11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2" name="Google Shape;6162;p11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3" name="Google Shape;6163;p11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4" name="Google Shape;6164;p11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5" name="Google Shape;6165;p11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6" name="Google Shape;6166;p11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7" name="Google Shape;6167;p11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8" name="Google Shape;6168;p11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9" name="Google Shape;6169;p11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0" name="Google Shape;6170;p11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1" name="Google Shape;6171;p11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2" name="Google Shape;6172;p11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3" name="Google Shape;6173;p117"/>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4" name="Google Shape;6174;p117"/>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5" name="Google Shape;6175;p11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6" name="Google Shape;6176;p11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7" name="Google Shape;6177;p11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8" name="Google Shape;6178;p117"/>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9" name="Google Shape;6179;p11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0" name="Google Shape;6180;p11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1" name="Google Shape;6181;p11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2" name="Google Shape;6182;p11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3" name="Google Shape;6183;p11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4" name="Google Shape;6184;p117"/>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5" name="Google Shape;6185;p11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6" name="Google Shape;6186;p11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7" name="Google Shape;6187;p11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8" name="Google Shape;6188;p11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9" name="Google Shape;6189;p11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0" name="Google Shape;6190;p11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1" name="Google Shape;6191;p11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2" name="Google Shape;6192;p117"/>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3" name="Google Shape;6193;p117"/>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4" name="Google Shape;6194;p117"/>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5" name="Google Shape;6195;p117"/>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6" name="Google Shape;6196;p117"/>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7" name="Google Shape;6197;p11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8" name="Google Shape;6198;p117"/>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9" name="Google Shape;6199;p117"/>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0" name="Google Shape;6200;p117"/>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1" name="Google Shape;6201;p11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2" name="Google Shape;6202;p117"/>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3" name="Google Shape;6203;p117"/>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4" name="Google Shape;6204;p11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5" name="Google Shape;6205;p11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6" name="Google Shape;6206;p117"/>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7" name="Google Shape;6207;p117"/>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8" name="Google Shape;6208;p11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9" name="Google Shape;6209;p11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0" name="Google Shape;6210;p11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1" name="Google Shape;6211;p11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2" name="Google Shape;6212;p11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3" name="Google Shape;6213;p11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4" name="Google Shape;6214;p11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5" name="Google Shape;6215;p11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6" name="Google Shape;6216;p117"/>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7" name="Google Shape;6217;p117"/>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8" name="Google Shape;6218;p11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9" name="Google Shape;6219;p11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0" name="Google Shape;6220;p11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1" name="Google Shape;6221;p11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2" name="Google Shape;6222;p11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3" name="Google Shape;6223;p11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4" name="Google Shape;6224;p11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5" name="Google Shape;6225;p11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6" name="Google Shape;6226;p11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7" name="Google Shape;6227;p11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8" name="Google Shape;6228;p11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9" name="Google Shape;6229;p11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0" name="Google Shape;6230;p117"/>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1" name="Google Shape;6231;p11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2" name="Google Shape;6232;p117"/>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3" name="Google Shape;6233;p117"/>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4" name="Google Shape;6234;p11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5" name="Google Shape;6235;p11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6" name="Google Shape;6236;p11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7" name="Google Shape;6237;p117"/>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8" name="Google Shape;6238;p11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9" name="Google Shape;6239;p11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0" name="Google Shape;6240;p11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1" name="Google Shape;6241;p117"/>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2" name="Google Shape;6242;p117"/>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3" name="Google Shape;6243;p117"/>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4" name="Google Shape;6244;p117"/>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5" name="Google Shape;6245;p11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6" name="Google Shape;6246;p117"/>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7" name="Google Shape;6247;p11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8" name="Google Shape;6248;p117"/>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9" name="Google Shape;6249;p117"/>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0" name="Google Shape;6250;p11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1" name="Google Shape;6251;p117"/>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2" name="Google Shape;6252;p117"/>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3" name="Google Shape;6253;p117"/>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4" name="Google Shape;6254;p117"/>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5" name="Google Shape;6255;p117"/>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6" name="Google Shape;6256;p117"/>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7" name="Google Shape;6257;p117"/>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8" name="Google Shape;6258;p11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9" name="Google Shape;6259;p117"/>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0" name="Google Shape;6260;p117"/>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1" name="Google Shape;6261;p117"/>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2" name="Google Shape;6262;p117"/>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3" name="Google Shape;6263;p11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4" name="Google Shape;6264;p11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5" name="Google Shape;6265;p11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6" name="Google Shape;6266;p117"/>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7" name="Google Shape;6267;p117"/>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8" name="Google Shape;6268;p11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9" name="Google Shape;6269;p11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0" name="Google Shape;6270;p117"/>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1" name="Google Shape;6271;p117"/>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2" name="Google Shape;6272;p117"/>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3" name="Google Shape;6273;p117"/>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4" name="Google Shape;6274;p11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5" name="Google Shape;6275;p11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6" name="Google Shape;6276;p117"/>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7" name="Google Shape;6277;p11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8" name="Google Shape;6278;p11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9" name="Google Shape;6279;p11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0" name="Google Shape;6280;p117"/>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1" name="Google Shape;6281;p11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2" name="Google Shape;6282;p117"/>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3" name="Google Shape;6283;p11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4" name="Google Shape;6284;p11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5" name="Google Shape;6285;p117"/>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6" name="Google Shape;6286;p11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7" name="Google Shape;6287;p11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8" name="Google Shape;6288;p11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9" name="Google Shape;6289;p11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0" name="Google Shape;6290;p11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1" name="Google Shape;6291;p11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2" name="Google Shape;6292;p117"/>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3" name="Google Shape;6293;p11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4" name="Google Shape;6294;p11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5" name="Google Shape;6295;p11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6" name="Google Shape;6296;p11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7" name="Google Shape;6297;p117"/>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8" name="Google Shape;6298;p117"/>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9" name="Google Shape;6299;p117"/>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0" name="Google Shape;6300;p117"/>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1" name="Google Shape;6301;p117"/>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2" name="Google Shape;6302;p117"/>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3" name="Google Shape;6303;p11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4" name="Google Shape;6304;p117"/>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5" name="Google Shape;6305;p117"/>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6" name="Google Shape;6306;p117"/>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7" name="Google Shape;6307;p117"/>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8" name="Google Shape;6308;p117"/>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9" name="Google Shape;6309;p117"/>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0" name="Google Shape;6310;p117"/>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1" name="Google Shape;6311;p117"/>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2" name="Google Shape;6312;p11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3" name="Google Shape;6313;p11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4" name="Google Shape;6314;p117"/>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5" name="Google Shape;6315;p117"/>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6" name="Google Shape;6316;p11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7" name="Google Shape;6317;p117"/>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8" name="Google Shape;6318;p117"/>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9" name="Google Shape;6319;p11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0" name="Google Shape;6320;p11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1" name="Google Shape;6321;p11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2" name="Google Shape;6322;p11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3" name="Google Shape;6323;p117"/>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4" name="Google Shape;6324;p117"/>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5" name="Google Shape;6325;p117"/>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6" name="Google Shape;6326;p117"/>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7" name="Google Shape;6327;p117"/>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8" name="Google Shape;6328;p117"/>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9" name="Google Shape;6329;p117"/>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0" name="Google Shape;6330;p117"/>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1" name="Google Shape;6331;p117"/>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2" name="Google Shape;6332;p117"/>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3" name="Google Shape;6333;p117"/>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4" name="Google Shape;6334;p11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5" name="Google Shape;6335;p117"/>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6" name="Google Shape;6336;p117"/>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7" name="Google Shape;6337;p11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8" name="Google Shape;6338;p117"/>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9" name="Google Shape;6339;p117"/>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0" name="Google Shape;6340;p11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1" name="Google Shape;6341;p11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2" name="Google Shape;6342;p11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3" name="Google Shape;6343;p117"/>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4" name="Google Shape;6344;p11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5" name="Google Shape;6345;p117"/>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6" name="Google Shape;6346;p11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7" name="Google Shape;6347;p117"/>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8" name="Google Shape;6348;p11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9" name="Google Shape;6349;p117"/>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0" name="Google Shape;6350;p117"/>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1" name="Google Shape;6351;p117"/>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2" name="Google Shape;6352;p117"/>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3" name="Google Shape;6353;p11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4" name="Google Shape;6354;p11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5" name="Google Shape;6355;p11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6" name="Google Shape;6356;p117"/>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7" name="Google Shape;6357;p117"/>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8" name="Google Shape;6358;p117"/>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9" name="Google Shape;6359;p117"/>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0" name="Google Shape;6360;p117"/>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1" name="Google Shape;6361;p117"/>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2" name="Google Shape;6362;p117"/>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3" name="Google Shape;6363;p117"/>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4" name="Google Shape;6364;p11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5" name="Google Shape;6365;p117"/>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6" name="Google Shape;6366;p117"/>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7" name="Google Shape;6367;p117"/>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8" name="Google Shape;6368;p117"/>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9" name="Google Shape;6369;p11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0" name="Google Shape;6370;p11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1" name="Google Shape;6371;p117"/>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2" name="Google Shape;6372;p117"/>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3" name="Google Shape;6373;p11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4" name="Google Shape;6374;p117"/>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5" name="Google Shape;6375;p117"/>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6" name="Google Shape;6376;p117"/>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7" name="Google Shape;6377;p117"/>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8" name="Google Shape;6378;p117"/>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9" name="Google Shape;6379;p117"/>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0" name="Google Shape;6380;p117"/>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1" name="Google Shape;6381;p117"/>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2" name="Google Shape;6382;p117"/>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3" name="Google Shape;6383;p117"/>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4" name="Google Shape;6384;p117"/>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5" name="Google Shape;6385;p117"/>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6" name="Google Shape;6386;p11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7" name="Google Shape;6387;p117"/>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8" name="Google Shape;6388;p117"/>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9" name="Google Shape;6389;p117"/>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0" name="Google Shape;6390;p117"/>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1" name="Google Shape;6391;p117"/>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2" name="Google Shape;6392;p117"/>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3" name="Google Shape;6393;p117"/>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4" name="Google Shape;6394;p117"/>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5" name="Google Shape;6395;p117"/>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6" name="Google Shape;6396;p11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7" name="Google Shape;6397;p11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8" name="Google Shape;6398;p11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9" name="Google Shape;6399;p11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0" name="Google Shape;6400;p11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1" name="Google Shape;6401;p11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2" name="Google Shape;6402;p11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3" name="Google Shape;6403;p117"/>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4" name="Google Shape;6404;p117"/>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5" name="Google Shape;6405;p11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6" name="Google Shape;6406;p117"/>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7" name="Google Shape;6407;p117"/>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8" name="Google Shape;6408;p117"/>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9" name="Google Shape;6409;p117"/>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0" name="Google Shape;6410;p11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1" name="Google Shape;6411;p117"/>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2" name="Google Shape;6412;p117"/>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3" name="Google Shape;6413;p117"/>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4" name="Google Shape;6414;p117"/>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5" name="Google Shape;6415;p117"/>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6" name="Google Shape;6416;p117"/>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7" name="Google Shape;6417;p117"/>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8" name="Google Shape;6418;p117"/>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9" name="Google Shape;6419;p117"/>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0" name="Google Shape;6420;p11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1" name="Google Shape;6421;p11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2" name="Google Shape;6422;p117"/>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3" name="Google Shape;6423;p117"/>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4" name="Google Shape;6424;p117"/>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5" name="Google Shape;6425;p11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6" name="Google Shape;6426;p117"/>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7" name="Google Shape;6427;p117"/>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8" name="Google Shape;6428;p117"/>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9" name="Google Shape;6429;p11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0" name="Google Shape;6430;p117"/>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1" name="Google Shape;6431;p117"/>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2" name="Google Shape;6432;p11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3" name="Google Shape;6433;p11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4" name="Google Shape;6434;p11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5" name="Google Shape;6435;p117"/>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6" name="Google Shape;6436;p117"/>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7" name="Google Shape;6437;p11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8" name="Google Shape;6438;p117"/>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9" name="Google Shape;6439;p117"/>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0" name="Google Shape;6440;p117"/>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1" name="Google Shape;6441;p117"/>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2" name="Google Shape;6442;p117"/>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3" name="Google Shape;6443;p117"/>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4" name="Google Shape;6444;p11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5" name="Google Shape;6445;p11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6" name="Google Shape;6446;p11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7" name="Google Shape;6447;p11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8" name="Google Shape;6448;p11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9" name="Google Shape;6449;p11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0" name="Google Shape;6450;p11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1" name="Google Shape;6451;p11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2" name="Google Shape;6452;p11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3" name="Google Shape;6453;p11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4" name="Google Shape;6454;p11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5" name="Google Shape;6455;p11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6" name="Google Shape;6456;p11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7" name="Google Shape;6457;p11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8" name="Google Shape;6458;p11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9" name="Google Shape;6459;p11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0" name="Google Shape;6460;p11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1" name="Google Shape;6461;p11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2" name="Google Shape;6462;p11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3" name="Google Shape;6463;p11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4" name="Google Shape;6464;p11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5" name="Google Shape;6465;p11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6" name="Google Shape;6466;p11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7" name="Google Shape;6467;p11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8" name="Google Shape;6468;p11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9" name="Google Shape;6469;p11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0" name="Google Shape;6470;p11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1" name="Google Shape;6471;p11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2" name="Google Shape;6472;p11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3" name="Google Shape;6473;p11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4" name="Google Shape;6474;p11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5" name="Google Shape;6475;p11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6" name="Google Shape;6476;p11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7" name="Google Shape;6477;p11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8" name="Google Shape;6478;p11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9" name="Google Shape;6479;p11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0" name="Google Shape;6480;p11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1" name="Google Shape;6481;p11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2" name="Google Shape;6482;p11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3" name="Google Shape;6483;p11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p11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5" name="Google Shape;6485;p11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6" name="Google Shape;6486;p11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7" name="Google Shape;6487;p11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p11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9" name="Google Shape;6489;p11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0" name="Google Shape;6490;p11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1" name="Google Shape;6491;p117"/>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2" name="Google Shape;6492;p117"/>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3" name="Google Shape;6493;p11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4" name="Google Shape;6494;p117"/>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5" name="Google Shape;6495;p117"/>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6" name="Google Shape;6496;p11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7" name="Google Shape;6497;p117"/>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8" name="Google Shape;6498;p117"/>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p117"/>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0" name="Google Shape;6500;p117"/>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1" name="Google Shape;6501;p117"/>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2" name="Google Shape;6502;p117"/>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3" name="Google Shape;6503;p117"/>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4" name="Google Shape;6504;p117"/>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5" name="Google Shape;6505;p117"/>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p117"/>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p117"/>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8" name="Google Shape;6508;p117"/>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9" name="Google Shape;6509;p117"/>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p117"/>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p117"/>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2" name="Google Shape;6512;p117"/>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3" name="Google Shape;6513;p117"/>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4" name="Google Shape;6514;p117"/>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p11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6" name="Google Shape;6516;p117"/>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7" name="Google Shape;6517;p11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8" name="Google Shape;6518;p117"/>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9" name="Google Shape;6519;p11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0" name="Google Shape;6520;p11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1" name="Google Shape;6521;p117"/>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2" name="Google Shape;6522;p117"/>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3" name="Google Shape;6523;p117"/>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p117"/>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5" name="Google Shape;6525;p117"/>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6" name="Google Shape;6526;p117"/>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7" name="Google Shape;6527;p11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p11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9" name="Google Shape;6529;p117"/>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0" name="Google Shape;6530;p117"/>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1" name="Google Shape;6531;p117"/>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2" name="Google Shape;6532;p11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p117"/>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4" name="Google Shape;6534;p117"/>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5" name="Google Shape;6535;p117"/>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p11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p11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p117"/>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9" name="Google Shape;6539;p11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0" name="Google Shape;6540;p117"/>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p11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2" name="Google Shape;6542;p117"/>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3" name="Google Shape;6543;p11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4" name="Google Shape;6544;p11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5" name="Google Shape;6545;p117"/>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p11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p11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8" name="Google Shape;6548;p117"/>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9" name="Google Shape;6549;p11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0" name="Google Shape;6550;p117"/>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1" name="Google Shape;6551;p11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2" name="Google Shape;6552;p11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3" name="Google Shape;6553;p117"/>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4" name="Google Shape;6554;p11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5" name="Google Shape;6555;p11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6" name="Google Shape;6556;p117"/>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7" name="Google Shape;6557;p11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8" name="Google Shape;6558;p11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9" name="Google Shape;6559;p117"/>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0" name="Google Shape;6560;p11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1" name="Google Shape;6561;p11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2" name="Google Shape;6562;p117"/>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p11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p117"/>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5" name="Google Shape;6565;p117"/>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6" name="Google Shape;6566;p117"/>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7" name="Google Shape;6567;p11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p117"/>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p117"/>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0" name="Google Shape;6570;p117"/>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1" name="Google Shape;6571;p117"/>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2" name="Google Shape;6572;p11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3" name="Google Shape;6573;p117"/>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4" name="Google Shape;6574;p117"/>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p117"/>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6" name="Google Shape;6576;p117"/>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7" name="Google Shape;6577;p117"/>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p117"/>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9" name="Google Shape;6579;p11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0" name="Google Shape;6580;p11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p117"/>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p117"/>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p11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4" name="Google Shape;6584;p117"/>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5" name="Google Shape;6585;p11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p117"/>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p11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8" name="Google Shape;6588;p117"/>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9" name="Google Shape;6589;p117"/>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0" name="Google Shape;6590;p117"/>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1" name="Google Shape;6591;p11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2" name="Google Shape;6592;p11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3" name="Google Shape;6593;p117"/>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4" name="Google Shape;6594;p117"/>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5" name="Google Shape;6595;p117"/>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6" name="Google Shape;6596;p117"/>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p117"/>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8" name="Google Shape;6598;p117"/>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9" name="Google Shape;6599;p117"/>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0" name="Google Shape;6600;p117"/>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1" name="Google Shape;6601;p117"/>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2" name="Google Shape;6602;p11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p117"/>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4" name="Google Shape;6604;p117"/>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5" name="Google Shape;6605;p11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6" name="Google Shape;6606;p11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p117"/>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p11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p117"/>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0" name="Google Shape;6610;p117"/>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1" name="Google Shape;6611;p11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p11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3" name="Google Shape;6613;p117"/>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4" name="Google Shape;6614;p117"/>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5" name="Google Shape;6615;p11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p117"/>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7" name="Google Shape;6617;p117"/>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8" name="Google Shape;6618;p117"/>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9" name="Google Shape;6619;p117"/>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0" name="Google Shape;6620;p117"/>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1" name="Google Shape;6621;p117"/>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2" name="Google Shape;6622;p11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3" name="Google Shape;6623;p117"/>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4" name="Google Shape;6624;p117"/>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p11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6" name="Google Shape;6626;p117"/>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7" name="Google Shape;6627;p117"/>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8" name="Google Shape;6628;p117"/>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9" name="Google Shape;6629;p117"/>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0" name="Google Shape;6630;p117"/>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p117"/>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2" name="Google Shape;6632;p117"/>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3" name="Google Shape;6633;p117"/>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4" name="Google Shape;6634;p117"/>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5" name="Google Shape;6635;p117"/>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6" name="Google Shape;6636;p11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7" name="Google Shape;6637;p11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8" name="Google Shape;6638;p117"/>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9" name="Google Shape;6639;p11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0" name="Google Shape;6640;p11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p11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2" name="Google Shape;6642;p11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3" name="Google Shape;6643;p11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p117"/>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5" name="Google Shape;6645;p11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6" name="Google Shape;6646;p11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7" name="Google Shape;6647;p11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p11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9" name="Google Shape;6649;p11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0" name="Google Shape;6650;p117"/>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1" name="Google Shape;6651;p11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2" name="Google Shape;6652;p11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3" name="Google Shape;6653;p11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4" name="Google Shape;6654;p11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5" name="Google Shape;6655;p117"/>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p11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7" name="Google Shape;6657;p117"/>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8" name="Google Shape;6658;p11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9" name="Google Shape;6659;p117"/>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0" name="Google Shape;6660;p11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1" name="Google Shape;6661;p11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2" name="Google Shape;6662;p11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3" name="Google Shape;6663;p117"/>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4" name="Google Shape;6664;p11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5" name="Google Shape;6665;p117"/>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6" name="Google Shape;6666;p117"/>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7" name="Google Shape;6667;p117"/>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8" name="Google Shape;6668;p117"/>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9" name="Google Shape;6669;p117"/>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0" name="Google Shape;6670;p117"/>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1" name="Google Shape;6671;p117"/>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2" name="Google Shape;6672;p117"/>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3" name="Google Shape;6673;p117"/>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p117"/>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5" name="Google Shape;6675;p117"/>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6" name="Google Shape;6676;p117"/>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p11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p117"/>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9" name="Google Shape;6679;p117"/>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0" name="Google Shape;6680;p117"/>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1" name="Google Shape;6681;p117"/>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2" name="Google Shape;6682;p117"/>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3" name="Google Shape;6683;p117"/>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4" name="Google Shape;6684;p117"/>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5" name="Google Shape;6685;p117"/>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6" name="Google Shape;6686;p11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7" name="Google Shape;6687;p117"/>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8" name="Google Shape;6688;p117"/>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p117"/>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p11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1" name="Google Shape;6691;p11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2" name="Google Shape;6692;p11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3" name="Google Shape;6693;p11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4" name="Google Shape;6694;p11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p11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6" name="Google Shape;6696;p11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7" name="Google Shape;6697;p11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8" name="Google Shape;6698;p11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9" name="Google Shape;6699;p11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0" name="Google Shape;6700;p11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1" name="Google Shape;6701;p11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2" name="Google Shape;6702;p11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3" name="Google Shape;6703;p11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4" name="Google Shape;6704;p11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5" name="Google Shape;6705;p11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6" name="Google Shape;6706;p11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7" name="Google Shape;6707;p11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8" name="Google Shape;6708;p11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p11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0" name="Google Shape;6710;p11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1" name="Google Shape;6711;p117"/>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2" name="Google Shape;6712;p11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p11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p11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p117"/>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6" name="Google Shape;6716;p117"/>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7" name="Google Shape;6717;p117"/>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8" name="Google Shape;6718;p117"/>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p117"/>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0" name="Google Shape;6720;p117"/>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1" name="Google Shape;6721;p117"/>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2" name="Google Shape;6722;p117"/>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p117"/>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4" name="Google Shape;6724;p117"/>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5" name="Google Shape;6725;p117"/>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6" name="Google Shape;6726;p117"/>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p117"/>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8" name="Google Shape;6728;p117"/>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9" name="Google Shape;6729;p117"/>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p117"/>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1" name="Google Shape;6731;p117"/>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2" name="Google Shape;6732;p117"/>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3" name="Google Shape;6733;p11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4" name="Google Shape;6734;p11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5" name="Google Shape;6735;p117"/>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6" name="Google Shape;6736;p11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p117"/>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8" name="Google Shape;6738;p117"/>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9" name="Google Shape;6739;p11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p11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1" name="Google Shape;6741;p117"/>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2" name="Google Shape;6742;p117"/>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3" name="Google Shape;6743;p117"/>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4" name="Google Shape;6744;p117"/>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5" name="Google Shape;6745;p11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6" name="Google Shape;6746;p117"/>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7" name="Google Shape;6747;p117"/>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p11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9" name="Google Shape;6749;p117"/>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0" name="Google Shape;6750;p11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1" name="Google Shape;6751;p11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2" name="Google Shape;6752;p117"/>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3" name="Google Shape;6753;p11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p11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5" name="Google Shape;6755;p11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6" name="Google Shape;6756;p11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p11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p117"/>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p117"/>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p117"/>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1" name="Google Shape;6761;p117"/>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2" name="Google Shape;6762;p117"/>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p117"/>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4" name="Google Shape;6764;p117"/>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5" name="Google Shape;6765;p117"/>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p117"/>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7" name="Google Shape;6767;p117"/>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8" name="Google Shape;6768;p117"/>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p117"/>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0" name="Google Shape;6770;p117"/>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1" name="Google Shape;6771;p117"/>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2" name="Google Shape;6772;p117"/>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3" name="Google Shape;6773;p117"/>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4" name="Google Shape;6774;p117"/>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5" name="Google Shape;6775;p117"/>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p117"/>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p117"/>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p117"/>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9" name="Google Shape;6779;p117"/>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0" name="Google Shape;6780;p117"/>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1" name="Google Shape;6781;p117"/>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2" name="Google Shape;6782;p117"/>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3" name="Google Shape;6783;p117"/>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4" name="Google Shape;6784;p117"/>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p117"/>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6" name="Google Shape;6786;p117"/>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7" name="Google Shape;6787;p117"/>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8" name="Google Shape;6788;p11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9" name="Google Shape;6789;p11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p11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1" name="Google Shape;6791;p11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2" name="Google Shape;6792;p117"/>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3" name="Google Shape;6793;p117"/>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4" name="Google Shape;6794;p11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p11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p117"/>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7" name="Google Shape;6797;p117"/>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8" name="Google Shape;6798;p117"/>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9" name="Google Shape;6799;p11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0" name="Google Shape;6800;p117"/>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1" name="Google Shape;6801;p117"/>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p117"/>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p117"/>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4" name="Google Shape;6804;p117"/>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5" name="Google Shape;6805;p117"/>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p117"/>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7" name="Google Shape;6807;p117"/>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8" name="Google Shape;6808;p117"/>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9" name="Google Shape;6809;p11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0" name="Google Shape;6810;p11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1" name="Google Shape;6811;p117"/>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p117"/>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3" name="Google Shape;6813;p11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4" name="Google Shape;6814;p11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5" name="Google Shape;6815;p117"/>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6" name="Google Shape;6816;p117"/>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7" name="Google Shape;6817;p11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8" name="Google Shape;6818;p117"/>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9" name="Google Shape;6819;p117"/>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0" name="Google Shape;6820;p117"/>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1" name="Google Shape;6821;p117"/>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2" name="Google Shape;6822;p117"/>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p117"/>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4" name="Google Shape;6824;p117"/>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5" name="Google Shape;6825;p117"/>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6" name="Google Shape;6826;p117"/>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7" name="Google Shape;6827;p117"/>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p117"/>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p117"/>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0" name="Google Shape;6830;p117"/>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1" name="Google Shape;6831;p117"/>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p117"/>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p117"/>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4" name="Google Shape;6834;p11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5" name="Google Shape;6835;p117"/>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p117"/>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7" name="Google Shape;6837;p117"/>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8" name="Google Shape;6838;p117"/>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p117"/>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0" name="Google Shape;6840;p117"/>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1" name="Google Shape;6841;p117"/>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2" name="Google Shape;6842;p117"/>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p117"/>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4" name="Google Shape;6844;p117"/>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5" name="Google Shape;6845;p117"/>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6" name="Google Shape;6846;p117"/>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7" name="Google Shape;6847;p117"/>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p117"/>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p117"/>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0" name="Google Shape;6850;p117"/>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1" name="Google Shape;6851;p11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2" name="Google Shape;6852;p117"/>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3" name="Google Shape;6853;p117"/>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p117"/>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p117"/>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6" name="Google Shape;6856;p11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7" name="Google Shape;6857;p11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8" name="Google Shape;6858;p11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p117"/>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0" name="Google Shape;6860;p11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1" name="Google Shape;6861;p11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2" name="Google Shape;6862;p11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3" name="Google Shape;6863;p117"/>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4" name="Google Shape;6864;p117"/>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5" name="Google Shape;6865;p11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6" name="Google Shape;6866;p11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7" name="Google Shape;6867;p11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8" name="Google Shape;6868;p11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9" name="Google Shape;6869;p11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0" name="Google Shape;6870;p11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p11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p117"/>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3" name="Google Shape;6873;p117"/>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4" name="Google Shape;6874;p11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5" name="Google Shape;6875;p117"/>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6" name="Google Shape;6876;p117"/>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7" name="Google Shape;6877;p117"/>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8" name="Google Shape;6878;p117"/>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9" name="Google Shape;6879;p117"/>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0" name="Google Shape;6880;p117"/>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1" name="Google Shape;6881;p117"/>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2" name="Google Shape;6882;p11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3" name="Google Shape;6883;p117"/>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4" name="Google Shape;6884;p117"/>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5" name="Google Shape;6885;p117"/>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6" name="Google Shape;6886;p117"/>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7" name="Google Shape;6887;p117"/>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8" name="Google Shape;6888;p117"/>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9" name="Google Shape;6889;p117"/>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p11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p117"/>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2" name="Google Shape;6892;p117"/>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3" name="Google Shape;6893;p11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4" name="Google Shape;6894;p117"/>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5" name="Google Shape;6895;p11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6" name="Google Shape;6896;p117"/>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7" name="Google Shape;6897;p117"/>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8" name="Google Shape;6898;p117"/>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9" name="Google Shape;6899;p117"/>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0" name="Google Shape;6900;p11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1" name="Google Shape;6901;p11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2" name="Google Shape;6902;p11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3" name="Google Shape;6903;p11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4" name="Google Shape;6904;p11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5" name="Google Shape;6905;p11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p11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7" name="Google Shape;6907;p11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8" name="Google Shape;6908;p11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9" name="Google Shape;6909;p11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0" name="Google Shape;6910;p11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1" name="Google Shape;6911;p11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2" name="Google Shape;6912;p11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3" name="Google Shape;6913;p117"/>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4" name="Google Shape;6914;p117"/>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p117"/>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6" name="Google Shape;6916;p117"/>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7" name="Google Shape;6917;p11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8" name="Google Shape;6918;p11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9" name="Google Shape;6919;p11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0" name="Google Shape;6920;p117"/>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1" name="Google Shape;6921;p11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2" name="Google Shape;6922;p11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3" name="Google Shape;6923;p117"/>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p11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5" name="Google Shape;6925;p11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6" name="Google Shape;6926;p11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p11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8" name="Google Shape;6928;p11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9" name="Google Shape;6929;p11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0" name="Google Shape;6930;p117"/>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p11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2" name="Google Shape;6932;p11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3" name="Google Shape;6933;p117"/>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4" name="Google Shape;6934;p11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5" name="Google Shape;6935;p117"/>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6" name="Google Shape;6936;p117"/>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7" name="Google Shape;6937;p117"/>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8" name="Google Shape;6938;p11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9" name="Google Shape;6939;p117"/>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0" name="Google Shape;6940;p117"/>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1" name="Google Shape;6941;p117"/>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2" name="Google Shape;6942;p11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3" name="Google Shape;6943;p117"/>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4" name="Google Shape;6944;p117"/>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p11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p11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7" name="Google Shape;6947;p117"/>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8" name="Google Shape;6948;p11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9" name="Google Shape;6949;p11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0" name="Google Shape;6950;p117"/>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1" name="Google Shape;6951;p11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2" name="Google Shape;6952;p11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3" name="Google Shape;6953;p11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4" name="Google Shape;6954;p117"/>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5" name="Google Shape;6955;p117"/>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6" name="Google Shape;6956;p11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7" name="Google Shape;6957;p11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8" name="Google Shape;6958;p11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9" name="Google Shape;6959;p11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0" name="Google Shape;6960;p11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1" name="Google Shape;6961;p11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2" name="Google Shape;6962;p117"/>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3" name="Google Shape;6963;p117"/>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4" name="Google Shape;6964;p11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5" name="Google Shape;6965;p117"/>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6" name="Google Shape;6966;p117"/>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7" name="Google Shape;6967;p11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8" name="Google Shape;6968;p117"/>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9" name="Google Shape;6969;p117"/>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0" name="Google Shape;6970;p117"/>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1" name="Google Shape;6971;p117"/>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2" name="Google Shape;6972;p117"/>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3" name="Google Shape;6973;p117"/>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4" name="Google Shape;6974;p117"/>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5" name="Google Shape;6975;p117"/>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p117"/>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7" name="Google Shape;6977;p117"/>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8" name="Google Shape;6978;p117"/>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9" name="Google Shape;6979;p117"/>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0" name="Google Shape;6980;p117"/>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1" name="Google Shape;6981;p11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2" name="Google Shape;6982;p117"/>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3" name="Google Shape;6983;p11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4" name="Google Shape;6984;p11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p117"/>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6" name="Google Shape;6986;p117"/>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7" name="Google Shape;6987;p117"/>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8" name="Google Shape;6988;p117"/>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9" name="Google Shape;6989;p117"/>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0" name="Google Shape;6990;p117"/>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1" name="Google Shape;6991;p117"/>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2" name="Google Shape;6992;p117"/>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3" name="Google Shape;6993;p11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4" name="Google Shape;6994;p11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5" name="Google Shape;6995;p11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6" name="Google Shape;6996;p11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7" name="Google Shape;6997;p117"/>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8" name="Google Shape;6998;p117"/>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9" name="Google Shape;6999;p117"/>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0" name="Google Shape;7000;p117"/>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1" name="Google Shape;7001;p11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2" name="Google Shape;7002;p11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3" name="Google Shape;7003;p11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4" name="Google Shape;7004;p11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5" name="Google Shape;7005;p117"/>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6" name="Google Shape;7006;p117"/>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7" name="Google Shape;7007;p117"/>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8" name="Google Shape;7008;p117"/>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9" name="Google Shape;7009;p117"/>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0" name="Google Shape;7010;p117"/>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1" name="Google Shape;7011;p117"/>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2" name="Google Shape;7012;p117"/>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3" name="Google Shape;7013;p117"/>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4" name="Google Shape;7014;p117"/>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5" name="Google Shape;7015;p117"/>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6" name="Google Shape;7016;p117"/>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7" name="Google Shape;7017;p117"/>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8" name="Google Shape;7018;p117"/>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9" name="Google Shape;7019;p117"/>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0" name="Google Shape;7020;p117"/>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1" name="Google Shape;7021;p117"/>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2" name="Google Shape;7022;p11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3" name="Google Shape;7023;p11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4" name="Google Shape;7024;p11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5" name="Google Shape;7025;p11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6" name="Google Shape;7026;p117"/>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7" name="Google Shape;7027;p11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8" name="Google Shape;7028;p11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9" name="Google Shape;7029;p11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0" name="Google Shape;7030;p11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1" name="Google Shape;7031;p117"/>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2" name="Google Shape;7032;p117"/>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3" name="Google Shape;7033;p117"/>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4" name="Google Shape;7034;p11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5" name="Google Shape;7035;p117"/>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6" name="Google Shape;7036;p117"/>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7" name="Google Shape;7037;p11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8" name="Google Shape;7038;p117"/>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9" name="Google Shape;7039;p11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0" name="Google Shape;7040;p11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1" name="Google Shape;7041;p11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2" name="Google Shape;7042;p11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3" name="Google Shape;7043;p11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4" name="Google Shape;7044;p11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5" name="Google Shape;7045;p11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6" name="Google Shape;7046;p11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7" name="Google Shape;7047;p11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8" name="Google Shape;7048;p11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9" name="Google Shape;7049;p11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0" name="Google Shape;7050;p11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1" name="Google Shape;7051;p11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2" name="Google Shape;7052;p117"/>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3" name="Google Shape;7053;p117"/>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4" name="Google Shape;7054;p117"/>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5" name="Google Shape;7055;p117"/>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6" name="Google Shape;7056;p117"/>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7" name="Google Shape;7057;p117"/>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8" name="Google Shape;7058;p117"/>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9" name="Google Shape;7059;p117"/>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0" name="Google Shape;7060;p11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1" name="Google Shape;7061;p117"/>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2" name="Google Shape;7062;p117"/>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3" name="Google Shape;7063;p117"/>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4" name="Google Shape;7064;p11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5" name="Google Shape;7065;p117"/>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6" name="Google Shape;7066;p117"/>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7" name="Google Shape;7067;p11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8" name="Google Shape;7068;p11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9" name="Google Shape;7069;p117"/>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0" name="Google Shape;7070;p117"/>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1" name="Google Shape;7071;p117"/>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2" name="Google Shape;7072;p117"/>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3" name="Google Shape;7073;p11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4" name="Google Shape;7074;p11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5" name="Google Shape;7075;p11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6" name="Google Shape;7076;p11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7" name="Google Shape;7077;p11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8" name="Google Shape;7078;p11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9" name="Google Shape;7079;p11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0" name="Google Shape;7080;p11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1" name="Google Shape;7081;p11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2" name="Google Shape;7082;p11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3" name="Google Shape;7083;p117"/>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4" name="Google Shape;7084;p117"/>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5" name="Google Shape;7085;p117"/>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6" name="Google Shape;7086;p117"/>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7" name="Google Shape;7087;p117"/>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8" name="Google Shape;7088;p117"/>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9" name="Google Shape;7089;p11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0" name="Google Shape;7090;p117"/>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1" name="Google Shape;7091;p11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2" name="Google Shape;7092;p11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3" name="Google Shape;7093;p11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4" name="Google Shape;7094;p11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5" name="Google Shape;7095;p11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6" name="Google Shape;7096;p11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7" name="Google Shape;7097;p117"/>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8" name="Google Shape;7098;p11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9" name="Google Shape;7099;p11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0" name="Google Shape;7100;p11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1" name="Google Shape;7101;p11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2" name="Google Shape;7102;p11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3" name="Google Shape;7103;p11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4" name="Google Shape;7104;p11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5" name="Google Shape;7105;p117"/>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6" name="Google Shape;7106;p11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7" name="Google Shape;7107;p117"/>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8" name="Google Shape;7108;p117"/>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9" name="Google Shape;7109;p117"/>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0" name="Google Shape;7110;p11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1" name="Google Shape;7111;p117"/>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2" name="Google Shape;7112;p11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3" name="Google Shape;7113;p117"/>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4" name="Google Shape;7114;p117"/>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5" name="Google Shape;7115;p117"/>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6" name="Google Shape;7116;p117"/>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7" name="Google Shape;7117;p117"/>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8" name="Google Shape;7118;p11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p117"/>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0" name="Google Shape;7120;p117"/>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1" name="Google Shape;7121;p117"/>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2" name="Google Shape;7122;p117"/>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3" name="Google Shape;7123;p117"/>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4" name="Google Shape;7124;p117"/>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5" name="Google Shape;7125;p117"/>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6" name="Google Shape;7126;p117"/>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7" name="Google Shape;7127;p117"/>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8" name="Google Shape;7128;p117"/>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9" name="Google Shape;7129;p11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0" name="Google Shape;7130;p117"/>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1" name="Google Shape;7131;p117"/>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2" name="Google Shape;7132;p117"/>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3" name="Google Shape;7133;p117"/>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4" name="Google Shape;7134;p117"/>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5" name="Google Shape;7135;p117"/>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6" name="Google Shape;7136;p11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7" name="Google Shape;7137;p117"/>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8" name="Google Shape;7138;p117"/>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p117"/>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p117"/>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p117"/>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2" name="Google Shape;7142;p117"/>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3" name="Google Shape;7143;p117"/>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4" name="Google Shape;7144;p117"/>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5" name="Google Shape;7145;p117"/>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p117"/>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p117"/>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p117"/>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9" name="Google Shape;7149;p117"/>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0" name="Google Shape;7150;p11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1" name="Google Shape;7151;p117"/>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2" name="Google Shape;7152;p117"/>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3" name="Google Shape;7153;p117"/>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4" name="Google Shape;7154;p117"/>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5" name="Google Shape;7155;p117"/>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6" name="Google Shape;7156;p117"/>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7" name="Google Shape;7157;p117"/>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8" name="Google Shape;7158;p117"/>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9" name="Google Shape;7159;p117"/>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0" name="Google Shape;7160;p117"/>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1" name="Google Shape;7161;p117"/>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2" name="Google Shape;7162;p117"/>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3" name="Google Shape;7163;p117"/>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4" name="Google Shape;7164;p117"/>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5" name="Google Shape;7165;p11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6" name="Google Shape;7166;p11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7" name="Google Shape;7167;p117"/>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8" name="Google Shape;7168;p117"/>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9" name="Google Shape;7169;p117"/>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0" name="Google Shape;7170;p117"/>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1" name="Google Shape;7171;p117"/>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2" name="Google Shape;7172;p117"/>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3" name="Google Shape;7173;p117"/>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4" name="Google Shape;7174;p11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5" name="Google Shape;7175;p11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6" name="Google Shape;7176;p117"/>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7" name="Google Shape;7177;p117"/>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8" name="Google Shape;7178;p117"/>
            <p:cNvSpPr/>
            <p:nvPr/>
          </p:nvSpPr>
          <p:spPr>
            <a:xfrm>
              <a:off x="2514119" y="1694678"/>
              <a:ext cx="149" cy="0"/>
            </a:xfrm>
            <a:custGeom>
              <a:rect b="b" l="l" r="r" t="t"/>
              <a:pathLst>
                <a:path extrusionOk="0" h="12000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9" name="Google Shape;7179;p117"/>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0" name="Google Shape;7180;p117"/>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1" name="Google Shape;7181;p117"/>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2" name="Google Shape;7182;p11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3" name="Google Shape;7183;p117"/>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4" name="Google Shape;7184;p11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5" name="Google Shape;7185;p117"/>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p117"/>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7" name="Google Shape;7187;p117"/>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8" name="Google Shape;7188;p117"/>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9" name="Google Shape;7189;p117"/>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0" name="Google Shape;7190;p117"/>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1" name="Google Shape;7191;p11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2" name="Google Shape;7192;p117"/>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3" name="Google Shape;7193;p117"/>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4" name="Google Shape;7194;p117"/>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5" name="Google Shape;7195;p117"/>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6" name="Google Shape;7196;p117"/>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7" name="Google Shape;7197;p117"/>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8" name="Google Shape;7198;p117"/>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9" name="Google Shape;7199;p11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0" name="Google Shape;7200;p11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1" name="Google Shape;7201;p11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2" name="Google Shape;7202;p11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p117"/>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4" name="Google Shape;7204;p117"/>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5" name="Google Shape;7205;p11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6" name="Google Shape;7206;p117"/>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7" name="Google Shape;7207;p11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8" name="Google Shape;7208;p11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9" name="Google Shape;7209;p11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0" name="Google Shape;7210;p11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1" name="Google Shape;7211;p11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2" name="Google Shape;7212;p11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3" name="Google Shape;7213;p11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4" name="Google Shape;7214;p11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5" name="Google Shape;7215;p11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6" name="Google Shape;7216;p11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7" name="Google Shape;7217;p11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8" name="Google Shape;7218;p11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9" name="Google Shape;7219;p11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0" name="Google Shape;7220;p11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1" name="Google Shape;7221;p11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2" name="Google Shape;7222;p11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3" name="Google Shape;7223;p11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4" name="Google Shape;7224;p11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5" name="Google Shape;7225;p11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6" name="Google Shape;7226;p11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7" name="Google Shape;7227;p11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8" name="Google Shape;7228;p11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9" name="Google Shape;7229;p11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0" name="Google Shape;7230;p11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1" name="Google Shape;7231;p11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2" name="Google Shape;7232;p11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3" name="Google Shape;7233;p117"/>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4" name="Google Shape;7234;p11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5" name="Google Shape;7235;p11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6" name="Google Shape;7236;p11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7" name="Google Shape;7237;p11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8" name="Google Shape;7238;p117"/>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9" name="Google Shape;7239;p11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0" name="Google Shape;7240;p117"/>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1" name="Google Shape;7241;p11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2" name="Google Shape;7242;p11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3" name="Google Shape;7243;p11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4" name="Google Shape;7244;p117"/>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5" name="Google Shape;7245;p117"/>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6" name="Google Shape;7246;p117"/>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7" name="Google Shape;7247;p117"/>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8" name="Google Shape;7248;p117"/>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p117"/>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0" name="Google Shape;7250;p117"/>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1" name="Google Shape;7251;p117"/>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2" name="Google Shape;7252;p117"/>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3" name="Google Shape;7253;p11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4" name="Google Shape;7254;p11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5" name="Google Shape;7255;p11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6" name="Google Shape;7256;p11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7" name="Google Shape;7257;p11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8" name="Google Shape;7258;p11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9" name="Google Shape;7259;p11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p11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1" name="Google Shape;7261;p11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2" name="Google Shape;7262;p11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p11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4" name="Google Shape;7264;p11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5" name="Google Shape;7265;p117"/>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6" name="Google Shape;7266;p117"/>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7" name="Google Shape;7267;p117"/>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8" name="Google Shape;7268;p117"/>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9" name="Google Shape;7269;p117"/>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0" name="Google Shape;7270;p11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1" name="Google Shape;7271;p117"/>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2" name="Google Shape;7272;p117"/>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3" name="Google Shape;7273;p117"/>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4" name="Google Shape;7274;p11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5" name="Google Shape;7275;p11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6" name="Google Shape;7276;p11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7" name="Google Shape;7277;p117"/>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8" name="Google Shape;7278;p11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9" name="Google Shape;7279;p117"/>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0" name="Google Shape;7280;p117"/>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1" name="Google Shape;7281;p117"/>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2" name="Google Shape;7282;p117"/>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3" name="Google Shape;7283;p117"/>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4" name="Google Shape;7284;p117"/>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5" name="Google Shape;7285;p117"/>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6" name="Google Shape;7286;p117"/>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7" name="Google Shape;7287;p117"/>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8" name="Google Shape;7288;p117"/>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9" name="Google Shape;7289;p11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0" name="Google Shape;7290;p117"/>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p117"/>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2" name="Google Shape;7292;p117"/>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3" name="Google Shape;7293;p117"/>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4" name="Google Shape;7294;p117"/>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5" name="Google Shape;7295;p117"/>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6" name="Google Shape;7296;p117"/>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p117"/>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p117"/>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p117"/>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0" name="Google Shape;7300;p117"/>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1" name="Google Shape;7301;p117"/>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2" name="Google Shape;7302;p117"/>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p117"/>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p117"/>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p117"/>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p117"/>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7" name="Google Shape;7307;p117"/>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8" name="Google Shape;7308;p117"/>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9" name="Google Shape;7309;p117"/>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0" name="Google Shape;7310;p11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1" name="Google Shape;7311;p11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2" name="Google Shape;7312;p11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3" name="Google Shape;7313;p11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4" name="Google Shape;7314;p11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5" name="Google Shape;7315;p11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6" name="Google Shape;7316;p11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7" name="Google Shape;7317;p117"/>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8" name="Google Shape;7318;p117"/>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9" name="Google Shape;7319;p117"/>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0" name="Google Shape;7320;p117"/>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1" name="Google Shape;7321;p11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2" name="Google Shape;7322;p117"/>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3" name="Google Shape;7323;p11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4" name="Google Shape;7324;p11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5" name="Google Shape;7325;p11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6" name="Google Shape;7326;p11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7" name="Google Shape;7327;p117"/>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8" name="Google Shape;7328;p11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9" name="Google Shape;7329;p11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0" name="Google Shape;7330;p11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1" name="Google Shape;7331;p11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2" name="Google Shape;7332;p11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3" name="Google Shape;7333;p11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4" name="Google Shape;7334;p11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5" name="Google Shape;7335;p11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6" name="Google Shape;7336;p11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7" name="Google Shape;7337;p11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8" name="Google Shape;7338;p11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9" name="Google Shape;7339;p117"/>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0" name="Google Shape;7340;p117"/>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1" name="Google Shape;7341;p117"/>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2" name="Google Shape;7342;p117"/>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3" name="Google Shape;7343;p117"/>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4" name="Google Shape;7344;p117"/>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5" name="Google Shape;7345;p117"/>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6" name="Google Shape;7346;p11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p11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8" name="Google Shape;7348;p11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9" name="Google Shape;7349;p11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0" name="Google Shape;7350;p117"/>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1" name="Google Shape;7351;p117"/>
            <p:cNvSpPr/>
            <p:nvPr/>
          </p:nvSpPr>
          <p:spPr>
            <a:xfrm>
              <a:off x="2205720" y="1581265"/>
              <a:ext cx="14" cy="0"/>
            </a:xfrm>
            <a:custGeom>
              <a:rect b="b" l="l" r="r" t="t"/>
              <a:pathLst>
                <a:path extrusionOk="0" h="12000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2" name="Google Shape;7352;p117"/>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3" name="Google Shape;7353;p117"/>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4" name="Google Shape;7354;p117"/>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5" name="Google Shape;7355;p117"/>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6" name="Google Shape;7356;p11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7" name="Google Shape;7357;p11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8" name="Google Shape;7358;p11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9" name="Google Shape;7359;p11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0" name="Google Shape;7360;p11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1" name="Google Shape;7361;p117"/>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2" name="Google Shape;7362;p11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3" name="Google Shape;7363;p11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4" name="Google Shape;7364;p11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5" name="Google Shape;7365;p117"/>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6" name="Google Shape;7366;p11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7" name="Google Shape;7367;p11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8" name="Google Shape;7368;p11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9" name="Google Shape;7369;p11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0" name="Google Shape;7370;p11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1" name="Google Shape;7371;p117"/>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2" name="Google Shape;7372;p117"/>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3" name="Google Shape;7373;p117"/>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4" name="Google Shape;7374;p117"/>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5" name="Google Shape;7375;p11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6" name="Google Shape;7376;p11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7" name="Google Shape;7377;p117"/>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8" name="Google Shape;7378;p117"/>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9" name="Google Shape;7379;p117"/>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0" name="Google Shape;7380;p11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1" name="Google Shape;7381;p117"/>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2" name="Google Shape;7382;p117"/>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3" name="Google Shape;7383;p117"/>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4" name="Google Shape;7384;p11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5" name="Google Shape;7385;p117"/>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6" name="Google Shape;7386;p117"/>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7" name="Google Shape;7387;p11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8" name="Google Shape;7388;p11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9" name="Google Shape;7389;p11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0" name="Google Shape;7390;p11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1" name="Google Shape;7391;p11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2" name="Google Shape;7392;p11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3" name="Google Shape;7393;p11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4" name="Google Shape;7394;p11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5" name="Google Shape;7395;p11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6" name="Google Shape;7396;p11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7" name="Google Shape;7397;p11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8" name="Google Shape;7398;p11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9" name="Google Shape;7399;p11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0" name="Google Shape;7400;p11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1" name="Google Shape;7401;p11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2" name="Google Shape;7402;p11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3" name="Google Shape;7403;p11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4" name="Google Shape;7404;p11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5" name="Google Shape;7405;p11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6" name="Google Shape;7406;p11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p11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8" name="Google Shape;7408;p11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9" name="Google Shape;7409;p11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0" name="Google Shape;7410;p11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1" name="Google Shape;7411;p11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2" name="Google Shape;7412;p11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3" name="Google Shape;7413;p11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4" name="Google Shape;7414;p11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5" name="Google Shape;7415;p11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6" name="Google Shape;7416;p11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7" name="Google Shape;7417;p117"/>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8" name="Google Shape;7418;p11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9" name="Google Shape;7419;p11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0" name="Google Shape;7420;p117"/>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1" name="Google Shape;7421;p11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2" name="Google Shape;7422;p11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3" name="Google Shape;7423;p11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4" name="Google Shape;7424;p11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5" name="Google Shape;7425;p11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6" name="Google Shape;7426;p11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7" name="Google Shape;7427;p11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8" name="Google Shape;7428;p11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9" name="Google Shape;7429;p11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0" name="Google Shape;7430;p11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1" name="Google Shape;7431;p11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2" name="Google Shape;7432;p11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3" name="Google Shape;7433;p11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4" name="Google Shape;7434;p11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5" name="Google Shape;7435;p11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6" name="Google Shape;7436;p11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7" name="Google Shape;7437;p11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8" name="Google Shape;7438;p11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9" name="Google Shape;7439;p11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0" name="Google Shape;7440;p11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1" name="Google Shape;7441;p117"/>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2" name="Google Shape;7442;p11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3" name="Google Shape;7443;p11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4" name="Google Shape;7444;p11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5" name="Google Shape;7445;p11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6" name="Google Shape;7446;p11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7" name="Google Shape;7447;p11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8" name="Google Shape;7448;p11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9" name="Google Shape;7449;p11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0" name="Google Shape;7450;p11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1" name="Google Shape;7451;p11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2" name="Google Shape;7452;p11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3" name="Google Shape;7453;p11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4" name="Google Shape;7454;p117"/>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5" name="Google Shape;7455;p11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6" name="Google Shape;7456;p11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7" name="Google Shape;7457;p117"/>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8" name="Google Shape;7458;p117"/>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9" name="Google Shape;7459;p11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0" name="Google Shape;7460;p11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1" name="Google Shape;7461;p117"/>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2" name="Google Shape;7462;p117"/>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3" name="Google Shape;7463;p117"/>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4" name="Google Shape;7464;p117"/>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5" name="Google Shape;7465;p117"/>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6" name="Google Shape;7466;p117"/>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7" name="Google Shape;7467;p117"/>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8" name="Google Shape;7468;p117"/>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9" name="Google Shape;7469;p11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0" name="Google Shape;7470;p11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1" name="Google Shape;7471;p11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2" name="Google Shape;7472;p11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3" name="Google Shape;7473;p11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4" name="Google Shape;7474;p11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5" name="Google Shape;7475;p11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6" name="Google Shape;7476;p11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7" name="Google Shape;7477;p11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8" name="Google Shape;7478;p11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9" name="Google Shape;7479;p11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0" name="Google Shape;7480;p11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1" name="Google Shape;7481;p11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2" name="Google Shape;7482;p11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3" name="Google Shape;7483;p11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p11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5" name="Google Shape;7485;p11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6" name="Google Shape;7486;p11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7" name="Google Shape;7487;p11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8" name="Google Shape;7488;p117"/>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9" name="Google Shape;7489;p11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0" name="Google Shape;7490;p11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1" name="Google Shape;7491;p11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2" name="Google Shape;7492;p11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3" name="Google Shape;7493;p11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4" name="Google Shape;7494;p11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5" name="Google Shape;7495;p117"/>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6" name="Google Shape;7496;p117"/>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7" name="Google Shape;7497;p117"/>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8" name="Google Shape;7498;p117"/>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9" name="Google Shape;7499;p117"/>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0" name="Google Shape;7500;p117"/>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1" name="Google Shape;7501;p117"/>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2" name="Google Shape;7502;p11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3" name="Google Shape;7503;p11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4" name="Google Shape;7504;p11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5" name="Google Shape;7505;p117"/>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6" name="Google Shape;7506;p11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7" name="Google Shape;7507;p117"/>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8" name="Google Shape;7508;p11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9" name="Google Shape;7509;p11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0" name="Google Shape;7510;p11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1" name="Google Shape;7511;p117"/>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2" name="Google Shape;7512;p117"/>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3" name="Google Shape;7513;p117"/>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4" name="Google Shape;7514;p11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5" name="Google Shape;7515;p117"/>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6" name="Google Shape;7516;p11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7" name="Google Shape;7517;p117"/>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8" name="Google Shape;7518;p117"/>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9" name="Google Shape;7519;p117"/>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0" name="Google Shape;7520;p117"/>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1" name="Google Shape;7521;p117"/>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2" name="Google Shape;7522;p117"/>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3" name="Google Shape;7523;p11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4" name="Google Shape;7524;p117"/>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5" name="Google Shape;7525;p117"/>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6" name="Google Shape;7526;p11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7" name="Google Shape;7527;p117"/>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8" name="Google Shape;7528;p117"/>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9" name="Google Shape;7529;p117"/>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0" name="Google Shape;7530;p11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1" name="Google Shape;7531;p117"/>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2" name="Google Shape;7532;p117"/>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3" name="Google Shape;7533;p117"/>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4" name="Google Shape;7534;p117"/>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5" name="Google Shape;7535;p117"/>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6" name="Google Shape;7536;p117"/>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7" name="Google Shape;7537;p117"/>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8" name="Google Shape;7538;p117"/>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9" name="Google Shape;7539;p117"/>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0" name="Google Shape;7540;p117"/>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1" name="Google Shape;7541;p11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2" name="Google Shape;7542;p117"/>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3" name="Google Shape;7543;p11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4" name="Google Shape;7544;p117"/>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5" name="Google Shape;7545;p117"/>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6" name="Google Shape;7546;p117"/>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7" name="Google Shape;7547;p117"/>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8" name="Google Shape;7548;p117"/>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9" name="Google Shape;7549;p117"/>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0" name="Google Shape;7550;p117"/>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1" name="Google Shape;7551;p11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2" name="Google Shape;7552;p117"/>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3" name="Google Shape;7553;p117"/>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4" name="Google Shape;7554;p117"/>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5" name="Google Shape;7555;p117"/>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6" name="Google Shape;7556;p11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7" name="Google Shape;7557;p117"/>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8" name="Google Shape;7558;p117"/>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9" name="Google Shape;7559;p117"/>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0" name="Google Shape;7560;p117"/>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1" name="Google Shape;7561;p11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2" name="Google Shape;7562;p11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3" name="Google Shape;7563;p11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4" name="Google Shape;7564;p117"/>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5" name="Google Shape;7565;p11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6" name="Google Shape;7566;p117"/>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7" name="Google Shape;7567;p117"/>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8" name="Google Shape;7568;p117"/>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9" name="Google Shape;7569;p117"/>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p117"/>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1" name="Google Shape;7571;p11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2" name="Google Shape;7572;p11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3" name="Google Shape;7573;p11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4" name="Google Shape;7574;p11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5" name="Google Shape;7575;p11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6" name="Google Shape;7576;p117"/>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7" name="Google Shape;7577;p11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8" name="Google Shape;7578;p117"/>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9" name="Google Shape;7579;p11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0" name="Google Shape;7580;p11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1" name="Google Shape;7581;p11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2" name="Google Shape;7582;p117"/>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3" name="Google Shape;7583;p11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4" name="Google Shape;7584;p117"/>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5" name="Google Shape;7585;p11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6" name="Google Shape;7586;p117"/>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7" name="Google Shape;7587;p117"/>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8" name="Google Shape;7588;p117"/>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9" name="Google Shape;7589;p11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0" name="Google Shape;7590;p11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1" name="Google Shape;7591;p117"/>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2" name="Google Shape;7592;p11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3" name="Google Shape;7593;p117"/>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4" name="Google Shape;7594;p11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5" name="Google Shape;7595;p117"/>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6" name="Google Shape;7596;p117"/>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7" name="Google Shape;7597;p117"/>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8" name="Google Shape;7598;p117"/>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9" name="Google Shape;7599;p117"/>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0" name="Google Shape;7600;p117"/>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1" name="Google Shape;7601;p117"/>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2" name="Google Shape;7602;p11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3" name="Google Shape;7603;p11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4" name="Google Shape;7604;p11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5" name="Google Shape;7605;p11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6" name="Google Shape;7606;p11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7" name="Google Shape;7607;p11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8" name="Google Shape;7608;p11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9" name="Google Shape;7609;p11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0" name="Google Shape;7610;p117"/>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1" name="Google Shape;7611;p117"/>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2" name="Google Shape;7612;p117"/>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3" name="Google Shape;7613;p117"/>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4" name="Google Shape;7614;p117"/>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5" name="Google Shape;7615;p117"/>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6" name="Google Shape;7616;p117"/>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7" name="Google Shape;7617;p117"/>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8" name="Google Shape;7618;p117"/>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9" name="Google Shape;7619;p117"/>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0" name="Google Shape;7620;p117"/>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1" name="Google Shape;7621;p117"/>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2" name="Google Shape;7622;p117"/>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3" name="Google Shape;7623;p117"/>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4" name="Google Shape;7624;p117"/>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5" name="Google Shape;7625;p117"/>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6" name="Google Shape;7626;p117"/>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7" name="Google Shape;7627;p117"/>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8" name="Google Shape;7628;p117"/>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9" name="Google Shape;7629;p117"/>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0" name="Google Shape;7630;p117"/>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1" name="Google Shape;7631;p117"/>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2" name="Google Shape;7632;p117"/>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3" name="Google Shape;7633;p11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4" name="Google Shape;7634;p117"/>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5" name="Google Shape;7635;p11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6" name="Google Shape;7636;p117"/>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7" name="Google Shape;7637;p117"/>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8" name="Google Shape;7638;p117"/>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9" name="Google Shape;7639;p117"/>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0" name="Google Shape;7640;p117"/>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1" name="Google Shape;7641;p117"/>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2" name="Google Shape;7642;p117"/>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3" name="Google Shape;7643;p117"/>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4" name="Google Shape;7644;p117"/>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5" name="Google Shape;7645;p117"/>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6" name="Google Shape;7646;p11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7" name="Google Shape;7647;p117"/>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8" name="Google Shape;7648;p11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9" name="Google Shape;7649;p117"/>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0" name="Google Shape;7650;p117"/>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1" name="Google Shape;7651;p117"/>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2" name="Google Shape;7652;p117"/>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3" name="Google Shape;7653;p117"/>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4" name="Google Shape;7654;p117"/>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5" name="Google Shape;7655;p117"/>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6" name="Google Shape;7656;p117"/>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7" name="Google Shape;7657;p117"/>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8" name="Google Shape;7658;p117"/>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9" name="Google Shape;7659;p117"/>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0" name="Google Shape;7660;p117"/>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1" name="Google Shape;7661;p117"/>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2" name="Google Shape;7662;p117"/>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3" name="Google Shape;7663;p117"/>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4" name="Google Shape;7664;p117"/>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5" name="Google Shape;7665;p117"/>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6" name="Google Shape;7666;p117"/>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7" name="Google Shape;7667;p11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8" name="Google Shape;7668;p11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9" name="Google Shape;7669;p11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0" name="Google Shape;7670;p117"/>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1" name="Google Shape;7671;p117"/>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2" name="Google Shape;7672;p117"/>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3" name="Google Shape;7673;p11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4" name="Google Shape;7674;p117"/>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5" name="Google Shape;7675;p117"/>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6" name="Google Shape;7676;p11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7" name="Google Shape;7677;p11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8" name="Google Shape;7678;p117"/>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9" name="Google Shape;7679;p11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0" name="Google Shape;7680;p11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1" name="Google Shape;7681;p117"/>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2" name="Google Shape;7682;p117"/>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3" name="Google Shape;7683;p117"/>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4" name="Google Shape;7684;p117"/>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5" name="Google Shape;7685;p117"/>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6" name="Google Shape;7686;p117"/>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7" name="Google Shape;7687;p117"/>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8" name="Google Shape;7688;p117"/>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9" name="Google Shape;7689;p117"/>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0" name="Google Shape;7690;p11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1" name="Google Shape;7691;p117"/>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2" name="Google Shape;7692;p11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3" name="Google Shape;7693;p117"/>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4" name="Google Shape;7694;p11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5" name="Google Shape;7695;p117"/>
            <p:cNvSpPr/>
            <p:nvPr/>
          </p:nvSpPr>
          <p:spPr>
            <a:xfrm>
              <a:off x="2291951" y="2116436"/>
              <a:ext cx="14" cy="0"/>
            </a:xfrm>
            <a:custGeom>
              <a:rect b="b" l="l" r="r" t="t"/>
              <a:pathLst>
                <a:path extrusionOk="0" h="12000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6" name="Google Shape;7696;p117"/>
            <p:cNvSpPr/>
            <p:nvPr/>
          </p:nvSpPr>
          <p:spPr>
            <a:xfrm>
              <a:off x="229256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7" name="Google Shape;7697;p117"/>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8" name="Google Shape;7698;p117"/>
            <p:cNvSpPr/>
            <p:nvPr/>
          </p:nvSpPr>
          <p:spPr>
            <a:xfrm>
              <a:off x="229313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9" name="Google Shape;7699;p117"/>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0" name="Google Shape;7700;p11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1" name="Google Shape;7701;p117"/>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2" name="Google Shape;7702;p117"/>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3" name="Google Shape;7703;p117"/>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4" name="Google Shape;7704;p117"/>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5" name="Google Shape;7705;p117"/>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6" name="Google Shape;7706;p117"/>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7" name="Google Shape;7707;p11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8" name="Google Shape;7708;p117"/>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9" name="Google Shape;7709;p117"/>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0" name="Google Shape;7710;p117"/>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1" name="Google Shape;7711;p117"/>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2" name="Google Shape;7712;p117"/>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3" name="Google Shape;7713;p117"/>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4" name="Google Shape;7714;p117"/>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5" name="Google Shape;7715;p117"/>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6" name="Google Shape;7716;p117"/>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7" name="Google Shape;7717;p117"/>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8" name="Google Shape;7718;p11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9" name="Google Shape;7719;p11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0" name="Google Shape;7720;p117"/>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1" name="Google Shape;7721;p11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2" name="Google Shape;7722;p117"/>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3" name="Google Shape;7723;p11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4" name="Google Shape;7724;p11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5" name="Google Shape;7725;p11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6" name="Google Shape;7726;p11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7" name="Google Shape;7727;p117"/>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8" name="Google Shape;7728;p117"/>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9" name="Google Shape;7729;p117"/>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0" name="Google Shape;7730;p117"/>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1" name="Google Shape;7731;p117"/>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2" name="Google Shape;7732;p117"/>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3" name="Google Shape;7733;p117"/>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4" name="Google Shape;7734;p117"/>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5" name="Google Shape;7735;p117"/>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6" name="Google Shape;7736;p117"/>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7" name="Google Shape;7737;p117"/>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8" name="Google Shape;7738;p117"/>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9" name="Google Shape;7739;p117"/>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0" name="Google Shape;7740;p117"/>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1" name="Google Shape;7741;p117"/>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2" name="Google Shape;7742;p117"/>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3" name="Google Shape;7743;p11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4" name="Google Shape;7744;p117"/>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5" name="Google Shape;7745;p11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6" name="Google Shape;7746;p11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7" name="Google Shape;7747;p11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8" name="Google Shape;7748;p11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9" name="Google Shape;7749;p11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0" name="Google Shape;7750;p11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1" name="Google Shape;7751;p117"/>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2" name="Google Shape;7752;p117"/>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3" name="Google Shape;7753;p117"/>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4" name="Google Shape;7754;p117"/>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5" name="Google Shape;7755;p117"/>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6" name="Google Shape;7756;p117"/>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7" name="Google Shape;7757;p117"/>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8" name="Google Shape;7758;p117"/>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9" name="Google Shape;7759;p117"/>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0" name="Google Shape;7760;p11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1" name="Google Shape;7761;p117"/>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2" name="Google Shape;7762;p11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3" name="Google Shape;7763;p117"/>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4" name="Google Shape;7764;p117"/>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5" name="Google Shape;7765;p117"/>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6" name="Google Shape;7766;p11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7" name="Google Shape;7767;p11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8" name="Google Shape;7768;p11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9" name="Google Shape;7769;p11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0" name="Google Shape;7770;p117"/>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1" name="Google Shape;7771;p117"/>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2" name="Google Shape;7772;p11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3" name="Google Shape;7773;p11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4" name="Google Shape;7774;p117"/>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5" name="Google Shape;7775;p11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6" name="Google Shape;7776;p11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7" name="Google Shape;7777;p117"/>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8" name="Google Shape;7778;p117"/>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9" name="Google Shape;7779;p117"/>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0" name="Google Shape;7780;p117"/>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1" name="Google Shape;7781;p117"/>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2" name="Google Shape;7782;p117"/>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3" name="Google Shape;7783;p11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4" name="Google Shape;7784;p117"/>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5" name="Google Shape;7785;p11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6" name="Google Shape;7786;p11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7" name="Google Shape;7787;p11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8" name="Google Shape;7788;p11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9" name="Google Shape;7789;p117"/>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0" name="Google Shape;7790;p11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1" name="Google Shape;7791;p117"/>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2" name="Google Shape;7792;p11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3" name="Google Shape;7793;p11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4" name="Google Shape;7794;p11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5" name="Google Shape;7795;p11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6" name="Google Shape;7796;p117"/>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7" name="Google Shape;7797;p11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8" name="Google Shape;7798;p117"/>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9" name="Google Shape;7799;p11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0" name="Google Shape;7800;p11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1" name="Google Shape;7801;p117"/>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2" name="Google Shape;7802;p11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3" name="Google Shape;7803;p117"/>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4" name="Google Shape;7804;p117"/>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5" name="Google Shape;7805;p117"/>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6" name="Google Shape;7806;p117"/>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7" name="Google Shape;7807;p117"/>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8" name="Google Shape;7808;p117"/>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9" name="Google Shape;7809;p117"/>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0" name="Google Shape;7810;p11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1" name="Google Shape;7811;p117"/>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2" name="Google Shape;7812;p117"/>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3" name="Google Shape;7813;p117"/>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4" name="Google Shape;7814;p11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5" name="Google Shape;7815;p11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6" name="Google Shape;7816;p117"/>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7" name="Google Shape;7817;p11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8" name="Google Shape;7818;p117"/>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9" name="Google Shape;7819;p117"/>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0" name="Google Shape;7820;p11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1" name="Google Shape;7821;p11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2" name="Google Shape;7822;p117"/>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3" name="Google Shape;7823;p11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4" name="Google Shape;7824;p117"/>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5" name="Google Shape;7825;p117"/>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6" name="Google Shape;7826;p11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7" name="Google Shape;7827;p117"/>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8" name="Google Shape;7828;p117"/>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9" name="Google Shape;7829;p117"/>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0" name="Google Shape;7830;p11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1" name="Google Shape;7831;p117"/>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2" name="Google Shape;7832;p117"/>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3" name="Google Shape;7833;p117"/>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4" name="Google Shape;7834;p117"/>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5" name="Google Shape;7835;p11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6" name="Google Shape;7836;p11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7" name="Google Shape;7837;p11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8" name="Google Shape;7838;p11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9" name="Google Shape;7839;p117"/>
            <p:cNvSpPr/>
            <p:nvPr/>
          </p:nvSpPr>
          <p:spPr>
            <a:xfrm>
              <a:off x="2595449" y="1751378"/>
              <a:ext cx="0" cy="14"/>
            </a:xfrm>
            <a:custGeom>
              <a:rect b="b" l="l" r="r" t="t"/>
              <a:pathLst>
                <a:path extrusionOk="0" h="1" w="12000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0" name="Google Shape;7840;p11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1" name="Google Shape;7841;p11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2" name="Google Shape;7842;p11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3" name="Google Shape;7843;p117"/>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4" name="Google Shape;7844;p117"/>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5" name="Google Shape;7845;p11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6" name="Google Shape;7846;p117"/>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7" name="Google Shape;7847;p117"/>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8" name="Google Shape;7848;p117"/>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9" name="Google Shape;7849;p11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0" name="Google Shape;7850;p11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1" name="Google Shape;7851;p11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2" name="Google Shape;7852;p11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3" name="Google Shape;7853;p11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4" name="Google Shape;7854;p11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5" name="Google Shape;7855;p11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6" name="Google Shape;7856;p11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7" name="Google Shape;7857;p11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8" name="Google Shape;7858;p11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9" name="Google Shape;7859;p11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0" name="Google Shape;7860;p11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1" name="Google Shape;7861;p11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2" name="Google Shape;7862;p11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3" name="Google Shape;7863;p11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4" name="Google Shape;7864;p11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5" name="Google Shape;7865;p11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6" name="Google Shape;7866;p11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7" name="Google Shape;7867;p11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8" name="Google Shape;7868;p117"/>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9" name="Google Shape;7869;p117"/>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0" name="Google Shape;7870;p11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1" name="Google Shape;7871;p117"/>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2" name="Google Shape;7872;p117"/>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3" name="Google Shape;7873;p11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4" name="Google Shape;7874;p117"/>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5" name="Google Shape;7875;p117"/>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6" name="Google Shape;7876;p11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7" name="Google Shape;7877;p117"/>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8" name="Google Shape;7878;p117"/>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9" name="Google Shape;7879;p117"/>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0" name="Google Shape;7880;p117"/>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1" name="Google Shape;7881;p117"/>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2" name="Google Shape;7882;p117"/>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3" name="Google Shape;7883;p11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4" name="Google Shape;7884;p11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5" name="Google Shape;7885;p117"/>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6" name="Google Shape;7886;p11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7" name="Google Shape;7887;p117"/>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8" name="Google Shape;7888;p11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9" name="Google Shape;7889;p11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0" name="Google Shape;7890;p11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1" name="Google Shape;7891;p11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2" name="Google Shape;7892;p11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3" name="Google Shape;7893;p117"/>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4" name="Google Shape;7894;p117"/>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5" name="Google Shape;7895;p11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6" name="Google Shape;7896;p11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7" name="Google Shape;7897;p117"/>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8" name="Google Shape;7898;p117"/>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9" name="Google Shape;7899;p11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0" name="Google Shape;7900;p117"/>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1" name="Google Shape;7901;p117"/>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2" name="Google Shape;7902;p11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3" name="Google Shape;7903;p11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4" name="Google Shape;7904;p117"/>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5" name="Google Shape;7905;p117"/>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6" name="Google Shape;7906;p117"/>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7" name="Google Shape;7907;p117"/>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8" name="Google Shape;7908;p117"/>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9" name="Google Shape;7909;p11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0" name="Google Shape;7910;p11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1" name="Google Shape;7911;p117"/>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2" name="Google Shape;7912;p11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3" name="Google Shape;7913;p11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4" name="Google Shape;7914;p11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5" name="Google Shape;7915;p11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6" name="Google Shape;7916;p117"/>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7" name="Google Shape;7917;p117"/>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8" name="Google Shape;7918;p117"/>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9" name="Google Shape;7919;p117"/>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0" name="Google Shape;7920;p117"/>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1" name="Google Shape;7921;p11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2" name="Google Shape;7922;p117"/>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3" name="Google Shape;7923;p117"/>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4" name="Google Shape;7924;p11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5" name="Google Shape;7925;p11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6" name="Google Shape;7926;p11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7" name="Google Shape;7927;p11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8" name="Google Shape;7928;p117"/>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9" name="Google Shape;7929;p117"/>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0" name="Google Shape;7930;p117"/>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1" name="Google Shape;7931;p117"/>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2" name="Google Shape;7932;p117"/>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3" name="Google Shape;7933;p117"/>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4" name="Google Shape;7934;p117"/>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5" name="Google Shape;7935;p117"/>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6" name="Google Shape;7936;p117"/>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7" name="Google Shape;7937;p117"/>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8" name="Google Shape;7938;p117"/>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9" name="Google Shape;7939;p117"/>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0" name="Google Shape;7940;p117"/>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1" name="Google Shape;7941;p117"/>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2" name="Google Shape;7942;p117"/>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3" name="Google Shape;7943;p117"/>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4" name="Google Shape;7944;p117"/>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5" name="Google Shape;7945;p117"/>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6" name="Google Shape;7946;p117"/>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7" name="Google Shape;7947;p117"/>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8" name="Google Shape;7948;p117"/>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9" name="Google Shape;7949;p117"/>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0" name="Google Shape;7950;p117"/>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1" name="Google Shape;7951;p117"/>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2" name="Google Shape;7952;p117"/>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3" name="Google Shape;7953;p117"/>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4" name="Google Shape;7954;p117"/>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5" name="Google Shape;7955;p117"/>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6" name="Google Shape;7956;p117"/>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7" name="Google Shape;7957;p117"/>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8" name="Google Shape;7958;p11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9" name="Google Shape;7959;p11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0" name="Google Shape;7960;p11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1" name="Google Shape;7961;p11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2" name="Google Shape;7962;p11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3" name="Google Shape;7963;p11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4" name="Google Shape;7964;p11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5" name="Google Shape;7965;p11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6" name="Google Shape;7966;p11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7" name="Google Shape;7967;p11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8" name="Google Shape;7968;p11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9" name="Google Shape;7969;p11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0" name="Google Shape;7970;p11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1" name="Google Shape;7971;p11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2" name="Google Shape;7972;p11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3" name="Google Shape;7973;p11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4" name="Google Shape;7974;p117"/>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5" name="Google Shape;7975;p117"/>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6" name="Google Shape;7976;p117"/>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7" name="Google Shape;7977;p117"/>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8" name="Google Shape;7978;p117"/>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9" name="Google Shape;7979;p117"/>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0" name="Google Shape;7980;p117"/>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1" name="Google Shape;7981;p117"/>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2" name="Google Shape;7982;p117"/>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3" name="Google Shape;7983;p117"/>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4" name="Google Shape;7984;p117"/>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5" name="Google Shape;7985;p117"/>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6" name="Google Shape;7986;p117"/>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7" name="Google Shape;7987;p117"/>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8" name="Google Shape;7988;p117"/>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9" name="Google Shape;7989;p117"/>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0" name="Google Shape;7990;p117"/>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1" name="Google Shape;7991;p117"/>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2" name="Google Shape;7992;p117"/>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3" name="Google Shape;7993;p117"/>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4" name="Google Shape;7994;p117"/>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5" name="Google Shape;7995;p117"/>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6" name="Google Shape;7996;p117"/>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7" name="Google Shape;7997;p117"/>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8" name="Google Shape;7998;p11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9" name="Google Shape;7999;p11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0" name="Google Shape;8000;p11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1" name="Google Shape;8001;p117"/>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2" name="Google Shape;8002;p117"/>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3" name="Google Shape;8003;p11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4" name="Google Shape;8004;p117"/>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5" name="Google Shape;8005;p117"/>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6" name="Google Shape;8006;p117"/>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7" name="Google Shape;8007;p11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8" name="Google Shape;8008;p11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9" name="Google Shape;8009;p117"/>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0" name="Google Shape;8010;p11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1" name="Google Shape;8011;p117"/>
            <p:cNvSpPr/>
            <p:nvPr/>
          </p:nvSpPr>
          <p:spPr>
            <a:xfrm>
              <a:off x="2962544" y="2114806"/>
              <a:ext cx="0" cy="14"/>
            </a:xfrm>
            <a:custGeom>
              <a:rect b="b" l="l" r="r" t="t"/>
              <a:pathLst>
                <a:path extrusionOk="0" h="1" w="12000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2" name="Google Shape;8012;p117"/>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3" name="Google Shape;8013;p11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4" name="Google Shape;8014;p11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5" name="Google Shape;8015;p11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6" name="Google Shape;8016;p11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7" name="Google Shape;8017;p11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8" name="Google Shape;8018;p11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9" name="Google Shape;8019;p117"/>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0" name="Google Shape;8020;p117"/>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1" name="Google Shape;8021;p117"/>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2" name="Google Shape;8022;p117"/>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3" name="Google Shape;8023;p117"/>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4" name="Google Shape;8024;p117"/>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5" name="Google Shape;8025;p11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6" name="Google Shape;8026;p117"/>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7" name="Google Shape;8027;p117"/>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8" name="Google Shape;8028;p117"/>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9" name="Google Shape;8029;p117"/>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0" name="Google Shape;8030;p117"/>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1" name="Google Shape;8031;p11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2" name="Google Shape;8032;p117"/>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3" name="Google Shape;8033;p11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4" name="Google Shape;8034;p11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5" name="Google Shape;8035;p117"/>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6" name="Google Shape;8036;p11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7" name="Google Shape;8037;p11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8" name="Google Shape;8038;p117"/>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9" name="Google Shape;8039;p11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0" name="Google Shape;8040;p117"/>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1" name="Google Shape;8041;p117"/>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2" name="Google Shape;8042;p11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3" name="Google Shape;8043;p117"/>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4" name="Google Shape;8044;p11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5" name="Google Shape;8045;p117"/>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6" name="Google Shape;8046;p117"/>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7" name="Google Shape;8047;p117"/>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8" name="Google Shape;8048;p11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9" name="Google Shape;8049;p11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0" name="Google Shape;8050;p117"/>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1" name="Google Shape;8051;p117"/>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2" name="Google Shape;8052;p117"/>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3" name="Google Shape;8053;p117"/>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4" name="Google Shape;8054;p117"/>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5" name="Google Shape;8055;p11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6" name="Google Shape;8056;p11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7" name="Google Shape;8057;p11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8" name="Google Shape;8058;p11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9" name="Google Shape;8059;p11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0" name="Google Shape;8060;p11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1" name="Google Shape;8061;p117"/>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2" name="Google Shape;8062;p11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3" name="Google Shape;8063;p11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4" name="Google Shape;8064;p117"/>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5" name="Google Shape;8065;p11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6" name="Google Shape;8066;p11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7" name="Google Shape;8067;p11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8" name="Google Shape;8068;p11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9" name="Google Shape;8069;p11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0" name="Google Shape;8070;p11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1" name="Google Shape;8071;p11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2" name="Google Shape;8072;p117"/>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3" name="Google Shape;8073;p11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4" name="Google Shape;8074;p11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5" name="Google Shape;8075;p117"/>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6" name="Google Shape;8076;p117"/>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7" name="Google Shape;8077;p117"/>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8" name="Google Shape;8078;p117"/>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9" name="Google Shape;8079;p117"/>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0" name="Google Shape;8080;p117"/>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1" name="Google Shape;8081;p117"/>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2" name="Google Shape;8082;p11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3" name="Google Shape;8083;p117"/>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4" name="Google Shape;8084;p117"/>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5" name="Google Shape;8085;p117"/>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6" name="Google Shape;8086;p117"/>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7" name="Google Shape;8087;p11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8" name="Google Shape;8088;p117"/>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9" name="Google Shape;8089;p117"/>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0" name="Google Shape;8090;p117"/>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1" name="Google Shape;8091;p11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2" name="Google Shape;8092;p11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3" name="Google Shape;8093;p11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4" name="Google Shape;8094;p11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5" name="Google Shape;8095;p11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6" name="Google Shape;8096;p117"/>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7" name="Google Shape;8097;p117"/>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8" name="Google Shape;8098;p117"/>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9" name="Google Shape;8099;p117"/>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0" name="Google Shape;8100;p117"/>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1" name="Google Shape;8101;p117"/>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2" name="Google Shape;8102;p117"/>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3" name="Google Shape;8103;p117"/>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4" name="Google Shape;8104;p117"/>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5" name="Google Shape;8105;p117"/>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6" name="Google Shape;8106;p117"/>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7" name="Google Shape;8107;p117"/>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8" name="Google Shape;8108;p117"/>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9" name="Google Shape;8109;p117"/>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0" name="Google Shape;8110;p117"/>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1" name="Google Shape;8111;p117"/>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2" name="Google Shape;8112;p117"/>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3" name="Google Shape;8113;p117"/>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14" name="Google Shape;8114;p117"/>
          <p:cNvGrpSpPr/>
          <p:nvPr/>
        </p:nvGrpSpPr>
        <p:grpSpPr>
          <a:xfrm>
            <a:off x="3597785" y="3065882"/>
            <a:ext cx="2241344" cy="1330655"/>
            <a:chOff x="3597785" y="3065882"/>
            <a:chExt cx="2241344" cy="1330655"/>
          </a:xfrm>
        </p:grpSpPr>
        <p:grpSp>
          <p:nvGrpSpPr>
            <p:cNvPr id="8115" name="Google Shape;8115;p117"/>
            <p:cNvGrpSpPr/>
            <p:nvPr/>
          </p:nvGrpSpPr>
          <p:grpSpPr>
            <a:xfrm>
              <a:off x="5296908" y="3937355"/>
              <a:ext cx="143199" cy="32380"/>
              <a:chOff x="5296908" y="3937355"/>
              <a:chExt cx="143199" cy="32380"/>
            </a:xfrm>
          </p:grpSpPr>
          <p:sp>
            <p:nvSpPr>
              <p:cNvPr id="8116" name="Google Shape;8116;p117"/>
              <p:cNvSpPr/>
              <p:nvPr/>
            </p:nvSpPr>
            <p:spPr>
              <a:xfrm>
                <a:off x="5319457" y="3952794"/>
                <a:ext cx="111895" cy="8"/>
              </a:xfrm>
              <a:custGeom>
                <a:rect b="b" l="l" r="r" t="t"/>
                <a:pathLst>
                  <a:path extrusionOk="0" fill="none" h="1" w="14227">
                    <a:moveTo>
                      <a:pt x="1" y="0"/>
                    </a:moveTo>
                    <a:lnTo>
                      <a:pt x="1422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17" name="Google Shape;8117;p117"/>
              <p:cNvGrpSpPr/>
              <p:nvPr/>
            </p:nvGrpSpPr>
            <p:grpSpPr>
              <a:xfrm>
                <a:off x="5402331" y="3937355"/>
                <a:ext cx="37776" cy="32380"/>
                <a:chOff x="5402331" y="3937355"/>
                <a:chExt cx="37776" cy="32380"/>
              </a:xfrm>
            </p:grpSpPr>
            <p:sp>
              <p:nvSpPr>
                <p:cNvPr id="8118" name="Google Shape;8118;p117"/>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9" name="Google Shape;8119;p117"/>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20" name="Google Shape;8120;p117"/>
              <p:cNvGrpSpPr/>
              <p:nvPr/>
            </p:nvGrpSpPr>
            <p:grpSpPr>
              <a:xfrm>
                <a:off x="5296908" y="3937355"/>
                <a:ext cx="37783" cy="32380"/>
                <a:chOff x="5296908" y="3937355"/>
                <a:chExt cx="37783" cy="32380"/>
              </a:xfrm>
            </p:grpSpPr>
            <p:sp>
              <p:nvSpPr>
                <p:cNvPr id="8121" name="Google Shape;8121;p117"/>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2" name="Google Shape;8122;p117"/>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123" name="Google Shape;8123;p117"/>
            <p:cNvGrpSpPr/>
            <p:nvPr/>
          </p:nvGrpSpPr>
          <p:grpSpPr>
            <a:xfrm>
              <a:off x="4724163" y="3119631"/>
              <a:ext cx="120838" cy="84218"/>
              <a:chOff x="4724163" y="3119631"/>
              <a:chExt cx="120838" cy="84218"/>
            </a:xfrm>
          </p:grpSpPr>
          <p:grpSp>
            <p:nvGrpSpPr>
              <p:cNvPr id="8124" name="Google Shape;8124;p117"/>
              <p:cNvGrpSpPr/>
              <p:nvPr/>
            </p:nvGrpSpPr>
            <p:grpSpPr>
              <a:xfrm>
                <a:off x="4746712" y="3132773"/>
                <a:ext cx="86869" cy="56424"/>
                <a:chOff x="4746712" y="3132773"/>
                <a:chExt cx="86869" cy="56424"/>
              </a:xfrm>
            </p:grpSpPr>
            <p:sp>
              <p:nvSpPr>
                <p:cNvPr id="8125" name="Google Shape;8125;p117"/>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6" name="Google Shape;8126;p117"/>
                <p:cNvSpPr/>
                <p:nvPr/>
              </p:nvSpPr>
              <p:spPr>
                <a:xfrm>
                  <a:off x="4746712" y="3145334"/>
                  <a:ext cx="49479" cy="13520"/>
                </a:xfrm>
                <a:custGeom>
                  <a:rect b="b" l="l" r="r" t="t"/>
                  <a:pathLst>
                    <a:path extrusionOk="0" fill="none" h="1719" w="6291">
                      <a:moveTo>
                        <a:pt x="0" y="0"/>
                      </a:moveTo>
                      <a:lnTo>
                        <a:pt x="6290" y="171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27" name="Google Shape;8127;p117"/>
              <p:cNvGrpSpPr/>
              <p:nvPr/>
            </p:nvGrpSpPr>
            <p:grpSpPr>
              <a:xfrm>
                <a:off x="4773634" y="3143336"/>
                <a:ext cx="37776" cy="32451"/>
                <a:chOff x="4773634" y="3143336"/>
                <a:chExt cx="37776" cy="32451"/>
              </a:xfrm>
            </p:grpSpPr>
            <p:sp>
              <p:nvSpPr>
                <p:cNvPr id="8128" name="Google Shape;8128;p117"/>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9" name="Google Shape;8129;p117"/>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30" name="Google Shape;8130;p117"/>
              <p:cNvGrpSpPr/>
              <p:nvPr/>
            </p:nvGrpSpPr>
            <p:grpSpPr>
              <a:xfrm>
                <a:off x="4724163" y="3131248"/>
                <a:ext cx="37776" cy="32459"/>
                <a:chOff x="4724163" y="3131248"/>
                <a:chExt cx="37776" cy="32459"/>
              </a:xfrm>
            </p:grpSpPr>
            <p:sp>
              <p:nvSpPr>
                <p:cNvPr id="8131" name="Google Shape;8131;p117"/>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2" name="Google Shape;8132;p117"/>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33" name="Google Shape;8133;p117"/>
              <p:cNvGrpSpPr/>
              <p:nvPr/>
            </p:nvGrpSpPr>
            <p:grpSpPr>
              <a:xfrm>
                <a:off x="4755081" y="3176054"/>
                <a:ext cx="32357" cy="27795"/>
                <a:chOff x="4755081" y="3176054"/>
                <a:chExt cx="32357" cy="27795"/>
              </a:xfrm>
            </p:grpSpPr>
            <p:sp>
              <p:nvSpPr>
                <p:cNvPr id="8134" name="Google Shape;8134;p117"/>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5" name="Google Shape;8135;p117"/>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36" name="Google Shape;8136;p117"/>
              <p:cNvGrpSpPr/>
              <p:nvPr/>
            </p:nvGrpSpPr>
            <p:grpSpPr>
              <a:xfrm>
                <a:off x="4812550" y="3119631"/>
                <a:ext cx="32451" cy="27803"/>
                <a:chOff x="4812550" y="3119631"/>
                <a:chExt cx="32451" cy="27803"/>
              </a:xfrm>
            </p:grpSpPr>
            <p:sp>
              <p:nvSpPr>
                <p:cNvPr id="8137" name="Google Shape;8137;p117"/>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8" name="Google Shape;8138;p117"/>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139" name="Google Shape;8139;p117"/>
            <p:cNvGrpSpPr/>
            <p:nvPr/>
          </p:nvGrpSpPr>
          <p:grpSpPr>
            <a:xfrm>
              <a:off x="5382826" y="4027197"/>
              <a:ext cx="268967" cy="250421"/>
              <a:chOff x="5382826" y="4027197"/>
              <a:chExt cx="268967" cy="250421"/>
            </a:xfrm>
          </p:grpSpPr>
          <p:grpSp>
            <p:nvGrpSpPr>
              <p:cNvPr id="8140" name="Google Shape;8140;p117"/>
              <p:cNvGrpSpPr/>
              <p:nvPr/>
            </p:nvGrpSpPr>
            <p:grpSpPr>
              <a:xfrm>
                <a:off x="5405280" y="4042510"/>
                <a:ext cx="237570" cy="218647"/>
                <a:chOff x="5405280" y="4042510"/>
                <a:chExt cx="237570" cy="218647"/>
              </a:xfrm>
            </p:grpSpPr>
            <p:sp>
              <p:nvSpPr>
                <p:cNvPr id="8141" name="Google Shape;8141;p117"/>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2" name="Google Shape;8142;p117"/>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3" name="Google Shape;8143;p117"/>
                <p:cNvSpPr/>
                <p:nvPr/>
              </p:nvSpPr>
              <p:spPr>
                <a:xfrm>
                  <a:off x="5543704" y="4042990"/>
                  <a:ext cx="99146" cy="81639"/>
                </a:xfrm>
                <a:custGeom>
                  <a:rect b="b" l="l" r="r" t="t"/>
                  <a:pathLst>
                    <a:path extrusionOk="0" fill="none" h="10380" w="12606">
                      <a:moveTo>
                        <a:pt x="1" y="0"/>
                      </a:moveTo>
                      <a:lnTo>
                        <a:pt x="12606" y="1037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4" name="Google Shape;8144;p117"/>
                <p:cNvSpPr/>
                <p:nvPr/>
              </p:nvSpPr>
              <p:spPr>
                <a:xfrm>
                  <a:off x="5501941" y="4140980"/>
                  <a:ext cx="103708" cy="51862"/>
                </a:xfrm>
                <a:custGeom>
                  <a:rect b="b" l="l" r="r" t="t"/>
                  <a:pathLst>
                    <a:path extrusionOk="0" fill="none" h="6594" w="13186">
                      <a:moveTo>
                        <a:pt x="13186" y="6594"/>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5" name="Google Shape;8145;p117"/>
                <p:cNvSpPr/>
                <p:nvPr/>
              </p:nvSpPr>
              <p:spPr>
                <a:xfrm>
                  <a:off x="5495854" y="4211010"/>
                  <a:ext cx="105989" cy="50147"/>
                </a:xfrm>
                <a:custGeom>
                  <a:rect b="b" l="l" r="r" t="t"/>
                  <a:pathLst>
                    <a:path extrusionOk="0" fill="none" h="6376" w="13476">
                      <a:moveTo>
                        <a:pt x="0" y="0"/>
                      </a:moveTo>
                      <a:lnTo>
                        <a:pt x="13476" y="637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6" name="Google Shape;8146;p117"/>
                <p:cNvSpPr/>
                <p:nvPr/>
              </p:nvSpPr>
              <p:spPr>
                <a:xfrm>
                  <a:off x="5405280" y="4134420"/>
                  <a:ext cx="96669" cy="6567"/>
                </a:xfrm>
                <a:custGeom>
                  <a:rect b="b" l="l" r="r" t="t"/>
                  <a:pathLst>
                    <a:path extrusionOk="0" fill="none" h="835" w="12291">
                      <a:moveTo>
                        <a:pt x="12290" y="835"/>
                      </a:moveTo>
                      <a:lnTo>
                        <a:pt x="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47" name="Google Shape;8147;p117"/>
              <p:cNvGrpSpPr/>
              <p:nvPr/>
            </p:nvGrpSpPr>
            <p:grpSpPr>
              <a:xfrm>
                <a:off x="5382826" y="4125549"/>
                <a:ext cx="37776" cy="32380"/>
                <a:chOff x="5382826" y="4125549"/>
                <a:chExt cx="37776" cy="32380"/>
              </a:xfrm>
            </p:grpSpPr>
            <p:sp>
              <p:nvSpPr>
                <p:cNvPr id="8148" name="Google Shape;8148;p117"/>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9" name="Google Shape;8149;p117"/>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50" name="Google Shape;8150;p117"/>
              <p:cNvGrpSpPr/>
              <p:nvPr/>
            </p:nvGrpSpPr>
            <p:grpSpPr>
              <a:xfrm>
                <a:off x="5475680" y="4195587"/>
                <a:ext cx="37783" cy="32364"/>
                <a:chOff x="5475680" y="4195587"/>
                <a:chExt cx="37783" cy="32364"/>
              </a:xfrm>
            </p:grpSpPr>
            <p:sp>
              <p:nvSpPr>
                <p:cNvPr id="8151" name="Google Shape;8151;p117"/>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2" name="Google Shape;8152;p117"/>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53" name="Google Shape;8153;p117"/>
              <p:cNvGrpSpPr/>
              <p:nvPr/>
            </p:nvGrpSpPr>
            <p:grpSpPr>
              <a:xfrm>
                <a:off x="5532575" y="4027197"/>
                <a:ext cx="33308" cy="32262"/>
                <a:chOff x="5532575" y="4027197"/>
                <a:chExt cx="33308" cy="32262"/>
              </a:xfrm>
            </p:grpSpPr>
            <p:sp>
              <p:nvSpPr>
                <p:cNvPr id="8154" name="Google Shape;8154;p117"/>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5" name="Google Shape;8155;p117"/>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56" name="Google Shape;8156;p117"/>
              <p:cNvGrpSpPr/>
              <p:nvPr/>
            </p:nvGrpSpPr>
            <p:grpSpPr>
              <a:xfrm>
                <a:off x="5590706" y="4245348"/>
                <a:ext cx="33497" cy="32270"/>
                <a:chOff x="5590706" y="4245348"/>
                <a:chExt cx="33497" cy="32270"/>
              </a:xfrm>
            </p:grpSpPr>
            <p:sp>
              <p:nvSpPr>
                <p:cNvPr id="8157" name="Google Shape;8157;p117"/>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8" name="Google Shape;8158;p117"/>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59" name="Google Shape;8159;p117"/>
              <p:cNvGrpSpPr/>
              <p:nvPr/>
            </p:nvGrpSpPr>
            <p:grpSpPr>
              <a:xfrm>
                <a:off x="5618681" y="4109677"/>
                <a:ext cx="33112" cy="32357"/>
                <a:chOff x="5618681" y="4109677"/>
                <a:chExt cx="33112" cy="32357"/>
              </a:xfrm>
            </p:grpSpPr>
            <p:sp>
              <p:nvSpPr>
                <p:cNvPr id="8160" name="Google Shape;8160;p117"/>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1" name="Google Shape;8161;p117"/>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62" name="Google Shape;8162;p117"/>
              <p:cNvGrpSpPr/>
              <p:nvPr/>
            </p:nvGrpSpPr>
            <p:grpSpPr>
              <a:xfrm>
                <a:off x="5479298" y="4128262"/>
                <a:ext cx="31405" cy="26906"/>
                <a:chOff x="5479298" y="4128262"/>
                <a:chExt cx="31405" cy="26906"/>
              </a:xfrm>
            </p:grpSpPr>
            <p:sp>
              <p:nvSpPr>
                <p:cNvPr id="8163" name="Google Shape;8163;p117"/>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4" name="Google Shape;8164;p117"/>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65" name="Google Shape;8165;p117"/>
              <p:cNvGrpSpPr/>
              <p:nvPr/>
            </p:nvGrpSpPr>
            <p:grpSpPr>
              <a:xfrm>
                <a:off x="5582903" y="4180116"/>
                <a:ext cx="31499" cy="26898"/>
                <a:chOff x="5582903" y="4180116"/>
                <a:chExt cx="31499" cy="26898"/>
              </a:xfrm>
            </p:grpSpPr>
            <p:sp>
              <p:nvSpPr>
                <p:cNvPr id="8166" name="Google Shape;8166;p117"/>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7" name="Google Shape;8167;p117"/>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168" name="Google Shape;8168;p117"/>
            <p:cNvGrpSpPr/>
            <p:nvPr/>
          </p:nvGrpSpPr>
          <p:grpSpPr>
            <a:xfrm>
              <a:off x="3977681" y="3230323"/>
              <a:ext cx="94584" cy="84084"/>
              <a:chOff x="3977681" y="3230323"/>
              <a:chExt cx="94584" cy="84084"/>
            </a:xfrm>
          </p:grpSpPr>
          <p:grpSp>
            <p:nvGrpSpPr>
              <p:cNvPr id="8169" name="Google Shape;8169;p117"/>
              <p:cNvGrpSpPr/>
              <p:nvPr/>
            </p:nvGrpSpPr>
            <p:grpSpPr>
              <a:xfrm>
                <a:off x="4000135" y="3243041"/>
                <a:ext cx="59570" cy="57186"/>
                <a:chOff x="4000135" y="3243041"/>
                <a:chExt cx="59570" cy="57186"/>
              </a:xfrm>
            </p:grpSpPr>
            <p:sp>
              <p:nvSpPr>
                <p:cNvPr id="8170" name="Google Shape;8170;p117"/>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1" name="Google Shape;8171;p117"/>
                <p:cNvSpPr/>
                <p:nvPr/>
              </p:nvSpPr>
              <p:spPr>
                <a:xfrm>
                  <a:off x="4024210" y="3246847"/>
                  <a:ext cx="15706" cy="53380"/>
                </a:xfrm>
                <a:custGeom>
                  <a:rect b="b" l="l" r="r" t="t"/>
                  <a:pathLst>
                    <a:path extrusionOk="0" fill="none" h="6787" w="1997">
                      <a:moveTo>
                        <a:pt x="0" y="6787"/>
                      </a:moveTo>
                      <a:lnTo>
                        <a:pt x="199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2" name="Google Shape;8172;p117"/>
                <p:cNvSpPr/>
                <p:nvPr/>
              </p:nvSpPr>
              <p:spPr>
                <a:xfrm>
                  <a:off x="4002896" y="3261311"/>
                  <a:ext cx="56809" cy="14086"/>
                </a:xfrm>
                <a:custGeom>
                  <a:rect b="b" l="l" r="r" t="t"/>
                  <a:pathLst>
                    <a:path extrusionOk="0" fill="none" h="1791" w="7223">
                      <a:moveTo>
                        <a:pt x="7222" y="1791"/>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73" name="Google Shape;8173;p117"/>
              <p:cNvGrpSpPr/>
              <p:nvPr/>
            </p:nvGrpSpPr>
            <p:grpSpPr>
              <a:xfrm>
                <a:off x="3977681" y="3245872"/>
                <a:ext cx="37783" cy="32380"/>
                <a:chOff x="3977681" y="3245872"/>
                <a:chExt cx="37783" cy="32380"/>
              </a:xfrm>
            </p:grpSpPr>
            <p:sp>
              <p:nvSpPr>
                <p:cNvPr id="8174" name="Google Shape;8174;p117"/>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5" name="Google Shape;8175;p117"/>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76" name="Google Shape;8176;p117"/>
              <p:cNvGrpSpPr/>
              <p:nvPr/>
            </p:nvGrpSpPr>
            <p:grpSpPr>
              <a:xfrm>
                <a:off x="4040860" y="3262672"/>
                <a:ext cx="31405" cy="27001"/>
                <a:chOff x="4040860" y="3262672"/>
                <a:chExt cx="31405" cy="27001"/>
              </a:xfrm>
            </p:grpSpPr>
            <p:sp>
              <p:nvSpPr>
                <p:cNvPr id="8177" name="Google Shape;8177;p117"/>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8" name="Google Shape;8178;p117"/>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79" name="Google Shape;8179;p117"/>
              <p:cNvGrpSpPr/>
              <p:nvPr/>
            </p:nvGrpSpPr>
            <p:grpSpPr>
              <a:xfrm>
                <a:off x="4021072" y="3230323"/>
                <a:ext cx="31397" cy="26906"/>
                <a:chOff x="4021072" y="3230323"/>
                <a:chExt cx="31397" cy="26906"/>
              </a:xfrm>
            </p:grpSpPr>
            <p:sp>
              <p:nvSpPr>
                <p:cNvPr id="8180" name="Google Shape;8180;p117"/>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1" name="Google Shape;8181;p117"/>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82" name="Google Shape;8182;p117"/>
              <p:cNvGrpSpPr/>
              <p:nvPr/>
            </p:nvGrpSpPr>
            <p:grpSpPr>
              <a:xfrm>
                <a:off x="4001472" y="3287462"/>
                <a:ext cx="31499" cy="26945"/>
                <a:chOff x="4001472" y="3287462"/>
                <a:chExt cx="31499" cy="26945"/>
              </a:xfrm>
            </p:grpSpPr>
            <p:sp>
              <p:nvSpPr>
                <p:cNvPr id="8183" name="Google Shape;8183;p117"/>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4" name="Google Shape;8184;p117"/>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185" name="Google Shape;8185;p117"/>
            <p:cNvGrpSpPr/>
            <p:nvPr/>
          </p:nvGrpSpPr>
          <p:grpSpPr>
            <a:xfrm>
              <a:off x="4084715" y="3258865"/>
              <a:ext cx="184962" cy="137268"/>
              <a:chOff x="4084715" y="3258865"/>
              <a:chExt cx="184962" cy="137268"/>
            </a:xfrm>
          </p:grpSpPr>
          <p:grpSp>
            <p:nvGrpSpPr>
              <p:cNvPr id="8186" name="Google Shape;8186;p117"/>
              <p:cNvGrpSpPr/>
              <p:nvPr/>
            </p:nvGrpSpPr>
            <p:grpSpPr>
              <a:xfrm>
                <a:off x="4107453" y="3271583"/>
                <a:ext cx="153470" cy="110275"/>
                <a:chOff x="4107453" y="3271583"/>
                <a:chExt cx="153470" cy="110275"/>
              </a:xfrm>
            </p:grpSpPr>
            <p:sp>
              <p:nvSpPr>
                <p:cNvPr id="8187" name="Google Shape;8187;p117"/>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8" name="Google Shape;8188;p117"/>
                <p:cNvSpPr/>
                <p:nvPr/>
              </p:nvSpPr>
              <p:spPr>
                <a:xfrm>
                  <a:off x="4155886" y="3271968"/>
                  <a:ext cx="22171" cy="20559"/>
                </a:xfrm>
                <a:custGeom>
                  <a:rect b="b" l="l" r="r" t="t"/>
                  <a:pathLst>
                    <a:path extrusionOk="0" fill="none" h="2614" w="2819">
                      <a:moveTo>
                        <a:pt x="2819" y="2613"/>
                      </a:moveTo>
                      <a:lnTo>
                        <a:pt x="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9" name="Google Shape;8189;p117"/>
                <p:cNvSpPr/>
                <p:nvPr/>
              </p:nvSpPr>
              <p:spPr>
                <a:xfrm>
                  <a:off x="4178049" y="3279196"/>
                  <a:ext cx="42345" cy="13331"/>
                </a:xfrm>
                <a:custGeom>
                  <a:rect b="b" l="l" r="r" t="t"/>
                  <a:pathLst>
                    <a:path extrusionOk="0" fill="none" h="1695" w="5384">
                      <a:moveTo>
                        <a:pt x="1" y="1694"/>
                      </a:moveTo>
                      <a:lnTo>
                        <a:pt x="538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0" name="Google Shape;8190;p117"/>
                <p:cNvSpPr/>
                <p:nvPr/>
              </p:nvSpPr>
              <p:spPr>
                <a:xfrm>
                  <a:off x="4220387" y="3279196"/>
                  <a:ext cx="8" cy="71745"/>
                </a:xfrm>
                <a:custGeom>
                  <a:rect b="b" l="l" r="r" t="t"/>
                  <a:pathLst>
                    <a:path extrusionOk="0" fill="none" h="9122" w="1">
                      <a:moveTo>
                        <a:pt x="1" y="0"/>
                      </a:moveTo>
                      <a:lnTo>
                        <a:pt x="1" y="91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91" name="Google Shape;8191;p117"/>
              <p:cNvGrpSpPr/>
              <p:nvPr/>
            </p:nvGrpSpPr>
            <p:grpSpPr>
              <a:xfrm>
                <a:off x="4136947" y="3258865"/>
                <a:ext cx="31499" cy="27001"/>
                <a:chOff x="4136947" y="3258865"/>
                <a:chExt cx="31499" cy="27001"/>
              </a:xfrm>
            </p:grpSpPr>
            <p:sp>
              <p:nvSpPr>
                <p:cNvPr id="8192" name="Google Shape;8192;p117"/>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3" name="Google Shape;8193;p117"/>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94" name="Google Shape;8194;p117"/>
              <p:cNvGrpSpPr/>
              <p:nvPr/>
            </p:nvGrpSpPr>
            <p:grpSpPr>
              <a:xfrm>
                <a:off x="4084715" y="3266478"/>
                <a:ext cx="31468" cy="26898"/>
                <a:chOff x="4084715" y="3266478"/>
                <a:chExt cx="31468" cy="26898"/>
              </a:xfrm>
            </p:grpSpPr>
            <p:sp>
              <p:nvSpPr>
                <p:cNvPr id="8195" name="Google Shape;8195;p117"/>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6" name="Google Shape;8196;p117"/>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97" name="Google Shape;8197;p117"/>
              <p:cNvGrpSpPr/>
              <p:nvPr/>
            </p:nvGrpSpPr>
            <p:grpSpPr>
              <a:xfrm>
                <a:off x="4159213" y="3279849"/>
                <a:ext cx="31405" cy="26945"/>
                <a:chOff x="4159213" y="3279849"/>
                <a:chExt cx="31405" cy="26945"/>
              </a:xfrm>
            </p:grpSpPr>
            <p:sp>
              <p:nvSpPr>
                <p:cNvPr id="8198" name="Google Shape;8198;p117"/>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9" name="Google Shape;8199;p117"/>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00" name="Google Shape;8200;p117"/>
              <p:cNvGrpSpPr/>
              <p:nvPr/>
            </p:nvGrpSpPr>
            <p:grpSpPr>
              <a:xfrm>
                <a:off x="4201550" y="3266502"/>
                <a:ext cx="31405" cy="26883"/>
                <a:chOff x="4201550" y="3266502"/>
                <a:chExt cx="31405" cy="26883"/>
              </a:xfrm>
            </p:grpSpPr>
            <p:sp>
              <p:nvSpPr>
                <p:cNvPr id="8201" name="Google Shape;8201;p117"/>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2" name="Google Shape;8202;p117"/>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03" name="Google Shape;8203;p117"/>
              <p:cNvGrpSpPr/>
              <p:nvPr/>
            </p:nvGrpSpPr>
            <p:grpSpPr>
              <a:xfrm>
                <a:off x="4201550" y="3338278"/>
                <a:ext cx="31405" cy="26930"/>
                <a:chOff x="4201550" y="3338278"/>
                <a:chExt cx="31405" cy="26930"/>
              </a:xfrm>
            </p:grpSpPr>
            <p:sp>
              <p:nvSpPr>
                <p:cNvPr id="8204" name="Google Shape;8204;p117"/>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5" name="Google Shape;8205;p117"/>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06" name="Google Shape;8206;p117"/>
              <p:cNvGrpSpPr/>
              <p:nvPr/>
            </p:nvGrpSpPr>
            <p:grpSpPr>
              <a:xfrm>
                <a:off x="4238272" y="3369132"/>
                <a:ext cx="31405" cy="27001"/>
                <a:chOff x="4238272" y="3369132"/>
                <a:chExt cx="31405" cy="27001"/>
              </a:xfrm>
            </p:grpSpPr>
            <p:sp>
              <p:nvSpPr>
                <p:cNvPr id="8207" name="Google Shape;8207;p117"/>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8" name="Google Shape;8208;p117"/>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209" name="Google Shape;8209;p117"/>
            <p:cNvGrpSpPr/>
            <p:nvPr/>
          </p:nvGrpSpPr>
          <p:grpSpPr>
            <a:xfrm>
              <a:off x="4068639" y="3200169"/>
              <a:ext cx="77644" cy="37272"/>
              <a:chOff x="4068639" y="3200169"/>
              <a:chExt cx="77644" cy="37272"/>
            </a:xfrm>
          </p:grpSpPr>
          <p:sp>
            <p:nvSpPr>
              <p:cNvPr id="8210" name="Google Shape;8210;p117"/>
              <p:cNvSpPr/>
              <p:nvPr/>
            </p:nvSpPr>
            <p:spPr>
              <a:xfrm>
                <a:off x="4087570" y="3212886"/>
                <a:ext cx="49958" cy="10374"/>
              </a:xfrm>
              <a:custGeom>
                <a:rect b="b" l="l" r="r" t="t"/>
                <a:pathLst>
                  <a:path extrusionOk="0" fill="none" h="1319" w="6352">
                    <a:moveTo>
                      <a:pt x="1" y="1319"/>
                    </a:moveTo>
                    <a:lnTo>
                      <a:pt x="635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211" name="Google Shape;8211;p117"/>
              <p:cNvGrpSpPr/>
              <p:nvPr/>
            </p:nvGrpSpPr>
            <p:grpSpPr>
              <a:xfrm>
                <a:off x="4114878" y="3200169"/>
                <a:ext cx="31405" cy="26993"/>
                <a:chOff x="4114878" y="3200169"/>
                <a:chExt cx="31405" cy="26993"/>
              </a:xfrm>
            </p:grpSpPr>
            <p:sp>
              <p:nvSpPr>
                <p:cNvPr id="8212" name="Google Shape;8212;p117"/>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3" name="Google Shape;8213;p117"/>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14" name="Google Shape;8214;p117"/>
              <p:cNvGrpSpPr/>
              <p:nvPr/>
            </p:nvGrpSpPr>
            <p:grpSpPr>
              <a:xfrm>
                <a:off x="4068639" y="3210535"/>
                <a:ext cx="31499" cy="26906"/>
                <a:chOff x="4068639" y="3210535"/>
                <a:chExt cx="31499" cy="26906"/>
              </a:xfrm>
            </p:grpSpPr>
            <p:sp>
              <p:nvSpPr>
                <p:cNvPr id="8215" name="Google Shape;8215;p117"/>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6" name="Google Shape;8216;p117"/>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217" name="Google Shape;8217;p117"/>
            <p:cNvGrpSpPr/>
            <p:nvPr/>
          </p:nvGrpSpPr>
          <p:grpSpPr>
            <a:xfrm>
              <a:off x="3869702" y="3066935"/>
              <a:ext cx="382663" cy="190294"/>
              <a:chOff x="3869702" y="3066935"/>
              <a:chExt cx="382663" cy="190294"/>
            </a:xfrm>
          </p:grpSpPr>
          <p:grpSp>
            <p:nvGrpSpPr>
              <p:cNvPr id="8218" name="Google Shape;8218;p117"/>
              <p:cNvGrpSpPr/>
              <p:nvPr/>
            </p:nvGrpSpPr>
            <p:grpSpPr>
              <a:xfrm>
                <a:off x="3888633" y="3082351"/>
                <a:ext cx="351173" cy="160698"/>
                <a:chOff x="3888633" y="3082351"/>
                <a:chExt cx="351173" cy="160698"/>
              </a:xfrm>
            </p:grpSpPr>
            <p:sp>
              <p:nvSpPr>
                <p:cNvPr id="8219" name="Google Shape;8219;p117"/>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0" name="Google Shape;8220;p117"/>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1" name="Google Shape;8221;p117"/>
                <p:cNvSpPr/>
                <p:nvPr/>
              </p:nvSpPr>
              <p:spPr>
                <a:xfrm>
                  <a:off x="3960370" y="3203653"/>
                  <a:ext cx="79547" cy="19607"/>
                </a:xfrm>
                <a:custGeom>
                  <a:rect b="b" l="l" r="r" t="t"/>
                  <a:pathLst>
                    <a:path extrusionOk="0" fill="none" h="2493" w="10114">
                      <a:moveTo>
                        <a:pt x="0" y="2493"/>
                      </a:moveTo>
                      <a:lnTo>
                        <a:pt x="10113"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2" name="Google Shape;8222;p117"/>
                <p:cNvSpPr/>
                <p:nvPr/>
              </p:nvSpPr>
              <p:spPr>
                <a:xfrm>
                  <a:off x="4043613" y="3161504"/>
                  <a:ext cx="108474" cy="42156"/>
                </a:xfrm>
                <a:custGeom>
                  <a:rect b="b" l="l" r="r" t="t"/>
                  <a:pathLst>
                    <a:path extrusionOk="0" fill="none" h="5360" w="13792">
                      <a:moveTo>
                        <a:pt x="1" y="5360"/>
                      </a:moveTo>
                      <a:lnTo>
                        <a:pt x="1379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3" name="Google Shape;8223;p117"/>
                <p:cNvSpPr/>
                <p:nvPr/>
              </p:nvSpPr>
              <p:spPr>
                <a:xfrm>
                  <a:off x="4152079" y="3082351"/>
                  <a:ext cx="17224" cy="82968"/>
                </a:xfrm>
                <a:custGeom>
                  <a:rect b="b" l="l" r="r" t="t"/>
                  <a:pathLst>
                    <a:path extrusionOk="0" fill="none" h="10549" w="2190">
                      <a:moveTo>
                        <a:pt x="0" y="10549"/>
                      </a:moveTo>
                      <a:lnTo>
                        <a:pt x="219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4" name="Google Shape;8224;p117"/>
                <p:cNvSpPr/>
                <p:nvPr/>
              </p:nvSpPr>
              <p:spPr>
                <a:xfrm>
                  <a:off x="4169296" y="3082351"/>
                  <a:ext cx="25797" cy="63557"/>
                </a:xfrm>
                <a:custGeom>
                  <a:rect b="b" l="l" r="r" t="t"/>
                  <a:pathLst>
                    <a:path extrusionOk="0" fill="none" h="8081" w="3280">
                      <a:moveTo>
                        <a:pt x="1" y="0"/>
                      </a:moveTo>
                      <a:lnTo>
                        <a:pt x="3279" y="808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25" name="Google Shape;8225;p117"/>
              <p:cNvGrpSpPr/>
              <p:nvPr/>
            </p:nvGrpSpPr>
            <p:grpSpPr>
              <a:xfrm>
                <a:off x="4143703" y="3066935"/>
                <a:ext cx="37783" cy="32357"/>
                <a:chOff x="4143703" y="3066935"/>
                <a:chExt cx="37783" cy="32357"/>
              </a:xfrm>
            </p:grpSpPr>
            <p:sp>
              <p:nvSpPr>
                <p:cNvPr id="8226" name="Google Shape;8226;p117"/>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7" name="Google Shape;8227;p117"/>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28" name="Google Shape;8228;p117"/>
              <p:cNvGrpSpPr/>
              <p:nvPr/>
            </p:nvGrpSpPr>
            <p:grpSpPr>
              <a:xfrm>
                <a:off x="4044565" y="3103563"/>
                <a:ext cx="37783" cy="32451"/>
                <a:chOff x="4044565" y="3103563"/>
                <a:chExt cx="37783" cy="32451"/>
              </a:xfrm>
            </p:grpSpPr>
            <p:sp>
              <p:nvSpPr>
                <p:cNvPr id="8229" name="Google Shape;8229;p117"/>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0" name="Google Shape;8230;p117"/>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31" name="Google Shape;8231;p117"/>
              <p:cNvGrpSpPr/>
              <p:nvPr/>
            </p:nvGrpSpPr>
            <p:grpSpPr>
              <a:xfrm>
                <a:off x="4017454" y="3188237"/>
                <a:ext cx="37776" cy="32357"/>
                <a:chOff x="4017454" y="3188237"/>
                <a:chExt cx="37776" cy="32357"/>
              </a:xfrm>
            </p:grpSpPr>
            <p:sp>
              <p:nvSpPr>
                <p:cNvPr id="8232" name="Google Shape;8232;p117"/>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3" name="Google Shape;8233;p117"/>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34" name="Google Shape;8234;p117"/>
              <p:cNvGrpSpPr/>
              <p:nvPr/>
            </p:nvGrpSpPr>
            <p:grpSpPr>
              <a:xfrm>
                <a:off x="3921548" y="3157509"/>
                <a:ext cx="37783" cy="32357"/>
                <a:chOff x="3921548" y="3157509"/>
                <a:chExt cx="37783" cy="32357"/>
              </a:xfrm>
            </p:grpSpPr>
            <p:sp>
              <p:nvSpPr>
                <p:cNvPr id="8235" name="Google Shape;8235;p117"/>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6" name="Google Shape;8236;p117"/>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37" name="Google Shape;8237;p117"/>
              <p:cNvGrpSpPr/>
              <p:nvPr/>
            </p:nvGrpSpPr>
            <p:grpSpPr>
              <a:xfrm>
                <a:off x="3939056" y="3211620"/>
                <a:ext cx="37783" cy="32380"/>
                <a:chOff x="3939056" y="3211620"/>
                <a:chExt cx="37783" cy="32380"/>
              </a:xfrm>
            </p:grpSpPr>
            <p:sp>
              <p:nvSpPr>
                <p:cNvPr id="8238" name="Google Shape;8238;p117"/>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9" name="Google Shape;8239;p117"/>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0" name="Google Shape;8240;p117"/>
              <p:cNvGrpSpPr/>
              <p:nvPr/>
            </p:nvGrpSpPr>
            <p:grpSpPr>
              <a:xfrm>
                <a:off x="4176240" y="3136965"/>
                <a:ext cx="31405" cy="26930"/>
                <a:chOff x="4176240" y="3136965"/>
                <a:chExt cx="31405" cy="26930"/>
              </a:xfrm>
            </p:grpSpPr>
            <p:sp>
              <p:nvSpPr>
                <p:cNvPr id="8241" name="Google Shape;8241;p117"/>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2" name="Google Shape;8242;p117"/>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3" name="Google Shape;8243;p117"/>
              <p:cNvGrpSpPr/>
              <p:nvPr/>
            </p:nvGrpSpPr>
            <p:grpSpPr>
              <a:xfrm>
                <a:off x="4133148" y="3152593"/>
                <a:ext cx="31499" cy="27001"/>
                <a:chOff x="4133148" y="3152593"/>
                <a:chExt cx="31499" cy="27001"/>
              </a:xfrm>
            </p:grpSpPr>
            <p:sp>
              <p:nvSpPr>
                <p:cNvPr id="8244" name="Google Shape;8244;p117"/>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5" name="Google Shape;8245;p117"/>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6" name="Google Shape;8246;p117"/>
              <p:cNvGrpSpPr/>
              <p:nvPr/>
            </p:nvGrpSpPr>
            <p:grpSpPr>
              <a:xfrm>
                <a:off x="4220866" y="3073534"/>
                <a:ext cx="31499" cy="26898"/>
                <a:chOff x="4220866" y="3073534"/>
                <a:chExt cx="31499" cy="26898"/>
              </a:xfrm>
            </p:grpSpPr>
            <p:sp>
              <p:nvSpPr>
                <p:cNvPr id="8247" name="Google Shape;8247;p117"/>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8" name="Google Shape;8248;p117"/>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9" name="Google Shape;8249;p117"/>
              <p:cNvGrpSpPr/>
              <p:nvPr/>
            </p:nvGrpSpPr>
            <p:grpSpPr>
              <a:xfrm>
                <a:off x="3869702" y="3230323"/>
                <a:ext cx="31499" cy="26906"/>
                <a:chOff x="3869702" y="3230323"/>
                <a:chExt cx="31499" cy="26906"/>
              </a:xfrm>
            </p:grpSpPr>
            <p:sp>
              <p:nvSpPr>
                <p:cNvPr id="8250" name="Google Shape;8250;p117"/>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1" name="Google Shape;8251;p117"/>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252" name="Google Shape;8252;p117"/>
            <p:cNvGrpSpPr/>
            <p:nvPr/>
          </p:nvGrpSpPr>
          <p:grpSpPr>
            <a:xfrm>
              <a:off x="4271383" y="3065882"/>
              <a:ext cx="304557" cy="341663"/>
              <a:chOff x="4271383" y="3065882"/>
              <a:chExt cx="304557" cy="341663"/>
            </a:xfrm>
          </p:grpSpPr>
          <p:grpSp>
            <p:nvGrpSpPr>
              <p:cNvPr id="8253" name="Google Shape;8253;p117"/>
              <p:cNvGrpSpPr/>
              <p:nvPr/>
            </p:nvGrpSpPr>
            <p:grpSpPr>
              <a:xfrm>
                <a:off x="4293838" y="3078639"/>
                <a:ext cx="269353" cy="311973"/>
                <a:chOff x="4293838" y="3078639"/>
                <a:chExt cx="269353" cy="311973"/>
              </a:xfrm>
            </p:grpSpPr>
            <p:sp>
              <p:nvSpPr>
                <p:cNvPr id="8254" name="Google Shape;8254;p117"/>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5" name="Google Shape;8255;p117"/>
                <p:cNvSpPr/>
                <p:nvPr/>
              </p:nvSpPr>
              <p:spPr>
                <a:xfrm>
                  <a:off x="4306965" y="3099473"/>
                  <a:ext cx="62519" cy="69652"/>
                </a:xfrm>
                <a:custGeom>
                  <a:rect b="b" l="l" r="r" t="t"/>
                  <a:pathLst>
                    <a:path extrusionOk="0" fill="none" h="8856" w="7949">
                      <a:moveTo>
                        <a:pt x="1" y="1"/>
                      </a:moveTo>
                      <a:lnTo>
                        <a:pt x="7948" y="885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6" name="Google Shape;8256;p117"/>
                <p:cNvSpPr/>
                <p:nvPr/>
              </p:nvSpPr>
              <p:spPr>
                <a:xfrm>
                  <a:off x="4369476" y="3169118"/>
                  <a:ext cx="26072" cy="98666"/>
                </a:xfrm>
                <a:custGeom>
                  <a:rect b="b" l="l" r="r" t="t"/>
                  <a:pathLst>
                    <a:path extrusionOk="0" fill="none" h="12545" w="3315">
                      <a:moveTo>
                        <a:pt x="0" y="1"/>
                      </a:moveTo>
                      <a:lnTo>
                        <a:pt x="3315" y="1254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7" name="Google Shape;8257;p117"/>
                <p:cNvSpPr/>
                <p:nvPr/>
              </p:nvSpPr>
              <p:spPr>
                <a:xfrm>
                  <a:off x="4399347" y="3078639"/>
                  <a:ext cx="60041" cy="110558"/>
                </a:xfrm>
                <a:custGeom>
                  <a:rect b="b" l="l" r="r" t="t"/>
                  <a:pathLst>
                    <a:path extrusionOk="0" fill="none" h="14057" w="7634">
                      <a:moveTo>
                        <a:pt x="7634" y="14057"/>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8" name="Google Shape;8258;p117"/>
                <p:cNvSpPr/>
                <p:nvPr/>
              </p:nvSpPr>
              <p:spPr>
                <a:xfrm>
                  <a:off x="4373282" y="3169118"/>
                  <a:ext cx="82299" cy="20079"/>
                </a:xfrm>
                <a:custGeom>
                  <a:rect b="b" l="l" r="r" t="t"/>
                  <a:pathLst>
                    <a:path extrusionOk="0" fill="none" h="2553" w="10464">
                      <a:moveTo>
                        <a:pt x="0" y="1"/>
                      </a:moveTo>
                      <a:lnTo>
                        <a:pt x="10464" y="255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9" name="Google Shape;8259;p117"/>
                <p:cNvSpPr/>
                <p:nvPr/>
              </p:nvSpPr>
              <p:spPr>
                <a:xfrm>
                  <a:off x="4369476" y="3078639"/>
                  <a:ext cx="29879" cy="90487"/>
                </a:xfrm>
                <a:custGeom>
                  <a:rect b="b" l="l" r="r" t="t"/>
                  <a:pathLst>
                    <a:path extrusionOk="0" fill="none" h="11505" w="3799">
                      <a:moveTo>
                        <a:pt x="0" y="11505"/>
                      </a:moveTo>
                      <a:lnTo>
                        <a:pt x="379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0" name="Google Shape;8260;p117"/>
                <p:cNvSpPr/>
                <p:nvPr/>
              </p:nvSpPr>
              <p:spPr>
                <a:xfrm>
                  <a:off x="4293932" y="3169118"/>
                  <a:ext cx="75551" cy="41110"/>
                </a:xfrm>
                <a:custGeom>
                  <a:rect b="b" l="l" r="r" t="t"/>
                  <a:pathLst>
                    <a:path extrusionOk="0" fill="none" h="5227" w="9606">
                      <a:moveTo>
                        <a:pt x="1" y="5226"/>
                      </a:moveTo>
                      <a:lnTo>
                        <a:pt x="9605"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1" name="Google Shape;8261;p117"/>
                <p:cNvSpPr/>
                <p:nvPr/>
              </p:nvSpPr>
              <p:spPr>
                <a:xfrm>
                  <a:off x="4350159" y="3267776"/>
                  <a:ext cx="45389" cy="27032"/>
                </a:xfrm>
                <a:custGeom>
                  <a:rect b="b" l="l" r="r" t="t"/>
                  <a:pathLst>
                    <a:path extrusionOk="0" fill="none" h="3437" w="5771">
                      <a:moveTo>
                        <a:pt x="1" y="3436"/>
                      </a:moveTo>
                      <a:lnTo>
                        <a:pt x="577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2" name="Google Shape;8262;p117"/>
                <p:cNvSpPr/>
                <p:nvPr/>
              </p:nvSpPr>
              <p:spPr>
                <a:xfrm>
                  <a:off x="4395540" y="3267776"/>
                  <a:ext cx="38830" cy="76031"/>
                </a:xfrm>
                <a:custGeom>
                  <a:rect b="b" l="l" r="r" t="t"/>
                  <a:pathLst>
                    <a:path extrusionOk="0" fill="none" h="9667" w="4937">
                      <a:moveTo>
                        <a:pt x="1" y="1"/>
                      </a:moveTo>
                      <a:lnTo>
                        <a:pt x="4936" y="96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3" name="Google Shape;8263;p117"/>
                <p:cNvSpPr/>
                <p:nvPr/>
              </p:nvSpPr>
              <p:spPr>
                <a:xfrm>
                  <a:off x="4360439" y="3267776"/>
                  <a:ext cx="35109" cy="121978"/>
                </a:xfrm>
                <a:custGeom>
                  <a:rect b="b" l="l" r="r" t="t"/>
                  <a:pathLst>
                    <a:path extrusionOk="0" fill="none" h="15509" w="4464">
                      <a:moveTo>
                        <a:pt x="0" y="15509"/>
                      </a:moveTo>
                      <a:lnTo>
                        <a:pt x="446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4" name="Google Shape;8264;p117"/>
                <p:cNvSpPr/>
                <p:nvPr/>
              </p:nvSpPr>
              <p:spPr>
                <a:xfrm>
                  <a:off x="4293932" y="3210220"/>
                  <a:ext cx="101616" cy="57564"/>
                </a:xfrm>
                <a:custGeom>
                  <a:rect b="b" l="l" r="r" t="t"/>
                  <a:pathLst>
                    <a:path extrusionOk="0" fill="none" h="7319" w="12920">
                      <a:moveTo>
                        <a:pt x="1" y="0"/>
                      </a:moveTo>
                      <a:lnTo>
                        <a:pt x="12920" y="731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5" name="Google Shape;8265;p117"/>
                <p:cNvSpPr/>
                <p:nvPr/>
              </p:nvSpPr>
              <p:spPr>
                <a:xfrm>
                  <a:off x="4395540" y="3186436"/>
                  <a:ext cx="66420" cy="79735"/>
                </a:xfrm>
                <a:custGeom>
                  <a:rect b="b" l="l" r="r" t="t"/>
                  <a:pathLst>
                    <a:path extrusionOk="0" fill="none" h="10138" w="8445">
                      <a:moveTo>
                        <a:pt x="8444" y="0"/>
                      </a:moveTo>
                      <a:lnTo>
                        <a:pt x="1" y="1013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6" name="Google Shape;8266;p117"/>
                <p:cNvSpPr/>
                <p:nvPr/>
              </p:nvSpPr>
              <p:spPr>
                <a:xfrm>
                  <a:off x="4459380" y="3189669"/>
                  <a:ext cx="41873" cy="123402"/>
                </a:xfrm>
                <a:custGeom>
                  <a:rect b="b" l="l" r="r" t="t"/>
                  <a:pathLst>
                    <a:path extrusionOk="0" fill="none" h="15690" w="5324">
                      <a:moveTo>
                        <a:pt x="1" y="0"/>
                      </a:moveTo>
                      <a:lnTo>
                        <a:pt x="5323" y="1569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7" name="Google Shape;8267;p117"/>
                <p:cNvSpPr/>
                <p:nvPr/>
              </p:nvSpPr>
              <p:spPr>
                <a:xfrm>
                  <a:off x="4395540" y="3267776"/>
                  <a:ext cx="105713" cy="45295"/>
                </a:xfrm>
                <a:custGeom>
                  <a:rect b="b" l="l" r="r" t="t"/>
                  <a:pathLst>
                    <a:path extrusionOk="0" fill="none" h="5759" w="13441">
                      <a:moveTo>
                        <a:pt x="1" y="1"/>
                      </a:moveTo>
                      <a:lnTo>
                        <a:pt x="13440" y="575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8" name="Google Shape;8268;p117"/>
                <p:cNvSpPr/>
                <p:nvPr/>
              </p:nvSpPr>
              <p:spPr>
                <a:xfrm>
                  <a:off x="4501246" y="3223252"/>
                  <a:ext cx="46435" cy="89818"/>
                </a:xfrm>
                <a:custGeom>
                  <a:rect b="b" l="l" r="r" t="t"/>
                  <a:pathLst>
                    <a:path extrusionOk="0" fill="none" h="11420" w="5904">
                      <a:moveTo>
                        <a:pt x="0" y="11420"/>
                      </a:moveTo>
                      <a:lnTo>
                        <a:pt x="590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9" name="Google Shape;8269;p117"/>
                <p:cNvSpPr/>
                <p:nvPr/>
              </p:nvSpPr>
              <p:spPr>
                <a:xfrm>
                  <a:off x="4459671" y="3104231"/>
                  <a:ext cx="58421" cy="84966"/>
                </a:xfrm>
                <a:custGeom>
                  <a:rect b="b" l="l" r="r" t="t"/>
                  <a:pathLst>
                    <a:path extrusionOk="0" fill="none" h="10803" w="7428">
                      <a:moveTo>
                        <a:pt x="0" y="10803"/>
                      </a:moveTo>
                      <a:lnTo>
                        <a:pt x="7428"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0" name="Google Shape;8270;p117"/>
                <p:cNvSpPr/>
                <p:nvPr/>
              </p:nvSpPr>
              <p:spPr>
                <a:xfrm>
                  <a:off x="4459671" y="3189189"/>
                  <a:ext cx="86586" cy="36737"/>
                </a:xfrm>
                <a:custGeom>
                  <a:rect b="b" l="l" r="r" t="t"/>
                  <a:pathLst>
                    <a:path extrusionOk="0" fill="none" h="4671" w="11009">
                      <a:moveTo>
                        <a:pt x="0" y="1"/>
                      </a:moveTo>
                      <a:lnTo>
                        <a:pt x="11008" y="467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1" name="Google Shape;8271;p117"/>
              <p:cNvGrpSpPr/>
              <p:nvPr/>
            </p:nvGrpSpPr>
            <p:grpSpPr>
              <a:xfrm>
                <a:off x="4538164" y="3342061"/>
                <a:ext cx="37776" cy="32380"/>
                <a:chOff x="4538164" y="3342061"/>
                <a:chExt cx="37776" cy="32380"/>
              </a:xfrm>
            </p:grpSpPr>
            <p:sp>
              <p:nvSpPr>
                <p:cNvPr id="8272" name="Google Shape;8272;p117"/>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3" name="Google Shape;8273;p117"/>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4" name="Google Shape;8274;p117"/>
              <p:cNvGrpSpPr/>
              <p:nvPr/>
            </p:nvGrpSpPr>
            <p:grpSpPr>
              <a:xfrm>
                <a:off x="4271383" y="3194742"/>
                <a:ext cx="37783" cy="32420"/>
                <a:chOff x="4271383" y="3194742"/>
                <a:chExt cx="37783" cy="32420"/>
              </a:xfrm>
            </p:grpSpPr>
            <p:sp>
              <p:nvSpPr>
                <p:cNvPr id="8275" name="Google Shape;8275;p117"/>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6" name="Google Shape;8276;p117"/>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7" name="Google Shape;8277;p117"/>
              <p:cNvGrpSpPr/>
              <p:nvPr/>
            </p:nvGrpSpPr>
            <p:grpSpPr>
              <a:xfrm>
                <a:off x="4284416" y="3084058"/>
                <a:ext cx="37783" cy="32357"/>
                <a:chOff x="4284416" y="3084058"/>
                <a:chExt cx="37783" cy="32357"/>
              </a:xfrm>
            </p:grpSpPr>
            <p:sp>
              <p:nvSpPr>
                <p:cNvPr id="8278" name="Google Shape;8278;p117"/>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9" name="Google Shape;8279;p117"/>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0" name="Google Shape;8280;p117"/>
              <p:cNvGrpSpPr/>
              <p:nvPr/>
            </p:nvGrpSpPr>
            <p:grpSpPr>
              <a:xfrm>
                <a:off x="4478697" y="3297561"/>
                <a:ext cx="37776" cy="32451"/>
                <a:chOff x="4478697" y="3297561"/>
                <a:chExt cx="37776" cy="32451"/>
              </a:xfrm>
            </p:grpSpPr>
            <p:sp>
              <p:nvSpPr>
                <p:cNvPr id="8281" name="Google Shape;8281;p117"/>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2" name="Google Shape;8282;p117"/>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3" name="Google Shape;8283;p117"/>
              <p:cNvGrpSpPr/>
              <p:nvPr/>
            </p:nvGrpSpPr>
            <p:grpSpPr>
              <a:xfrm>
                <a:off x="4411813" y="3331711"/>
                <a:ext cx="37776" cy="32451"/>
                <a:chOff x="4411813" y="3331711"/>
                <a:chExt cx="37776" cy="32451"/>
              </a:xfrm>
            </p:grpSpPr>
            <p:sp>
              <p:nvSpPr>
                <p:cNvPr id="8284" name="Google Shape;8284;p117"/>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5" name="Google Shape;8285;p117"/>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6" name="Google Shape;8286;p117"/>
              <p:cNvGrpSpPr/>
              <p:nvPr/>
            </p:nvGrpSpPr>
            <p:grpSpPr>
              <a:xfrm>
                <a:off x="4337984" y="3375188"/>
                <a:ext cx="37776" cy="32357"/>
                <a:chOff x="4337984" y="3375188"/>
                <a:chExt cx="37776" cy="32357"/>
              </a:xfrm>
            </p:grpSpPr>
            <p:sp>
              <p:nvSpPr>
                <p:cNvPr id="8287" name="Google Shape;8287;p117"/>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8" name="Google Shape;8288;p117"/>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9" name="Google Shape;8289;p117"/>
              <p:cNvGrpSpPr/>
              <p:nvPr/>
            </p:nvGrpSpPr>
            <p:grpSpPr>
              <a:xfrm>
                <a:off x="4494867" y="3090530"/>
                <a:ext cx="37878" cy="32451"/>
                <a:chOff x="4494867" y="3090530"/>
                <a:chExt cx="37878" cy="32451"/>
              </a:xfrm>
            </p:grpSpPr>
            <p:sp>
              <p:nvSpPr>
                <p:cNvPr id="8290" name="Google Shape;8290;p117"/>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1" name="Google Shape;8291;p117"/>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92" name="Google Shape;8292;p117"/>
              <p:cNvGrpSpPr/>
              <p:nvPr/>
            </p:nvGrpSpPr>
            <p:grpSpPr>
              <a:xfrm>
                <a:off x="4525124" y="3207774"/>
                <a:ext cx="37783" cy="32420"/>
                <a:chOff x="4525124" y="3207774"/>
                <a:chExt cx="37783" cy="32420"/>
              </a:xfrm>
            </p:grpSpPr>
            <p:sp>
              <p:nvSpPr>
                <p:cNvPr id="8293" name="Google Shape;8293;p117"/>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4" name="Google Shape;8294;p117"/>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95" name="Google Shape;8295;p117"/>
              <p:cNvGrpSpPr/>
              <p:nvPr/>
            </p:nvGrpSpPr>
            <p:grpSpPr>
              <a:xfrm>
                <a:off x="4440544" y="3176479"/>
                <a:ext cx="31499" cy="26898"/>
                <a:chOff x="4440544" y="3176479"/>
                <a:chExt cx="31499" cy="26898"/>
              </a:xfrm>
            </p:grpSpPr>
            <p:sp>
              <p:nvSpPr>
                <p:cNvPr id="8296" name="Google Shape;8296;p117"/>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7" name="Google Shape;8297;p117"/>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98" name="Google Shape;8298;p117"/>
              <p:cNvGrpSpPr/>
              <p:nvPr/>
            </p:nvGrpSpPr>
            <p:grpSpPr>
              <a:xfrm>
                <a:off x="4350545" y="3156400"/>
                <a:ext cx="31405" cy="27001"/>
                <a:chOff x="4350545" y="3156400"/>
                <a:chExt cx="31405" cy="27001"/>
              </a:xfrm>
            </p:grpSpPr>
            <p:sp>
              <p:nvSpPr>
                <p:cNvPr id="8299" name="Google Shape;8299;p117"/>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0" name="Google Shape;8300;p117"/>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01" name="Google Shape;8301;p117"/>
              <p:cNvGrpSpPr/>
              <p:nvPr/>
            </p:nvGrpSpPr>
            <p:grpSpPr>
              <a:xfrm>
                <a:off x="4376703" y="3255058"/>
                <a:ext cx="31405" cy="27001"/>
                <a:chOff x="4376703" y="3255058"/>
                <a:chExt cx="31405" cy="27001"/>
              </a:xfrm>
            </p:grpSpPr>
            <p:sp>
              <p:nvSpPr>
                <p:cNvPr id="8302" name="Google Shape;8302;p117"/>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3" name="Google Shape;8303;p117"/>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04" name="Google Shape;8304;p117"/>
              <p:cNvGrpSpPr/>
              <p:nvPr/>
            </p:nvGrpSpPr>
            <p:grpSpPr>
              <a:xfrm>
                <a:off x="4331322" y="3283656"/>
                <a:ext cx="31405" cy="26945"/>
                <a:chOff x="4331322" y="3283656"/>
                <a:chExt cx="31405" cy="26945"/>
              </a:xfrm>
            </p:grpSpPr>
            <p:sp>
              <p:nvSpPr>
                <p:cNvPr id="8305" name="Google Shape;8305;p117"/>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6" name="Google Shape;8306;p117"/>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07" name="Google Shape;8307;p117"/>
              <p:cNvGrpSpPr/>
              <p:nvPr/>
            </p:nvGrpSpPr>
            <p:grpSpPr>
              <a:xfrm>
                <a:off x="4380510" y="3065882"/>
                <a:ext cx="31405" cy="26938"/>
                <a:chOff x="4380510" y="3065882"/>
                <a:chExt cx="31405" cy="26938"/>
              </a:xfrm>
            </p:grpSpPr>
            <p:sp>
              <p:nvSpPr>
                <p:cNvPr id="8308" name="Google Shape;8308;p117"/>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9" name="Google Shape;8309;p117"/>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310" name="Google Shape;8310;p117"/>
            <p:cNvGrpSpPr/>
            <p:nvPr/>
          </p:nvGrpSpPr>
          <p:grpSpPr>
            <a:xfrm>
              <a:off x="4558998" y="3188237"/>
              <a:ext cx="1280131" cy="1052747"/>
              <a:chOff x="4558998" y="3188237"/>
              <a:chExt cx="1280131" cy="1052747"/>
            </a:xfrm>
          </p:grpSpPr>
          <p:sp>
            <p:nvSpPr>
              <p:cNvPr id="8311" name="Google Shape;8311;p117"/>
              <p:cNvSpPr/>
              <p:nvPr/>
            </p:nvSpPr>
            <p:spPr>
              <a:xfrm>
                <a:off x="4916156" y="3750813"/>
                <a:ext cx="8" cy="8"/>
              </a:xfrm>
              <a:custGeom>
                <a:rect b="b" l="l" r="r" t="t"/>
                <a:pathLst>
                  <a:path extrusionOk="0" fill="none" h="1" w="1">
                    <a:moveTo>
                      <a:pt x="0" y="0"/>
                    </a:move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12" name="Google Shape;8312;p117"/>
              <p:cNvGrpSpPr/>
              <p:nvPr/>
            </p:nvGrpSpPr>
            <p:grpSpPr>
              <a:xfrm>
                <a:off x="4579164" y="3203653"/>
                <a:ext cx="1244833" cy="1020397"/>
                <a:chOff x="4579164" y="3203653"/>
                <a:chExt cx="1244833" cy="1020397"/>
              </a:xfrm>
            </p:grpSpPr>
            <p:sp>
              <p:nvSpPr>
                <p:cNvPr id="8313" name="Google Shape;8313;p117"/>
                <p:cNvSpPr/>
                <p:nvPr/>
              </p:nvSpPr>
              <p:spPr>
                <a:xfrm>
                  <a:off x="5490144" y="3482892"/>
                  <a:ext cx="58995" cy="4955"/>
                </a:xfrm>
                <a:custGeom>
                  <a:rect b="b" l="l" r="r" t="t"/>
                  <a:pathLst>
                    <a:path extrusionOk="0" fill="none" h="630" w="7501">
                      <a:moveTo>
                        <a:pt x="0" y="630"/>
                      </a:moveTo>
                      <a:lnTo>
                        <a:pt x="750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4" name="Google Shape;8314;p117"/>
                <p:cNvSpPr/>
                <p:nvPr/>
              </p:nvSpPr>
              <p:spPr>
                <a:xfrm>
                  <a:off x="5490616" y="3482892"/>
                  <a:ext cx="66137" cy="77360"/>
                </a:xfrm>
                <a:custGeom>
                  <a:rect b="b" l="l" r="r" t="t"/>
                  <a:pathLst>
                    <a:path extrusionOk="0" fill="none" h="9836" w="8409">
                      <a:moveTo>
                        <a:pt x="1" y="1"/>
                      </a:moveTo>
                      <a:lnTo>
                        <a:pt x="8408" y="983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15" name="Google Shape;8315;p117"/>
                <p:cNvGrpSpPr/>
                <p:nvPr/>
              </p:nvGrpSpPr>
              <p:grpSpPr>
                <a:xfrm>
                  <a:off x="4579164" y="3203653"/>
                  <a:ext cx="1244833" cy="1020397"/>
                  <a:chOff x="4579164" y="3203653"/>
                  <a:chExt cx="1244833" cy="1020397"/>
                </a:xfrm>
              </p:grpSpPr>
              <p:sp>
                <p:nvSpPr>
                  <p:cNvPr id="8316" name="Google Shape;8316;p117"/>
                  <p:cNvSpPr/>
                  <p:nvPr/>
                </p:nvSpPr>
                <p:spPr>
                  <a:xfrm>
                    <a:off x="4787909" y="3833395"/>
                    <a:ext cx="69267" cy="22266"/>
                  </a:xfrm>
                  <a:custGeom>
                    <a:rect b="b" l="l" r="r" t="t"/>
                    <a:pathLst>
                      <a:path extrusionOk="0" fill="none" h="2831" w="8807">
                        <a:moveTo>
                          <a:pt x="8806" y="0"/>
                        </a:moveTo>
                        <a:lnTo>
                          <a:pt x="0" y="283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7" name="Google Shape;8317;p117"/>
                  <p:cNvSpPr/>
                  <p:nvPr/>
                </p:nvSpPr>
                <p:spPr>
                  <a:xfrm>
                    <a:off x="4857263" y="3819695"/>
                    <a:ext cx="69936" cy="14181"/>
                  </a:xfrm>
                  <a:custGeom>
                    <a:rect b="b" l="l" r="r" t="t"/>
                    <a:pathLst>
                      <a:path extrusionOk="0" fill="none" h="1803" w="8892">
                        <a:moveTo>
                          <a:pt x="1" y="1803"/>
                        </a:moveTo>
                        <a:lnTo>
                          <a:pt x="889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18" name="Google Shape;8318;p117"/>
                  <p:cNvGrpSpPr/>
                  <p:nvPr/>
                </p:nvGrpSpPr>
                <p:grpSpPr>
                  <a:xfrm>
                    <a:off x="4579164" y="3203653"/>
                    <a:ext cx="1244833" cy="1020397"/>
                    <a:chOff x="4579164" y="3203653"/>
                    <a:chExt cx="1244833" cy="1020397"/>
                  </a:xfrm>
                </p:grpSpPr>
                <p:sp>
                  <p:nvSpPr>
                    <p:cNvPr id="8319" name="Google Shape;8319;p117"/>
                    <p:cNvSpPr/>
                    <p:nvPr/>
                  </p:nvSpPr>
                  <p:spPr>
                    <a:xfrm>
                      <a:off x="4930329" y="3363965"/>
                      <a:ext cx="23894" cy="102764"/>
                    </a:xfrm>
                    <a:custGeom>
                      <a:rect b="b" l="l" r="r" t="t"/>
                      <a:pathLst>
                        <a:path extrusionOk="0" fill="none" h="13066" w="3038">
                          <a:moveTo>
                            <a:pt x="3037" y="13065"/>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0" name="Google Shape;8320;p117"/>
                    <p:cNvSpPr/>
                    <p:nvPr/>
                  </p:nvSpPr>
                  <p:spPr>
                    <a:xfrm>
                      <a:off x="4849846" y="3385948"/>
                      <a:ext cx="104085" cy="79256"/>
                    </a:xfrm>
                    <a:custGeom>
                      <a:rect b="b" l="l" r="r" t="t"/>
                      <a:pathLst>
                        <a:path extrusionOk="0" fill="none" h="10077" w="13234">
                          <a:moveTo>
                            <a:pt x="0" y="0"/>
                          </a:moveTo>
                          <a:lnTo>
                            <a:pt x="13234" y="1007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1" name="Google Shape;8321;p117"/>
                    <p:cNvSpPr/>
                    <p:nvPr/>
                  </p:nvSpPr>
                  <p:spPr>
                    <a:xfrm>
                      <a:off x="4849650" y="3306598"/>
                      <a:ext cx="45869" cy="79358"/>
                    </a:xfrm>
                    <a:custGeom>
                      <a:rect b="b" l="l" r="r" t="t"/>
                      <a:pathLst>
                        <a:path extrusionOk="0" fill="none" h="10090" w="5832">
                          <a:moveTo>
                            <a:pt x="5831" y="0"/>
                          </a:moveTo>
                          <a:lnTo>
                            <a:pt x="1" y="1008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2" name="Google Shape;8322;p117"/>
                    <p:cNvSpPr/>
                    <p:nvPr/>
                  </p:nvSpPr>
                  <p:spPr>
                    <a:xfrm>
                      <a:off x="4849650" y="3361299"/>
                      <a:ext cx="84305" cy="24657"/>
                    </a:xfrm>
                    <a:custGeom>
                      <a:rect b="b" l="l" r="r" t="t"/>
                      <a:pathLst>
                        <a:path extrusionOk="0" fill="none" h="3135" w="10719">
                          <a:moveTo>
                            <a:pt x="1" y="3134"/>
                          </a:moveTo>
                          <a:lnTo>
                            <a:pt x="1071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3" name="Google Shape;8323;p117"/>
                    <p:cNvSpPr/>
                    <p:nvPr/>
                  </p:nvSpPr>
                  <p:spPr>
                    <a:xfrm>
                      <a:off x="4789616" y="3306598"/>
                      <a:ext cx="19702" cy="54709"/>
                    </a:xfrm>
                    <a:custGeom>
                      <a:rect b="b" l="l" r="r" t="t"/>
                      <a:pathLst>
                        <a:path extrusionOk="0" fill="none" h="6956" w="2505">
                          <a:moveTo>
                            <a:pt x="2505" y="6956"/>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4" name="Google Shape;8324;p117"/>
                    <p:cNvSpPr/>
                    <p:nvPr/>
                  </p:nvSpPr>
                  <p:spPr>
                    <a:xfrm>
                      <a:off x="4738242" y="3357500"/>
                      <a:ext cx="74883" cy="10280"/>
                    </a:xfrm>
                    <a:custGeom>
                      <a:rect b="b" l="l" r="r" t="t"/>
                      <a:pathLst>
                        <a:path extrusionOk="0" fill="none" h="1307" w="9521">
                          <a:moveTo>
                            <a:pt x="1" y="1307"/>
                          </a:moveTo>
                          <a:lnTo>
                            <a:pt x="952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5" name="Google Shape;8325;p117"/>
                    <p:cNvSpPr/>
                    <p:nvPr/>
                  </p:nvSpPr>
                  <p:spPr>
                    <a:xfrm>
                      <a:off x="4710274" y="3357500"/>
                      <a:ext cx="99044" cy="63557"/>
                    </a:xfrm>
                    <a:custGeom>
                      <a:rect b="b" l="l" r="r" t="t"/>
                      <a:pathLst>
                        <a:path extrusionOk="0" fill="none" h="8081" w="12593">
                          <a:moveTo>
                            <a:pt x="0" y="8081"/>
                          </a:moveTo>
                          <a:lnTo>
                            <a:pt x="12593"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6" name="Google Shape;8326;p117"/>
                    <p:cNvSpPr/>
                    <p:nvPr/>
                  </p:nvSpPr>
                  <p:spPr>
                    <a:xfrm>
                      <a:off x="4809310" y="3306598"/>
                      <a:ext cx="87443" cy="50910"/>
                    </a:xfrm>
                    <a:custGeom>
                      <a:rect b="b" l="l" r="r" t="t"/>
                      <a:pathLst>
                        <a:path extrusionOk="0" fill="none" h="6473" w="11118">
                          <a:moveTo>
                            <a:pt x="1" y="6472"/>
                          </a:moveTo>
                          <a:lnTo>
                            <a:pt x="11118"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27" name="Google Shape;8327;p117"/>
                    <p:cNvGrpSpPr/>
                    <p:nvPr/>
                  </p:nvGrpSpPr>
                  <p:grpSpPr>
                    <a:xfrm>
                      <a:off x="4579164" y="3203653"/>
                      <a:ext cx="1244833" cy="1020397"/>
                      <a:chOff x="4579164" y="3203653"/>
                      <a:chExt cx="1244833" cy="1020397"/>
                    </a:xfrm>
                  </p:grpSpPr>
                  <p:sp>
                    <p:nvSpPr>
                      <p:cNvPr id="8328" name="Google Shape;8328;p117"/>
                      <p:cNvSpPr/>
                      <p:nvPr/>
                    </p:nvSpPr>
                    <p:spPr>
                      <a:xfrm>
                        <a:off x="4617986" y="3614284"/>
                        <a:ext cx="53002" cy="21031"/>
                      </a:xfrm>
                      <a:custGeom>
                        <a:rect b="b" l="l" r="r" t="t"/>
                        <a:pathLst>
                          <a:path extrusionOk="0" fill="none" h="2674" w="6739">
                            <a:moveTo>
                              <a:pt x="0" y="0"/>
                            </a:moveTo>
                            <a:lnTo>
                              <a:pt x="6738" y="267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9" name="Google Shape;8329;p117"/>
                      <p:cNvSpPr/>
                      <p:nvPr/>
                    </p:nvSpPr>
                    <p:spPr>
                      <a:xfrm>
                        <a:off x="4624545" y="3589069"/>
                        <a:ext cx="43682" cy="63180"/>
                      </a:xfrm>
                      <a:custGeom>
                        <a:rect b="b" l="l" r="r" t="t"/>
                        <a:pathLst>
                          <a:path extrusionOk="0" fill="none" h="8033" w="5554">
                            <a:moveTo>
                              <a:pt x="1" y="8033"/>
                            </a:moveTo>
                            <a:lnTo>
                              <a:pt x="5553"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0" name="Google Shape;8330;p117"/>
                      <p:cNvSpPr/>
                      <p:nvPr/>
                    </p:nvSpPr>
                    <p:spPr>
                      <a:xfrm>
                        <a:off x="4668220" y="3517907"/>
                        <a:ext cx="112178" cy="71170"/>
                      </a:xfrm>
                      <a:custGeom>
                        <a:rect b="b" l="l" r="r" t="t"/>
                        <a:pathLst>
                          <a:path extrusionOk="0" fill="none" h="9049" w="14263">
                            <a:moveTo>
                              <a:pt x="0" y="9049"/>
                            </a:moveTo>
                            <a:lnTo>
                              <a:pt x="1426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1" name="Google Shape;8331;p117"/>
                      <p:cNvSpPr/>
                      <p:nvPr/>
                    </p:nvSpPr>
                    <p:spPr>
                      <a:xfrm>
                        <a:off x="4706562" y="3516766"/>
                        <a:ext cx="77455" cy="79924"/>
                      </a:xfrm>
                      <a:custGeom>
                        <a:rect b="b" l="l" r="r" t="t"/>
                        <a:pathLst>
                          <a:path extrusionOk="0" fill="none" h="10162" w="9848">
                            <a:moveTo>
                              <a:pt x="0" y="10161"/>
                            </a:moveTo>
                            <a:lnTo>
                              <a:pt x="984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2" name="Google Shape;8332;p117"/>
                      <p:cNvSpPr/>
                      <p:nvPr/>
                    </p:nvSpPr>
                    <p:spPr>
                      <a:xfrm>
                        <a:off x="4763646" y="3516766"/>
                        <a:ext cx="20370" cy="52806"/>
                      </a:xfrm>
                      <a:custGeom>
                        <a:rect b="b" l="l" r="r" t="t"/>
                        <a:pathLst>
                          <a:path extrusionOk="0" fill="none" h="6714" w="2590">
                            <a:moveTo>
                              <a:pt x="0" y="6714"/>
                            </a:moveTo>
                            <a:lnTo>
                              <a:pt x="258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3" name="Google Shape;8333;p117"/>
                      <p:cNvSpPr/>
                      <p:nvPr/>
                    </p:nvSpPr>
                    <p:spPr>
                      <a:xfrm>
                        <a:off x="4783151" y="3520565"/>
                        <a:ext cx="45861" cy="97432"/>
                      </a:xfrm>
                      <a:custGeom>
                        <a:rect b="b" l="l" r="r" t="t"/>
                        <a:pathLst>
                          <a:path extrusionOk="0" fill="none" h="12388" w="5831">
                            <a:moveTo>
                              <a:pt x="5831" y="12388"/>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4" name="Google Shape;8334;p117"/>
                      <p:cNvSpPr/>
                      <p:nvPr/>
                    </p:nvSpPr>
                    <p:spPr>
                      <a:xfrm>
                        <a:off x="4738242" y="3483175"/>
                        <a:ext cx="44917" cy="37398"/>
                      </a:xfrm>
                      <a:custGeom>
                        <a:rect b="b" l="l" r="r" t="t"/>
                        <a:pathLst>
                          <a:path extrusionOk="0" fill="none" h="4755" w="5711">
                            <a:moveTo>
                              <a:pt x="1" y="1"/>
                            </a:moveTo>
                            <a:lnTo>
                              <a:pt x="5710" y="475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5" name="Google Shape;8335;p117"/>
                      <p:cNvSpPr/>
                      <p:nvPr/>
                    </p:nvSpPr>
                    <p:spPr>
                      <a:xfrm>
                        <a:off x="4704941" y="3501823"/>
                        <a:ext cx="78217" cy="18750"/>
                      </a:xfrm>
                      <a:custGeom>
                        <a:rect b="b" l="l" r="r" t="t"/>
                        <a:pathLst>
                          <a:path extrusionOk="0" fill="none" h="2384" w="9945">
                            <a:moveTo>
                              <a:pt x="1" y="1"/>
                            </a:moveTo>
                            <a:lnTo>
                              <a:pt x="9944" y="238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6" name="Google Shape;8336;p117"/>
                      <p:cNvSpPr/>
                      <p:nvPr/>
                    </p:nvSpPr>
                    <p:spPr>
                      <a:xfrm>
                        <a:off x="4668220" y="3520565"/>
                        <a:ext cx="115796" cy="19324"/>
                      </a:xfrm>
                      <a:custGeom>
                        <a:rect b="b" l="l" r="r" t="t"/>
                        <a:pathLst>
                          <a:path extrusionOk="0" fill="none" h="2457" w="14723">
                            <a:moveTo>
                              <a:pt x="0" y="2457"/>
                            </a:moveTo>
                            <a:lnTo>
                              <a:pt x="14722"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7" name="Google Shape;8337;p117"/>
                      <p:cNvSpPr/>
                      <p:nvPr/>
                    </p:nvSpPr>
                    <p:spPr>
                      <a:xfrm>
                        <a:off x="4813117" y="3462915"/>
                        <a:ext cx="40347" cy="51193"/>
                      </a:xfrm>
                      <a:custGeom>
                        <a:rect b="b" l="l" r="r" t="t"/>
                        <a:pathLst>
                          <a:path extrusionOk="0" fill="none" h="6509" w="5130">
                            <a:moveTo>
                              <a:pt x="5130" y="6508"/>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8" name="Google Shape;8338;p117"/>
                      <p:cNvSpPr/>
                      <p:nvPr/>
                    </p:nvSpPr>
                    <p:spPr>
                      <a:xfrm>
                        <a:off x="4787807" y="3462915"/>
                        <a:ext cx="25317" cy="55000"/>
                      </a:xfrm>
                      <a:custGeom>
                        <a:rect b="b" l="l" r="r" t="t"/>
                        <a:pathLst>
                          <a:path extrusionOk="0" fill="none" h="6993" w="3219">
                            <a:moveTo>
                              <a:pt x="1" y="6992"/>
                            </a:moveTo>
                            <a:lnTo>
                              <a:pt x="321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9" name="Google Shape;8339;p117"/>
                      <p:cNvSpPr/>
                      <p:nvPr/>
                    </p:nvSpPr>
                    <p:spPr>
                      <a:xfrm>
                        <a:off x="4781342" y="3514100"/>
                        <a:ext cx="72311" cy="6953"/>
                      </a:xfrm>
                      <a:custGeom>
                        <a:rect b="b" l="l" r="r" t="t"/>
                        <a:pathLst>
                          <a:path extrusionOk="0" fill="none" h="884" w="9194">
                            <a:moveTo>
                              <a:pt x="0" y="883"/>
                            </a:moveTo>
                            <a:lnTo>
                              <a:pt x="919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0" name="Google Shape;8340;p117"/>
                      <p:cNvSpPr/>
                      <p:nvPr/>
                    </p:nvSpPr>
                    <p:spPr>
                      <a:xfrm>
                        <a:off x="4853645" y="3514100"/>
                        <a:ext cx="26175" cy="59184"/>
                      </a:xfrm>
                      <a:custGeom>
                        <a:rect b="b" l="l" r="r" t="t"/>
                        <a:pathLst>
                          <a:path extrusionOk="0" fill="none" h="7525" w="3328">
                            <a:moveTo>
                              <a:pt x="1" y="0"/>
                            </a:moveTo>
                            <a:lnTo>
                              <a:pt x="3328" y="752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1" name="Google Shape;8341;p117"/>
                      <p:cNvSpPr/>
                      <p:nvPr/>
                    </p:nvSpPr>
                    <p:spPr>
                      <a:xfrm>
                        <a:off x="4827392" y="3514100"/>
                        <a:ext cx="26261" cy="100381"/>
                      </a:xfrm>
                      <a:custGeom>
                        <a:rect b="b" l="l" r="r" t="t"/>
                        <a:pathLst>
                          <a:path extrusionOk="0" fill="none" h="12763" w="3339">
                            <a:moveTo>
                              <a:pt x="3339" y="0"/>
                            </a:moveTo>
                            <a:lnTo>
                              <a:pt x="0" y="1276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42" name="Google Shape;8342;p117"/>
                      <p:cNvGrpSpPr/>
                      <p:nvPr/>
                    </p:nvGrpSpPr>
                    <p:grpSpPr>
                      <a:xfrm>
                        <a:off x="4579164" y="3203653"/>
                        <a:ext cx="1244833" cy="1020397"/>
                        <a:chOff x="4579164" y="3203653"/>
                        <a:chExt cx="1244833" cy="1020397"/>
                      </a:xfrm>
                    </p:grpSpPr>
                    <p:sp>
                      <p:nvSpPr>
                        <p:cNvPr id="8343" name="Google Shape;8343;p117"/>
                        <p:cNvSpPr/>
                        <p:nvPr/>
                      </p:nvSpPr>
                      <p:spPr>
                        <a:xfrm>
                          <a:off x="4879812" y="3466721"/>
                          <a:ext cx="74411" cy="106563"/>
                        </a:xfrm>
                        <a:custGeom>
                          <a:rect b="b" l="l" r="r" t="t"/>
                          <a:pathLst>
                            <a:path extrusionOk="0" fill="none" h="13549" w="9461">
                              <a:moveTo>
                                <a:pt x="1" y="13549"/>
                              </a:moveTo>
                              <a:lnTo>
                                <a:pt x="946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4" name="Google Shape;8344;p117"/>
                        <p:cNvSpPr/>
                        <p:nvPr/>
                      </p:nvSpPr>
                      <p:spPr>
                        <a:xfrm>
                          <a:off x="4954215" y="3408017"/>
                          <a:ext cx="105989" cy="58712"/>
                        </a:xfrm>
                        <a:custGeom>
                          <a:rect b="b" l="l" r="r" t="t"/>
                          <a:pathLst>
                            <a:path extrusionOk="0" fill="none" h="7465" w="13476">
                              <a:moveTo>
                                <a:pt x="0" y="7464"/>
                              </a:moveTo>
                              <a:lnTo>
                                <a:pt x="13476"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5" name="Google Shape;8345;p117"/>
                        <p:cNvSpPr/>
                        <p:nvPr/>
                      </p:nvSpPr>
                      <p:spPr>
                        <a:xfrm>
                          <a:off x="4953924" y="3465195"/>
                          <a:ext cx="119792" cy="54811"/>
                        </a:xfrm>
                        <a:custGeom>
                          <a:rect b="b" l="l" r="r" t="t"/>
                          <a:pathLst>
                            <a:path extrusionOk="0" fill="none" h="6969" w="15231">
                              <a:moveTo>
                                <a:pt x="1" y="1"/>
                              </a:moveTo>
                              <a:lnTo>
                                <a:pt x="15231" y="696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6" name="Google Shape;8346;p117"/>
                        <p:cNvSpPr/>
                        <p:nvPr/>
                      </p:nvSpPr>
                      <p:spPr>
                        <a:xfrm>
                          <a:off x="5073708" y="3521045"/>
                          <a:ext cx="26938" cy="71839"/>
                        </a:xfrm>
                        <a:custGeom>
                          <a:rect b="b" l="l" r="r" t="t"/>
                          <a:pathLst>
                            <a:path extrusionOk="0" fill="none" h="9134" w="3425">
                              <a:moveTo>
                                <a:pt x="1" y="0"/>
                              </a:moveTo>
                              <a:lnTo>
                                <a:pt x="3424" y="913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7" name="Google Shape;8347;p117"/>
                        <p:cNvSpPr/>
                        <p:nvPr/>
                      </p:nvSpPr>
                      <p:spPr>
                        <a:xfrm>
                          <a:off x="5100637" y="3586309"/>
                          <a:ext cx="26741" cy="81167"/>
                        </a:xfrm>
                        <a:custGeom>
                          <a:rect b="b" l="l" r="r" t="t"/>
                          <a:pathLst>
                            <a:path extrusionOk="0" fill="none" h="10320" w="3400">
                              <a:moveTo>
                                <a:pt x="3399" y="10319"/>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8" name="Google Shape;8348;p117"/>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9" name="Google Shape;8349;p117"/>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0" name="Google Shape;8350;p117"/>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1" name="Google Shape;8351;p117"/>
                        <p:cNvSpPr/>
                        <p:nvPr/>
                      </p:nvSpPr>
                      <p:spPr>
                        <a:xfrm>
                          <a:off x="5100637" y="3507533"/>
                          <a:ext cx="99618" cy="78784"/>
                        </a:xfrm>
                        <a:custGeom>
                          <a:rect b="b" l="l" r="r" t="t"/>
                          <a:pathLst>
                            <a:path extrusionOk="0" fill="none" h="10017" w="12666">
                              <a:moveTo>
                                <a:pt x="0" y="10017"/>
                              </a:moveTo>
                              <a:lnTo>
                                <a:pt x="12665"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2" name="Google Shape;8352;p117"/>
                        <p:cNvSpPr/>
                        <p:nvPr/>
                      </p:nvSpPr>
                      <p:spPr>
                        <a:xfrm>
                          <a:off x="5200248" y="3501068"/>
                          <a:ext cx="156514" cy="6473"/>
                        </a:xfrm>
                        <a:custGeom>
                          <a:rect b="b" l="l" r="r" t="t"/>
                          <a:pathLst>
                            <a:path extrusionOk="0" fill="none" h="823" w="19900">
                              <a:moveTo>
                                <a:pt x="0" y="823"/>
                              </a:moveTo>
                              <a:lnTo>
                                <a:pt x="1990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3" name="Google Shape;8353;p117"/>
                        <p:cNvSpPr/>
                        <p:nvPr/>
                      </p:nvSpPr>
                      <p:spPr>
                        <a:xfrm>
                          <a:off x="5127371" y="3507533"/>
                          <a:ext cx="72885" cy="155853"/>
                        </a:xfrm>
                        <a:custGeom>
                          <a:rect b="b" l="l" r="r" t="t"/>
                          <a:pathLst>
                            <a:path extrusionOk="0" fill="none" h="19816" w="9267">
                              <a:moveTo>
                                <a:pt x="9266" y="1"/>
                              </a:moveTo>
                              <a:lnTo>
                                <a:pt x="0" y="1981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4" name="Google Shape;8354;p117"/>
                        <p:cNvSpPr/>
                        <p:nvPr/>
                      </p:nvSpPr>
                      <p:spPr>
                        <a:xfrm>
                          <a:off x="5352947" y="3384139"/>
                          <a:ext cx="126265" cy="117692"/>
                        </a:xfrm>
                        <a:custGeom>
                          <a:rect b="b" l="l" r="r" t="t"/>
                          <a:pathLst>
                            <a:path extrusionOk="0" fill="none" h="14964" w="16054">
                              <a:moveTo>
                                <a:pt x="1" y="14964"/>
                              </a:moveTo>
                              <a:lnTo>
                                <a:pt x="16053"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5" name="Google Shape;8355;p117"/>
                        <p:cNvSpPr/>
                        <p:nvPr/>
                      </p:nvSpPr>
                      <p:spPr>
                        <a:xfrm>
                          <a:off x="5356753" y="3246375"/>
                          <a:ext cx="61567" cy="254700"/>
                        </a:xfrm>
                        <a:custGeom>
                          <a:rect b="b" l="l" r="r" t="t"/>
                          <a:pathLst>
                            <a:path extrusionOk="0" fill="none" h="32384" w="7828">
                              <a:moveTo>
                                <a:pt x="1" y="32383"/>
                              </a:moveTo>
                              <a:lnTo>
                                <a:pt x="782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6" name="Google Shape;8356;p117"/>
                        <p:cNvSpPr/>
                        <p:nvPr/>
                      </p:nvSpPr>
                      <p:spPr>
                        <a:xfrm>
                          <a:off x="5352947" y="3486698"/>
                          <a:ext cx="141483" cy="10571"/>
                        </a:xfrm>
                        <a:custGeom>
                          <a:rect b="b" l="l" r="r" t="t"/>
                          <a:pathLst>
                            <a:path extrusionOk="0" fill="none" h="1344" w="17989">
                              <a:moveTo>
                                <a:pt x="1" y="1343"/>
                              </a:moveTo>
                              <a:lnTo>
                                <a:pt x="1798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7" name="Google Shape;8357;p117"/>
                        <p:cNvSpPr/>
                        <p:nvPr/>
                      </p:nvSpPr>
                      <p:spPr>
                        <a:xfrm>
                          <a:off x="5353898" y="3501068"/>
                          <a:ext cx="18089" cy="136725"/>
                        </a:xfrm>
                        <a:custGeom>
                          <a:rect b="b" l="l" r="r" t="t"/>
                          <a:pathLst>
                            <a:path extrusionOk="0" fill="none" h="17384" w="2300">
                              <a:moveTo>
                                <a:pt x="1" y="0"/>
                              </a:moveTo>
                              <a:lnTo>
                                <a:pt x="2299" y="1738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8" name="Google Shape;8358;p117"/>
                        <p:cNvSpPr/>
                        <p:nvPr/>
                      </p:nvSpPr>
                      <p:spPr>
                        <a:xfrm>
                          <a:off x="5206721" y="3620749"/>
                          <a:ext cx="102379" cy="98863"/>
                        </a:xfrm>
                        <a:custGeom>
                          <a:rect b="b" l="l" r="r" t="t"/>
                          <a:pathLst>
                            <a:path extrusionOk="0" fill="none" h="12570" w="13017">
                              <a:moveTo>
                                <a:pt x="0" y="1"/>
                              </a:moveTo>
                              <a:lnTo>
                                <a:pt x="13016" y="1256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9" name="Google Shape;8359;p117"/>
                        <p:cNvSpPr/>
                        <p:nvPr/>
                      </p:nvSpPr>
                      <p:spPr>
                        <a:xfrm>
                          <a:off x="5293102" y="3715798"/>
                          <a:ext cx="15997" cy="101238"/>
                        </a:xfrm>
                        <a:custGeom>
                          <a:rect b="b" l="l" r="r" t="t"/>
                          <a:pathLst>
                            <a:path extrusionOk="0" fill="none" h="12872" w="2034">
                              <a:moveTo>
                                <a:pt x="2033" y="0"/>
                              </a:moveTo>
                              <a:lnTo>
                                <a:pt x="1" y="1287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0" name="Google Shape;8360;p117"/>
                        <p:cNvSpPr/>
                        <p:nvPr/>
                      </p:nvSpPr>
                      <p:spPr>
                        <a:xfrm>
                          <a:off x="5127371" y="3659854"/>
                          <a:ext cx="92862" cy="134539"/>
                        </a:xfrm>
                        <a:custGeom>
                          <a:rect b="b" l="l" r="r" t="t"/>
                          <a:pathLst>
                            <a:path extrusionOk="0" fill="none" h="17106" w="11807">
                              <a:moveTo>
                                <a:pt x="11807" y="17105"/>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1" name="Google Shape;8361;p117"/>
                        <p:cNvSpPr/>
                        <p:nvPr/>
                      </p:nvSpPr>
                      <p:spPr>
                        <a:xfrm>
                          <a:off x="5479203" y="3327149"/>
                          <a:ext cx="150615" cy="56998"/>
                        </a:xfrm>
                        <a:custGeom>
                          <a:rect b="b" l="l" r="r" t="t"/>
                          <a:pathLst>
                            <a:path extrusionOk="0" fill="none" h="7247" w="19150">
                              <a:moveTo>
                                <a:pt x="19149" y="0"/>
                              </a:moveTo>
                              <a:lnTo>
                                <a:pt x="0" y="724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2" name="Google Shape;8362;p117"/>
                        <p:cNvSpPr/>
                        <p:nvPr/>
                      </p:nvSpPr>
                      <p:spPr>
                        <a:xfrm>
                          <a:off x="5371980" y="3633790"/>
                          <a:ext cx="59373" cy="4003"/>
                        </a:xfrm>
                        <a:custGeom>
                          <a:rect b="b" l="l" r="r" t="t"/>
                          <a:pathLst>
                            <a:path extrusionOk="0" fill="none" h="509" w="7549">
                              <a:moveTo>
                                <a:pt x="0" y="508"/>
                              </a:moveTo>
                              <a:lnTo>
                                <a:pt x="754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3" name="Google Shape;8363;p117"/>
                        <p:cNvSpPr/>
                        <p:nvPr/>
                      </p:nvSpPr>
                      <p:spPr>
                        <a:xfrm>
                          <a:off x="5352947" y="3497261"/>
                          <a:ext cx="78406" cy="136536"/>
                        </a:xfrm>
                        <a:custGeom>
                          <a:rect b="b" l="l" r="r" t="t"/>
                          <a:pathLst>
                            <a:path extrusionOk="0" fill="none" h="17360" w="9969">
                              <a:moveTo>
                                <a:pt x="9969" y="17359"/>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4" name="Google Shape;8364;p117"/>
                        <p:cNvSpPr/>
                        <p:nvPr/>
                      </p:nvSpPr>
                      <p:spPr>
                        <a:xfrm>
                          <a:off x="4917296" y="3466721"/>
                          <a:ext cx="40733" cy="122356"/>
                        </a:xfrm>
                        <a:custGeom>
                          <a:rect b="b" l="l" r="r" t="t"/>
                          <a:pathLst>
                            <a:path extrusionOk="0" fill="none" h="15557" w="5179">
                              <a:moveTo>
                                <a:pt x="1" y="15557"/>
                              </a:moveTo>
                              <a:lnTo>
                                <a:pt x="5178"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5" name="Google Shape;8365;p117"/>
                        <p:cNvSpPr/>
                        <p:nvPr/>
                      </p:nvSpPr>
                      <p:spPr>
                        <a:xfrm>
                          <a:off x="5060203" y="3408017"/>
                          <a:ext cx="111416" cy="19513"/>
                        </a:xfrm>
                        <a:custGeom>
                          <a:rect b="b" l="l" r="r" t="t"/>
                          <a:pathLst>
                            <a:path extrusionOk="0" fill="none" h="2481" w="14166">
                              <a:moveTo>
                                <a:pt x="0" y="0"/>
                              </a:moveTo>
                              <a:lnTo>
                                <a:pt x="14165" y="248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6" name="Google Shape;8366;p117"/>
                        <p:cNvSpPr/>
                        <p:nvPr/>
                      </p:nvSpPr>
                      <p:spPr>
                        <a:xfrm>
                          <a:off x="5127371" y="3620749"/>
                          <a:ext cx="79358" cy="42636"/>
                        </a:xfrm>
                        <a:custGeom>
                          <a:rect b="b" l="l" r="r" t="t"/>
                          <a:pathLst>
                            <a:path extrusionOk="0" fill="none" h="5421" w="10090">
                              <a:moveTo>
                                <a:pt x="0" y="5420"/>
                              </a:moveTo>
                              <a:lnTo>
                                <a:pt x="1008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67" name="Google Shape;8367;p117"/>
                        <p:cNvGrpSpPr/>
                        <p:nvPr/>
                      </p:nvGrpSpPr>
                      <p:grpSpPr>
                        <a:xfrm>
                          <a:off x="4579164" y="3203653"/>
                          <a:ext cx="1244833" cy="1020397"/>
                          <a:chOff x="4579164" y="3203653"/>
                          <a:chExt cx="1244833" cy="1020397"/>
                        </a:xfrm>
                      </p:grpSpPr>
                      <p:sp>
                        <p:nvSpPr>
                          <p:cNvPr id="8368" name="Google Shape;8368;p117"/>
                          <p:cNvSpPr/>
                          <p:nvPr/>
                        </p:nvSpPr>
                        <p:spPr>
                          <a:xfrm>
                            <a:off x="4949551" y="3708185"/>
                            <a:ext cx="37972" cy="3815"/>
                          </a:xfrm>
                          <a:custGeom>
                            <a:rect b="b" l="l" r="r" t="t"/>
                            <a:pathLst>
                              <a:path extrusionOk="0" fill="none" h="485" w="4828">
                                <a:moveTo>
                                  <a:pt x="0" y="1"/>
                                </a:moveTo>
                                <a:lnTo>
                                  <a:pt x="4827" y="48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69" name="Google Shape;8369;p117"/>
                          <p:cNvGrpSpPr/>
                          <p:nvPr/>
                        </p:nvGrpSpPr>
                        <p:grpSpPr>
                          <a:xfrm>
                            <a:off x="4579164" y="3203653"/>
                            <a:ext cx="1244833" cy="1020397"/>
                            <a:chOff x="4579164" y="3203653"/>
                            <a:chExt cx="1244833" cy="1020397"/>
                          </a:xfrm>
                        </p:grpSpPr>
                        <p:sp>
                          <p:nvSpPr>
                            <p:cNvPr id="8370" name="Google Shape;8370;p117"/>
                            <p:cNvSpPr/>
                            <p:nvPr/>
                          </p:nvSpPr>
                          <p:spPr>
                            <a:xfrm>
                              <a:off x="4953357" y="3586309"/>
                              <a:ext cx="147288" cy="121884"/>
                            </a:xfrm>
                            <a:custGeom>
                              <a:rect b="b" l="l" r="r" t="t"/>
                              <a:pathLst>
                                <a:path extrusionOk="0" fill="none" h="15497" w="18727">
                                  <a:moveTo>
                                    <a:pt x="18726" y="1"/>
                                  </a:moveTo>
                                  <a:lnTo>
                                    <a:pt x="0" y="1549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1" name="Google Shape;8371;p117"/>
                            <p:cNvSpPr/>
                            <p:nvPr/>
                          </p:nvSpPr>
                          <p:spPr>
                            <a:xfrm>
                              <a:off x="4987515" y="3592876"/>
                              <a:ext cx="113130" cy="119123"/>
                            </a:xfrm>
                            <a:custGeom>
                              <a:rect b="b" l="l" r="r" t="t"/>
                              <a:pathLst>
                                <a:path extrusionOk="0" fill="none" h="15146" w="14384">
                                  <a:moveTo>
                                    <a:pt x="0" y="15146"/>
                                  </a:moveTo>
                                  <a:lnTo>
                                    <a:pt x="14383"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2" name="Google Shape;8372;p117"/>
                            <p:cNvSpPr/>
                            <p:nvPr/>
                          </p:nvSpPr>
                          <p:spPr>
                            <a:xfrm>
                              <a:off x="4913395" y="3708185"/>
                              <a:ext cx="39970" cy="45389"/>
                            </a:xfrm>
                            <a:custGeom>
                              <a:rect b="b" l="l" r="r" t="t"/>
                              <a:pathLst>
                                <a:path extrusionOk="0" fill="none" h="5771" w="5082">
                                  <a:moveTo>
                                    <a:pt x="1" y="5771"/>
                                  </a:moveTo>
                                  <a:lnTo>
                                    <a:pt x="508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3" name="Google Shape;8373;p117"/>
                            <p:cNvSpPr/>
                            <p:nvPr/>
                          </p:nvSpPr>
                          <p:spPr>
                            <a:xfrm>
                              <a:off x="4888943" y="3704378"/>
                              <a:ext cx="60616" cy="26080"/>
                            </a:xfrm>
                            <a:custGeom>
                              <a:rect b="b" l="l" r="r" t="t"/>
                              <a:pathLst>
                                <a:path extrusionOk="0" fill="none" h="3316" w="7707">
                                  <a:moveTo>
                                    <a:pt x="1" y="3315"/>
                                  </a:moveTo>
                                  <a:lnTo>
                                    <a:pt x="770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4" name="Google Shape;8374;p117"/>
                            <p:cNvSpPr/>
                            <p:nvPr/>
                          </p:nvSpPr>
                          <p:spPr>
                            <a:xfrm>
                              <a:off x="4917296" y="3589069"/>
                              <a:ext cx="32262" cy="119123"/>
                            </a:xfrm>
                            <a:custGeom>
                              <a:rect b="b" l="l" r="r" t="t"/>
                              <a:pathLst>
                                <a:path extrusionOk="0" fill="none" h="15146" w="4102">
                                  <a:moveTo>
                                    <a:pt x="1" y="1"/>
                                  </a:moveTo>
                                  <a:lnTo>
                                    <a:pt x="4101" y="1514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5" name="Google Shape;8375;p117"/>
                            <p:cNvSpPr/>
                            <p:nvPr/>
                          </p:nvSpPr>
                          <p:spPr>
                            <a:xfrm>
                              <a:off x="4949551" y="3708185"/>
                              <a:ext cx="22840" cy="72885"/>
                            </a:xfrm>
                            <a:custGeom>
                              <a:rect b="b" l="l" r="r" t="t"/>
                              <a:pathLst>
                                <a:path extrusionOk="0" fill="none" h="9267" w="2904">
                                  <a:moveTo>
                                    <a:pt x="0" y="1"/>
                                  </a:moveTo>
                                  <a:lnTo>
                                    <a:pt x="2904" y="926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6" name="Google Shape;8376;p117"/>
                            <p:cNvSpPr/>
                            <p:nvPr/>
                          </p:nvSpPr>
                          <p:spPr>
                            <a:xfrm>
                              <a:off x="4912066" y="3752237"/>
                              <a:ext cx="60325" cy="28833"/>
                            </a:xfrm>
                            <a:custGeom>
                              <a:rect b="b" l="l" r="r" t="t"/>
                              <a:pathLst>
                                <a:path extrusionOk="0" fill="none" h="3666" w="7670">
                                  <a:moveTo>
                                    <a:pt x="0" y="1"/>
                                  </a:moveTo>
                                  <a:lnTo>
                                    <a:pt x="7670" y="36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77" name="Google Shape;8377;p117"/>
                            <p:cNvGrpSpPr/>
                            <p:nvPr/>
                          </p:nvGrpSpPr>
                          <p:grpSpPr>
                            <a:xfrm>
                              <a:off x="4579164" y="3203653"/>
                              <a:ext cx="1244833" cy="1020397"/>
                              <a:chOff x="4579164" y="3203653"/>
                              <a:chExt cx="1244833" cy="1020397"/>
                            </a:xfrm>
                          </p:grpSpPr>
                          <p:sp>
                            <p:nvSpPr>
                              <p:cNvPr id="8378" name="Google Shape;8378;p117"/>
                              <p:cNvSpPr/>
                              <p:nvPr/>
                            </p:nvSpPr>
                            <p:spPr>
                              <a:xfrm>
                                <a:off x="4590301" y="3738347"/>
                                <a:ext cx="92956" cy="91722"/>
                              </a:xfrm>
                              <a:custGeom>
                                <a:rect b="b" l="l" r="r" t="t"/>
                                <a:pathLst>
                                  <a:path extrusionOk="0" fill="none" h="11662" w="11819">
                                    <a:moveTo>
                                      <a:pt x="0" y="0"/>
                                    </a:moveTo>
                                    <a:lnTo>
                                      <a:pt x="11819" y="1166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9" name="Google Shape;8379;p117"/>
                              <p:cNvSpPr/>
                              <p:nvPr/>
                            </p:nvSpPr>
                            <p:spPr>
                              <a:xfrm>
                                <a:off x="4683250" y="3652241"/>
                                <a:ext cx="33591" cy="177828"/>
                              </a:xfrm>
                              <a:custGeom>
                                <a:rect b="b" l="l" r="r" t="t"/>
                                <a:pathLst>
                                  <a:path extrusionOk="0" fill="none" h="22610" w="4271">
                                    <a:moveTo>
                                      <a:pt x="1" y="22610"/>
                                    </a:moveTo>
                                    <a:lnTo>
                                      <a:pt x="427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0" name="Google Shape;8380;p117"/>
                              <p:cNvSpPr/>
                              <p:nvPr/>
                            </p:nvSpPr>
                            <p:spPr>
                              <a:xfrm>
                                <a:off x="4716833" y="3652241"/>
                                <a:ext cx="70982" cy="207707"/>
                              </a:xfrm>
                              <a:custGeom>
                                <a:rect b="b" l="l" r="r" t="t"/>
                                <a:pathLst>
                                  <a:path extrusionOk="0" fill="none" h="26409" w="9025">
                                    <a:moveTo>
                                      <a:pt x="1" y="1"/>
                                    </a:moveTo>
                                    <a:lnTo>
                                      <a:pt x="9025" y="2640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1" name="Google Shape;8381;p117"/>
                              <p:cNvSpPr/>
                              <p:nvPr/>
                            </p:nvSpPr>
                            <p:spPr>
                              <a:xfrm>
                                <a:off x="4813117" y="3694578"/>
                                <a:ext cx="44154" cy="139297"/>
                              </a:xfrm>
                              <a:custGeom>
                                <a:rect b="b" l="l" r="r" t="t"/>
                                <a:pathLst>
                                  <a:path extrusionOk="0" fill="none" h="17711" w="5614">
                                    <a:moveTo>
                                      <a:pt x="5614" y="17711"/>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2" name="Google Shape;8382;p117"/>
                              <p:cNvSpPr/>
                              <p:nvPr/>
                            </p:nvSpPr>
                            <p:spPr>
                              <a:xfrm>
                                <a:off x="4787807" y="3694578"/>
                                <a:ext cx="25317" cy="165369"/>
                              </a:xfrm>
                              <a:custGeom>
                                <a:rect b="b" l="l" r="r" t="t"/>
                                <a:pathLst>
                                  <a:path extrusionOk="0" fill="none" h="21026" w="3219">
                                    <a:moveTo>
                                      <a:pt x="3219" y="1"/>
                                    </a:moveTo>
                                    <a:lnTo>
                                      <a:pt x="1" y="2102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3" name="Google Shape;8383;p117"/>
                              <p:cNvSpPr/>
                              <p:nvPr/>
                            </p:nvSpPr>
                            <p:spPr>
                              <a:xfrm>
                                <a:off x="4683250" y="3830061"/>
                                <a:ext cx="106374" cy="25223"/>
                              </a:xfrm>
                              <a:custGeom>
                                <a:rect b="b" l="l" r="r" t="t"/>
                                <a:pathLst>
                                  <a:path extrusionOk="0" fill="none" h="3207" w="13525">
                                    <a:moveTo>
                                      <a:pt x="1" y="1"/>
                                    </a:moveTo>
                                    <a:lnTo>
                                      <a:pt x="13525" y="320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4" name="Google Shape;8384;p117"/>
                              <p:cNvSpPr/>
                              <p:nvPr/>
                            </p:nvSpPr>
                            <p:spPr>
                              <a:xfrm>
                                <a:off x="4670980" y="3830061"/>
                                <a:ext cx="12277" cy="79263"/>
                              </a:xfrm>
                              <a:custGeom>
                                <a:rect b="b" l="l" r="r" t="t"/>
                                <a:pathLst>
                                  <a:path extrusionOk="0" fill="none" h="10078" w="1561">
                                    <a:moveTo>
                                      <a:pt x="1561" y="1"/>
                                    </a:moveTo>
                                    <a:lnTo>
                                      <a:pt x="0" y="1007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5" name="Google Shape;8385;p117"/>
                              <p:cNvSpPr/>
                              <p:nvPr/>
                            </p:nvSpPr>
                            <p:spPr>
                              <a:xfrm>
                                <a:off x="4583828" y="3830061"/>
                                <a:ext cx="99429" cy="34543"/>
                              </a:xfrm>
                              <a:custGeom>
                                <a:rect b="b" l="l" r="r" t="t"/>
                                <a:pathLst>
                                  <a:path extrusionOk="0" fill="none" h="4392" w="12642">
                                    <a:moveTo>
                                      <a:pt x="0" y="4392"/>
                                    </a:moveTo>
                                    <a:lnTo>
                                      <a:pt x="12642"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6" name="Google Shape;8386;p117"/>
                              <p:cNvSpPr/>
                              <p:nvPr/>
                            </p:nvSpPr>
                            <p:spPr>
                              <a:xfrm>
                                <a:off x="4683250" y="3830061"/>
                                <a:ext cx="50336" cy="117983"/>
                              </a:xfrm>
                              <a:custGeom>
                                <a:rect b="b" l="l" r="r" t="t"/>
                                <a:pathLst>
                                  <a:path extrusionOk="0" fill="none" h="15001" w="6400">
                                    <a:moveTo>
                                      <a:pt x="1" y="1"/>
                                    </a:moveTo>
                                    <a:lnTo>
                                      <a:pt x="6400" y="1500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7" name="Google Shape;8387;p117"/>
                              <p:cNvSpPr/>
                              <p:nvPr/>
                            </p:nvSpPr>
                            <p:spPr>
                              <a:xfrm>
                                <a:off x="4733578" y="3855276"/>
                                <a:ext cx="56046" cy="92768"/>
                              </a:xfrm>
                              <a:custGeom>
                                <a:rect b="b" l="l" r="r" t="t"/>
                                <a:pathLst>
                                  <a:path extrusionOk="0" fill="none" h="11795" w="7126">
                                    <a:moveTo>
                                      <a:pt x="1" y="11795"/>
                                    </a:moveTo>
                                    <a:lnTo>
                                      <a:pt x="7126"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8" name="Google Shape;8388;p117"/>
                              <p:cNvSpPr/>
                              <p:nvPr/>
                            </p:nvSpPr>
                            <p:spPr>
                              <a:xfrm>
                                <a:off x="4888943" y="3730450"/>
                                <a:ext cx="34928" cy="89252"/>
                              </a:xfrm>
                              <a:custGeom>
                                <a:rect b="b" l="l" r="r" t="t"/>
                                <a:pathLst>
                                  <a:path extrusionOk="0" fill="none" h="11348" w="4441">
                                    <a:moveTo>
                                      <a:pt x="4440" y="11347"/>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9" name="Google Shape;8389;p117"/>
                              <p:cNvSpPr/>
                              <p:nvPr/>
                            </p:nvSpPr>
                            <p:spPr>
                              <a:xfrm>
                                <a:off x="4590301" y="3667468"/>
                                <a:ext cx="49762" cy="70887"/>
                              </a:xfrm>
                              <a:custGeom>
                                <a:rect b="b" l="l" r="r" t="t"/>
                                <a:pathLst>
                                  <a:path extrusionOk="0" fill="none" h="9013" w="6327">
                                    <a:moveTo>
                                      <a:pt x="0" y="9012"/>
                                    </a:moveTo>
                                    <a:lnTo>
                                      <a:pt x="632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0" name="Google Shape;8390;p117"/>
                              <p:cNvSpPr/>
                              <p:nvPr/>
                            </p:nvSpPr>
                            <p:spPr>
                              <a:xfrm>
                                <a:off x="4640338" y="3648536"/>
                                <a:ext cx="80593" cy="20268"/>
                              </a:xfrm>
                              <a:custGeom>
                                <a:rect b="b" l="l" r="r" t="t"/>
                                <a:pathLst>
                                  <a:path extrusionOk="0" fill="none" h="2577" w="10247">
                                    <a:moveTo>
                                      <a:pt x="1" y="2577"/>
                                    </a:moveTo>
                                    <a:lnTo>
                                      <a:pt x="1024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91" name="Google Shape;8391;p117"/>
                              <p:cNvGrpSpPr/>
                              <p:nvPr/>
                            </p:nvGrpSpPr>
                            <p:grpSpPr>
                              <a:xfrm>
                                <a:off x="4579164" y="3203653"/>
                                <a:ext cx="1244833" cy="1020397"/>
                                <a:chOff x="4579164" y="3203653"/>
                                <a:chExt cx="1244833" cy="1020397"/>
                              </a:xfrm>
                            </p:grpSpPr>
                            <p:sp>
                              <p:nvSpPr>
                                <p:cNvPr id="8392" name="Google Shape;8392;p117"/>
                                <p:cNvSpPr/>
                                <p:nvPr/>
                              </p:nvSpPr>
                              <p:spPr>
                                <a:xfrm>
                                  <a:off x="4753083" y="3966015"/>
                                  <a:ext cx="92964" cy="53765"/>
                                </a:xfrm>
                                <a:custGeom>
                                  <a:rect b="b" l="l" r="r" t="t"/>
                                  <a:pathLst>
                                    <a:path extrusionOk="0" fill="none" h="6836" w="11820">
                                      <a:moveTo>
                                        <a:pt x="1" y="6836"/>
                                      </a:moveTo>
                                      <a:lnTo>
                                        <a:pt x="1181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3" name="Google Shape;8393;p117"/>
                                <p:cNvSpPr/>
                                <p:nvPr/>
                              </p:nvSpPr>
                              <p:spPr>
                                <a:xfrm>
                                  <a:off x="4846040" y="3952794"/>
                                  <a:ext cx="103519" cy="13135"/>
                                </a:xfrm>
                                <a:custGeom>
                                  <a:rect b="b" l="l" r="r" t="t"/>
                                  <a:pathLst>
                                    <a:path extrusionOk="0" fill="none" h="1670" w="13162">
                                      <a:moveTo>
                                        <a:pt x="13161" y="0"/>
                                      </a:moveTo>
                                      <a:lnTo>
                                        <a:pt x="0" y="167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4" name="Google Shape;8394;p117"/>
                                <p:cNvSpPr/>
                                <p:nvPr/>
                              </p:nvSpPr>
                              <p:spPr>
                                <a:xfrm>
                                  <a:off x="4846040" y="3962216"/>
                                  <a:ext cx="64800" cy="128066"/>
                                </a:xfrm>
                                <a:custGeom>
                                  <a:rect b="b" l="l" r="r" t="t"/>
                                  <a:pathLst>
                                    <a:path extrusionOk="0" fill="none" h="16283" w="8239">
                                      <a:moveTo>
                                        <a:pt x="0" y="0"/>
                                      </a:moveTo>
                                      <a:lnTo>
                                        <a:pt x="8238" y="1628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5" name="Google Shape;8395;p117"/>
                                <p:cNvSpPr/>
                                <p:nvPr/>
                              </p:nvSpPr>
                              <p:spPr>
                                <a:xfrm>
                                  <a:off x="4842233" y="3962216"/>
                                  <a:ext cx="3815" cy="164787"/>
                                </a:xfrm>
                                <a:custGeom>
                                  <a:rect b="b" l="l" r="r" t="t"/>
                                  <a:pathLst>
                                    <a:path extrusionOk="0" fill="none" h="20952" w="485">
                                      <a:moveTo>
                                        <a:pt x="0" y="20952"/>
                                      </a:moveTo>
                                      <a:lnTo>
                                        <a:pt x="48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6" name="Google Shape;8396;p117"/>
                                <p:cNvSpPr/>
                                <p:nvPr/>
                              </p:nvSpPr>
                              <p:spPr>
                                <a:xfrm>
                                  <a:off x="4842233" y="4123189"/>
                                  <a:ext cx="37587" cy="53002"/>
                                </a:xfrm>
                                <a:custGeom>
                                  <a:rect b="b" l="l" r="r" t="t"/>
                                  <a:pathLst>
                                    <a:path extrusionOk="0" fill="none" h="6739" w="4779">
                                      <a:moveTo>
                                        <a:pt x="4779" y="6739"/>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7" name="Google Shape;8397;p117"/>
                                <p:cNvSpPr/>
                                <p:nvPr/>
                              </p:nvSpPr>
                              <p:spPr>
                                <a:xfrm>
                                  <a:off x="4770779" y="4118525"/>
                                  <a:ext cx="71461" cy="4672"/>
                                </a:xfrm>
                                <a:custGeom>
                                  <a:rect b="b" l="l" r="r" t="t"/>
                                  <a:pathLst>
                                    <a:path extrusionOk="0" fill="none" h="594" w="9086">
                                      <a:moveTo>
                                        <a:pt x="9085" y="594"/>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8" name="Google Shape;8398;p117"/>
                                <p:cNvSpPr/>
                                <p:nvPr/>
                              </p:nvSpPr>
                              <p:spPr>
                                <a:xfrm>
                                  <a:off x="4842233" y="4090274"/>
                                  <a:ext cx="68606" cy="32923"/>
                                </a:xfrm>
                                <a:custGeom>
                                  <a:rect b="b" l="l" r="r" t="t"/>
                                  <a:pathLst>
                                    <a:path extrusionOk="0" fill="none" h="4186" w="8723">
                                      <a:moveTo>
                                        <a:pt x="0" y="4186"/>
                                      </a:moveTo>
                                      <a:lnTo>
                                        <a:pt x="872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99" name="Google Shape;8399;p117"/>
                                <p:cNvGrpSpPr/>
                                <p:nvPr/>
                              </p:nvGrpSpPr>
                              <p:grpSpPr>
                                <a:xfrm>
                                  <a:off x="4579164" y="3203653"/>
                                  <a:ext cx="1244833" cy="1020397"/>
                                  <a:chOff x="4579164" y="3203653"/>
                                  <a:chExt cx="1244833" cy="1020397"/>
                                </a:xfrm>
                              </p:grpSpPr>
                              <p:sp>
                                <p:nvSpPr>
                                  <p:cNvPr id="8400" name="Google Shape;8400;p117"/>
                                  <p:cNvSpPr/>
                                  <p:nvPr/>
                                </p:nvSpPr>
                                <p:spPr>
                                  <a:xfrm>
                                    <a:off x="4788476" y="3855276"/>
                                    <a:ext cx="57572" cy="110747"/>
                                  </a:xfrm>
                                  <a:custGeom>
                                    <a:rect b="b" l="l" r="r" t="t"/>
                                    <a:pathLst>
                                      <a:path extrusionOk="0" fill="none" h="14081" w="7320">
                                        <a:moveTo>
                                          <a:pt x="7319" y="14081"/>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1" name="Google Shape;8401;p117"/>
                                  <p:cNvSpPr/>
                                  <p:nvPr/>
                                </p:nvSpPr>
                                <p:spPr>
                                  <a:xfrm>
                                    <a:off x="4846040" y="3833867"/>
                                    <a:ext cx="11231" cy="132156"/>
                                  </a:xfrm>
                                  <a:custGeom>
                                    <a:rect b="b" l="l" r="r" t="t"/>
                                    <a:pathLst>
                                      <a:path extrusionOk="0" fill="none" h="16803" w="1428">
                                        <a:moveTo>
                                          <a:pt x="0" y="16803"/>
                                        </a:moveTo>
                                        <a:lnTo>
                                          <a:pt x="1428"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2" name="Google Shape;8402;p117"/>
                                  <p:cNvSpPr/>
                                  <p:nvPr/>
                                </p:nvSpPr>
                                <p:spPr>
                                  <a:xfrm>
                                    <a:off x="4761554" y="3854796"/>
                                    <a:ext cx="26261" cy="164984"/>
                                  </a:xfrm>
                                  <a:custGeom>
                                    <a:rect b="b" l="l" r="r" t="t"/>
                                    <a:pathLst>
                                      <a:path extrusionOk="0" fill="none" h="20977" w="3339">
                                        <a:moveTo>
                                          <a:pt x="0" y="20977"/>
                                        </a:moveTo>
                                        <a:lnTo>
                                          <a:pt x="333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3" name="Google Shape;8403;p117"/>
                                  <p:cNvSpPr/>
                                  <p:nvPr/>
                                </p:nvSpPr>
                                <p:spPr>
                                  <a:xfrm>
                                    <a:off x="4846991" y="3818263"/>
                                    <a:ext cx="74025" cy="146242"/>
                                  </a:xfrm>
                                  <a:custGeom>
                                    <a:rect b="b" l="l" r="r" t="t"/>
                                    <a:pathLst>
                                      <a:path extrusionOk="0" fill="none" h="18594" w="9412">
                                        <a:moveTo>
                                          <a:pt x="0" y="18593"/>
                                        </a:moveTo>
                                        <a:lnTo>
                                          <a:pt x="941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4" name="Google Shape;8404;p117"/>
                                  <p:cNvSpPr/>
                                  <p:nvPr/>
                                </p:nvSpPr>
                                <p:spPr>
                                  <a:xfrm>
                                    <a:off x="4927191" y="3823305"/>
                                    <a:ext cx="22368" cy="129497"/>
                                  </a:xfrm>
                                  <a:custGeom>
                                    <a:rect b="b" l="l" r="r" t="t"/>
                                    <a:pathLst>
                                      <a:path extrusionOk="0" fill="none" h="16465" w="2844">
                                        <a:moveTo>
                                          <a:pt x="1" y="1"/>
                                        </a:moveTo>
                                        <a:lnTo>
                                          <a:pt x="2843" y="1646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05" name="Google Shape;8405;p117"/>
                                  <p:cNvGrpSpPr/>
                                  <p:nvPr/>
                                </p:nvGrpSpPr>
                                <p:grpSpPr>
                                  <a:xfrm>
                                    <a:off x="4579164" y="3203653"/>
                                    <a:ext cx="1244833" cy="1020397"/>
                                    <a:chOff x="4579164" y="3203653"/>
                                    <a:chExt cx="1244833" cy="1020397"/>
                                  </a:xfrm>
                                </p:grpSpPr>
                                <p:sp>
                                  <p:nvSpPr>
                                    <p:cNvPr id="8406" name="Google Shape;8406;p117"/>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7" name="Google Shape;8407;p117"/>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8" name="Google Shape;8408;p117"/>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9" name="Google Shape;8409;p117"/>
                                    <p:cNvSpPr/>
                                    <p:nvPr/>
                                  </p:nvSpPr>
                                  <p:spPr>
                                    <a:xfrm>
                                      <a:off x="4972383" y="3756043"/>
                                      <a:ext cx="25412" cy="25026"/>
                                    </a:xfrm>
                                    <a:custGeom>
                                      <a:rect b="b" l="l" r="r" t="t"/>
                                      <a:pathLst>
                                        <a:path extrusionOk="0" fill="none" h="3182" w="3231">
                                          <a:moveTo>
                                            <a:pt x="1" y="3182"/>
                                          </a:moveTo>
                                          <a:lnTo>
                                            <a:pt x="323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8410" name="Google Shape;8410;p117"/>
                            <p:cNvSpPr/>
                            <p:nvPr/>
                          </p:nvSpPr>
                          <p:spPr>
                            <a:xfrm>
                              <a:off x="4890375" y="3688019"/>
                              <a:ext cx="5144" cy="43769"/>
                            </a:xfrm>
                            <a:custGeom>
                              <a:rect b="b" l="l" r="r" t="t"/>
                              <a:pathLst>
                                <a:path extrusionOk="0" fill="none" h="5565" w="654">
                                  <a:moveTo>
                                    <a:pt x="653" y="0"/>
                                  </a:moveTo>
                                  <a:lnTo>
                                    <a:pt x="0" y="556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1" name="Google Shape;8411;p117"/>
                            <p:cNvSpPr/>
                            <p:nvPr/>
                          </p:nvSpPr>
                          <p:spPr>
                            <a:xfrm>
                              <a:off x="4899317" y="3688019"/>
                              <a:ext cx="54048" cy="20174"/>
                            </a:xfrm>
                            <a:custGeom>
                              <a:rect b="b" l="l" r="r" t="t"/>
                              <a:pathLst>
                                <a:path extrusionOk="0" fill="none" h="2565" w="6872">
                                  <a:moveTo>
                                    <a:pt x="0" y="0"/>
                                  </a:moveTo>
                                  <a:lnTo>
                                    <a:pt x="6871" y="256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2" name="Google Shape;8412;p117"/>
                            <p:cNvSpPr/>
                            <p:nvPr/>
                          </p:nvSpPr>
                          <p:spPr>
                            <a:xfrm>
                              <a:off x="4862690" y="3700571"/>
                              <a:ext cx="27693" cy="31216"/>
                            </a:xfrm>
                            <a:custGeom>
                              <a:rect b="b" l="l" r="r" t="t"/>
                              <a:pathLst>
                                <a:path extrusionOk="0" fill="none" h="3969" w="3521">
                                  <a:moveTo>
                                    <a:pt x="0" y="1"/>
                                  </a:moveTo>
                                  <a:lnTo>
                                    <a:pt x="3520" y="396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8413" name="Google Shape;8413;p117"/>
                        <p:cNvSpPr/>
                        <p:nvPr/>
                      </p:nvSpPr>
                      <p:spPr>
                        <a:xfrm>
                          <a:off x="4953924" y="3297081"/>
                          <a:ext cx="146053" cy="168122"/>
                        </a:xfrm>
                        <a:custGeom>
                          <a:rect b="b" l="l" r="r" t="t"/>
                          <a:pathLst>
                            <a:path extrusionOk="0" fill="none" h="21376" w="18570">
                              <a:moveTo>
                                <a:pt x="1" y="21376"/>
                              </a:moveTo>
                              <a:lnTo>
                                <a:pt x="1856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grpSp>
            <p:nvGrpSpPr>
              <p:cNvPr id="8414" name="Google Shape;8414;p117"/>
              <p:cNvGrpSpPr/>
              <p:nvPr/>
            </p:nvGrpSpPr>
            <p:grpSpPr>
              <a:xfrm>
                <a:off x="4595437" y="3598775"/>
                <a:ext cx="37776" cy="32451"/>
                <a:chOff x="4595437" y="3598775"/>
                <a:chExt cx="37776" cy="32451"/>
              </a:xfrm>
            </p:grpSpPr>
            <p:sp>
              <p:nvSpPr>
                <p:cNvPr id="8415" name="Google Shape;8415;p117"/>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6" name="Google Shape;8416;p117"/>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7" name="Google Shape;8417;p117"/>
              <p:cNvGrpSpPr/>
              <p:nvPr/>
            </p:nvGrpSpPr>
            <p:grpSpPr>
              <a:xfrm>
                <a:off x="4641864" y="3524443"/>
                <a:ext cx="37776" cy="32380"/>
                <a:chOff x="4641864" y="3524443"/>
                <a:chExt cx="37776" cy="32380"/>
              </a:xfrm>
            </p:grpSpPr>
            <p:sp>
              <p:nvSpPr>
                <p:cNvPr id="8418" name="Google Shape;8418;p117"/>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9" name="Google Shape;8419;p117"/>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0" name="Google Shape;8420;p117"/>
              <p:cNvGrpSpPr/>
              <p:nvPr/>
            </p:nvGrpSpPr>
            <p:grpSpPr>
              <a:xfrm>
                <a:off x="4648431" y="3893901"/>
                <a:ext cx="37776" cy="32357"/>
                <a:chOff x="4648431" y="3893901"/>
                <a:chExt cx="37776" cy="32357"/>
              </a:xfrm>
            </p:grpSpPr>
            <p:sp>
              <p:nvSpPr>
                <p:cNvPr id="8421" name="Google Shape;8421;p117"/>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2" name="Google Shape;8422;p117"/>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3" name="Google Shape;8423;p117"/>
              <p:cNvGrpSpPr/>
              <p:nvPr/>
            </p:nvGrpSpPr>
            <p:grpSpPr>
              <a:xfrm>
                <a:off x="4567752" y="3722908"/>
                <a:ext cx="37870" cy="32380"/>
                <a:chOff x="4567752" y="3722908"/>
                <a:chExt cx="37870" cy="32380"/>
              </a:xfrm>
            </p:grpSpPr>
            <p:sp>
              <p:nvSpPr>
                <p:cNvPr id="8424" name="Google Shape;8424;p117"/>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5" name="Google Shape;8425;p117"/>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6" name="Google Shape;8426;p117"/>
              <p:cNvGrpSpPr/>
              <p:nvPr/>
            </p:nvGrpSpPr>
            <p:grpSpPr>
              <a:xfrm>
                <a:off x="4617506" y="3652052"/>
                <a:ext cx="37783" cy="32357"/>
                <a:chOff x="4617506" y="3652052"/>
                <a:chExt cx="37783" cy="32357"/>
              </a:xfrm>
            </p:grpSpPr>
            <p:sp>
              <p:nvSpPr>
                <p:cNvPr id="8427" name="Google Shape;8427;p117"/>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8" name="Google Shape;8428;p117"/>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9" name="Google Shape;8429;p117"/>
              <p:cNvGrpSpPr/>
              <p:nvPr/>
            </p:nvGrpSpPr>
            <p:grpSpPr>
              <a:xfrm>
                <a:off x="4739005" y="3554149"/>
                <a:ext cx="37870" cy="32357"/>
                <a:chOff x="4739005" y="3554149"/>
                <a:chExt cx="37870" cy="32357"/>
              </a:xfrm>
            </p:grpSpPr>
            <p:sp>
              <p:nvSpPr>
                <p:cNvPr id="8430" name="Google Shape;8430;p117"/>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1" name="Google Shape;8431;p117"/>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32" name="Google Shape;8432;p117"/>
              <p:cNvGrpSpPr/>
              <p:nvPr/>
            </p:nvGrpSpPr>
            <p:grpSpPr>
              <a:xfrm>
                <a:off x="4806557" y="3630258"/>
                <a:ext cx="37776" cy="32364"/>
                <a:chOff x="4806557" y="3630258"/>
                <a:chExt cx="37776" cy="32364"/>
              </a:xfrm>
            </p:grpSpPr>
            <p:sp>
              <p:nvSpPr>
                <p:cNvPr id="8433" name="Google Shape;8433;p117"/>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4" name="Google Shape;8434;p117"/>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35" name="Google Shape;8435;p117"/>
              <p:cNvGrpSpPr/>
              <p:nvPr/>
            </p:nvGrpSpPr>
            <p:grpSpPr>
              <a:xfrm>
                <a:off x="4737007" y="4004357"/>
                <a:ext cx="37870" cy="32357"/>
                <a:chOff x="4737007" y="4004357"/>
                <a:chExt cx="37870" cy="32357"/>
              </a:xfrm>
            </p:grpSpPr>
            <p:sp>
              <p:nvSpPr>
                <p:cNvPr id="8436" name="Google Shape;8436;p117"/>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7" name="Google Shape;8437;p117"/>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38" name="Google Shape;8438;p117"/>
              <p:cNvGrpSpPr/>
              <p:nvPr/>
            </p:nvGrpSpPr>
            <p:grpSpPr>
              <a:xfrm>
                <a:off x="4773634" y="4208627"/>
                <a:ext cx="37776" cy="32357"/>
                <a:chOff x="4773634" y="4208627"/>
                <a:chExt cx="37776" cy="32357"/>
              </a:xfrm>
            </p:grpSpPr>
            <p:sp>
              <p:nvSpPr>
                <p:cNvPr id="8439" name="Google Shape;8439;p117"/>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0" name="Google Shape;8440;p117"/>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41" name="Google Shape;8441;p117"/>
              <p:cNvGrpSpPr/>
              <p:nvPr/>
            </p:nvGrpSpPr>
            <p:grpSpPr>
              <a:xfrm>
                <a:off x="4888282" y="4074764"/>
                <a:ext cx="37776" cy="32451"/>
                <a:chOff x="4888282" y="4074764"/>
                <a:chExt cx="37776" cy="32451"/>
              </a:xfrm>
            </p:grpSpPr>
            <p:sp>
              <p:nvSpPr>
                <p:cNvPr id="8442" name="Google Shape;8442;p117"/>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3" name="Google Shape;8443;p117"/>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44" name="Google Shape;8444;p117"/>
              <p:cNvGrpSpPr/>
              <p:nvPr/>
            </p:nvGrpSpPr>
            <p:grpSpPr>
              <a:xfrm>
                <a:off x="4901315" y="3804271"/>
                <a:ext cx="37776" cy="32364"/>
                <a:chOff x="4901315" y="3804271"/>
                <a:chExt cx="37776" cy="32364"/>
              </a:xfrm>
            </p:grpSpPr>
            <p:sp>
              <p:nvSpPr>
                <p:cNvPr id="8445" name="Google Shape;8445;p117"/>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6" name="Google Shape;8446;p117"/>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47" name="Google Shape;8447;p117"/>
              <p:cNvGrpSpPr/>
              <p:nvPr/>
            </p:nvGrpSpPr>
            <p:grpSpPr>
              <a:xfrm>
                <a:off x="4866394" y="3715035"/>
                <a:ext cx="37846" cy="32357"/>
                <a:chOff x="4866394" y="3715035"/>
                <a:chExt cx="37846" cy="32357"/>
              </a:xfrm>
            </p:grpSpPr>
            <p:sp>
              <p:nvSpPr>
                <p:cNvPr id="8448" name="Google Shape;8448;p117"/>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9" name="Google Shape;8449;p117"/>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0" name="Google Shape;8450;p117"/>
              <p:cNvGrpSpPr/>
              <p:nvPr/>
            </p:nvGrpSpPr>
            <p:grpSpPr>
              <a:xfrm>
                <a:off x="4979233" y="3839798"/>
                <a:ext cx="37878" cy="32420"/>
                <a:chOff x="4979233" y="3839798"/>
                <a:chExt cx="37878" cy="32420"/>
              </a:xfrm>
            </p:grpSpPr>
            <p:sp>
              <p:nvSpPr>
                <p:cNvPr id="8451" name="Google Shape;8451;p117"/>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2" name="Google Shape;8452;p117"/>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3" name="Google Shape;8453;p117"/>
              <p:cNvGrpSpPr/>
              <p:nvPr/>
            </p:nvGrpSpPr>
            <p:grpSpPr>
              <a:xfrm>
                <a:off x="4790662" y="3679147"/>
                <a:ext cx="37783" cy="32380"/>
                <a:chOff x="4790662" y="3679147"/>
                <a:chExt cx="37783" cy="32380"/>
              </a:xfrm>
            </p:grpSpPr>
            <p:sp>
              <p:nvSpPr>
                <p:cNvPr id="8454" name="Google Shape;8454;p117"/>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5" name="Google Shape;8455;p117"/>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6" name="Google Shape;8456;p117"/>
              <p:cNvGrpSpPr/>
              <p:nvPr/>
            </p:nvGrpSpPr>
            <p:grpSpPr>
              <a:xfrm>
                <a:off x="4857263" y="3557861"/>
                <a:ext cx="37776" cy="32357"/>
                <a:chOff x="4857263" y="3557861"/>
                <a:chExt cx="37776" cy="32357"/>
              </a:xfrm>
            </p:grpSpPr>
            <p:sp>
              <p:nvSpPr>
                <p:cNvPr id="8457" name="Google Shape;8457;p117"/>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8" name="Google Shape;8458;p117"/>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9" name="Google Shape;8459;p117"/>
              <p:cNvGrpSpPr/>
              <p:nvPr/>
            </p:nvGrpSpPr>
            <p:grpSpPr>
              <a:xfrm>
                <a:off x="4883902" y="3648033"/>
                <a:ext cx="37783" cy="32380"/>
                <a:chOff x="4883902" y="3648033"/>
                <a:chExt cx="37783" cy="32380"/>
              </a:xfrm>
            </p:grpSpPr>
            <p:sp>
              <p:nvSpPr>
                <p:cNvPr id="8460" name="Google Shape;8460;p117"/>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1" name="Google Shape;8461;p117"/>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62" name="Google Shape;8462;p117"/>
              <p:cNvGrpSpPr/>
              <p:nvPr/>
            </p:nvGrpSpPr>
            <p:grpSpPr>
              <a:xfrm>
                <a:off x="4907780" y="3347220"/>
                <a:ext cx="37878" cy="32357"/>
                <a:chOff x="4907780" y="3347220"/>
                <a:chExt cx="37878" cy="32357"/>
              </a:xfrm>
            </p:grpSpPr>
            <p:sp>
              <p:nvSpPr>
                <p:cNvPr id="8463" name="Google Shape;8463;p117"/>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4" name="Google Shape;8464;p117"/>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65" name="Google Shape;8465;p117"/>
              <p:cNvGrpSpPr/>
              <p:nvPr/>
            </p:nvGrpSpPr>
            <p:grpSpPr>
              <a:xfrm>
                <a:off x="5065048" y="3738150"/>
                <a:ext cx="37783" cy="32364"/>
                <a:chOff x="5065048" y="3738150"/>
                <a:chExt cx="37783" cy="32364"/>
              </a:xfrm>
            </p:grpSpPr>
            <p:sp>
              <p:nvSpPr>
                <p:cNvPr id="8466" name="Google Shape;8466;p117"/>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7" name="Google Shape;8467;p117"/>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68" name="Google Shape;8468;p117"/>
              <p:cNvGrpSpPr/>
              <p:nvPr/>
            </p:nvGrpSpPr>
            <p:grpSpPr>
              <a:xfrm>
                <a:off x="5071616" y="3284615"/>
                <a:ext cx="37783" cy="32357"/>
                <a:chOff x="5071616" y="3284615"/>
                <a:chExt cx="37783" cy="32357"/>
              </a:xfrm>
            </p:grpSpPr>
            <p:sp>
              <p:nvSpPr>
                <p:cNvPr id="8469" name="Google Shape;8469;p117"/>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0" name="Google Shape;8470;p117"/>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1" name="Google Shape;8471;p117"/>
              <p:cNvGrpSpPr/>
              <p:nvPr/>
            </p:nvGrpSpPr>
            <p:grpSpPr>
              <a:xfrm>
                <a:off x="5389291" y="3759921"/>
                <a:ext cx="37783" cy="32380"/>
                <a:chOff x="5389291" y="3759921"/>
                <a:chExt cx="37783" cy="32380"/>
              </a:xfrm>
            </p:grpSpPr>
            <p:sp>
              <p:nvSpPr>
                <p:cNvPr id="8472" name="Google Shape;8472;p117"/>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3" name="Google Shape;8473;p117"/>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4" name="Google Shape;8474;p117"/>
              <p:cNvGrpSpPr/>
              <p:nvPr/>
            </p:nvGrpSpPr>
            <p:grpSpPr>
              <a:xfrm>
                <a:off x="5431534" y="3632932"/>
                <a:ext cx="37878" cy="32451"/>
                <a:chOff x="5431534" y="3632932"/>
                <a:chExt cx="37878" cy="32451"/>
              </a:xfrm>
            </p:grpSpPr>
            <p:sp>
              <p:nvSpPr>
                <p:cNvPr id="8475" name="Google Shape;8475;p117"/>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6" name="Google Shape;8476;p117"/>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7" name="Google Shape;8477;p117"/>
              <p:cNvGrpSpPr/>
              <p:nvPr/>
            </p:nvGrpSpPr>
            <p:grpSpPr>
              <a:xfrm>
                <a:off x="5540755" y="3544829"/>
                <a:ext cx="37783" cy="32357"/>
                <a:chOff x="5540755" y="3544829"/>
                <a:chExt cx="37783" cy="32357"/>
              </a:xfrm>
            </p:grpSpPr>
            <p:sp>
              <p:nvSpPr>
                <p:cNvPr id="8478" name="Google Shape;8478;p117"/>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9" name="Google Shape;8479;p117"/>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0" name="Google Shape;8480;p117"/>
              <p:cNvGrpSpPr/>
              <p:nvPr/>
            </p:nvGrpSpPr>
            <p:grpSpPr>
              <a:xfrm>
                <a:off x="5579293" y="3412107"/>
                <a:ext cx="37776" cy="32357"/>
                <a:chOff x="5579293" y="3412107"/>
                <a:chExt cx="37776" cy="32357"/>
              </a:xfrm>
            </p:grpSpPr>
            <p:sp>
              <p:nvSpPr>
                <p:cNvPr id="8481" name="Google Shape;8481;p117"/>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2" name="Google Shape;8482;p117"/>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3" name="Google Shape;8483;p117"/>
              <p:cNvGrpSpPr/>
              <p:nvPr/>
            </p:nvGrpSpPr>
            <p:grpSpPr>
              <a:xfrm>
                <a:off x="5801346" y="3284615"/>
                <a:ext cx="37783" cy="32357"/>
                <a:chOff x="5801346" y="3284615"/>
                <a:chExt cx="37783" cy="32357"/>
              </a:xfrm>
            </p:grpSpPr>
            <p:sp>
              <p:nvSpPr>
                <p:cNvPr id="8484" name="Google Shape;8484;p117"/>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5" name="Google Shape;8485;p117"/>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6" name="Google Shape;8486;p117"/>
              <p:cNvGrpSpPr/>
              <p:nvPr/>
            </p:nvGrpSpPr>
            <p:grpSpPr>
              <a:xfrm>
                <a:off x="5763578" y="3399067"/>
                <a:ext cx="37776" cy="32364"/>
                <a:chOff x="5763578" y="3399067"/>
                <a:chExt cx="37776" cy="32364"/>
              </a:xfrm>
            </p:grpSpPr>
            <p:sp>
              <p:nvSpPr>
                <p:cNvPr id="8487" name="Google Shape;8487;p117"/>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8" name="Google Shape;8488;p117"/>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9" name="Google Shape;8489;p117"/>
              <p:cNvGrpSpPr/>
              <p:nvPr/>
            </p:nvGrpSpPr>
            <p:grpSpPr>
              <a:xfrm>
                <a:off x="5395858" y="3230952"/>
                <a:ext cx="37776" cy="32364"/>
                <a:chOff x="5395858" y="3230952"/>
                <a:chExt cx="37776" cy="32364"/>
              </a:xfrm>
            </p:grpSpPr>
            <p:sp>
              <p:nvSpPr>
                <p:cNvPr id="8490" name="Google Shape;8490;p117"/>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1" name="Google Shape;8491;p117"/>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2" name="Google Shape;8492;p117"/>
              <p:cNvGrpSpPr/>
              <p:nvPr/>
            </p:nvGrpSpPr>
            <p:grpSpPr>
              <a:xfrm>
                <a:off x="5264088" y="3188237"/>
                <a:ext cx="37776" cy="32357"/>
                <a:chOff x="5264088" y="3188237"/>
                <a:chExt cx="37776" cy="32357"/>
              </a:xfrm>
            </p:grpSpPr>
            <p:sp>
              <p:nvSpPr>
                <p:cNvPr id="8493" name="Google Shape;8493;p117"/>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4" name="Google Shape;8494;p117"/>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5" name="Google Shape;8495;p117"/>
              <p:cNvGrpSpPr/>
              <p:nvPr/>
            </p:nvGrpSpPr>
            <p:grpSpPr>
              <a:xfrm>
                <a:off x="5585758" y="3237425"/>
                <a:ext cx="37878" cy="32357"/>
                <a:chOff x="5585758" y="3237425"/>
                <a:chExt cx="37878" cy="32357"/>
              </a:xfrm>
            </p:grpSpPr>
            <p:sp>
              <p:nvSpPr>
                <p:cNvPr id="8496" name="Google Shape;8496;p117"/>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7" name="Google Shape;8497;p117"/>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8" name="Google Shape;8498;p117"/>
              <p:cNvGrpSpPr/>
              <p:nvPr/>
            </p:nvGrpSpPr>
            <p:grpSpPr>
              <a:xfrm>
                <a:off x="4874196" y="3291088"/>
                <a:ext cx="37878" cy="32451"/>
                <a:chOff x="4874196" y="3291088"/>
                <a:chExt cx="37878" cy="32451"/>
              </a:xfrm>
            </p:grpSpPr>
            <p:sp>
              <p:nvSpPr>
                <p:cNvPr id="8499" name="Google Shape;8499;p117"/>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0" name="Google Shape;8500;p117"/>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01" name="Google Shape;8501;p117"/>
              <p:cNvGrpSpPr/>
              <p:nvPr/>
            </p:nvGrpSpPr>
            <p:grpSpPr>
              <a:xfrm>
                <a:off x="5197770" y="3785466"/>
                <a:ext cx="37783" cy="32427"/>
                <a:chOff x="5197770" y="3785466"/>
                <a:chExt cx="37783" cy="32427"/>
              </a:xfrm>
            </p:grpSpPr>
            <p:sp>
              <p:nvSpPr>
                <p:cNvPr id="8502" name="Google Shape;8502;p117"/>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3" name="Google Shape;8503;p117"/>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04" name="Google Shape;8504;p117"/>
              <p:cNvGrpSpPr/>
              <p:nvPr/>
            </p:nvGrpSpPr>
            <p:grpSpPr>
              <a:xfrm>
                <a:off x="5177699" y="3492117"/>
                <a:ext cx="37776" cy="32357"/>
                <a:chOff x="5177699" y="3492117"/>
                <a:chExt cx="37776" cy="32357"/>
              </a:xfrm>
            </p:grpSpPr>
            <p:sp>
              <p:nvSpPr>
                <p:cNvPr id="8505" name="Google Shape;8505;p117"/>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6" name="Google Shape;8506;p117"/>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07" name="Google Shape;8507;p117"/>
              <p:cNvGrpSpPr/>
              <p:nvPr/>
            </p:nvGrpSpPr>
            <p:grpSpPr>
              <a:xfrm>
                <a:off x="5349431" y="3622346"/>
                <a:ext cx="37870" cy="32380"/>
                <a:chOff x="5349431" y="3622346"/>
                <a:chExt cx="37870" cy="32380"/>
              </a:xfrm>
            </p:grpSpPr>
            <p:sp>
              <p:nvSpPr>
                <p:cNvPr id="8508" name="Google Shape;8508;p117"/>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9" name="Google Shape;8509;p117"/>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10" name="Google Shape;8510;p117"/>
              <p:cNvGrpSpPr/>
              <p:nvPr/>
            </p:nvGrpSpPr>
            <p:grpSpPr>
              <a:xfrm>
                <a:off x="5068855" y="3563980"/>
                <a:ext cx="53954" cy="46223"/>
                <a:chOff x="5068855" y="3563980"/>
                <a:chExt cx="53954" cy="46223"/>
              </a:xfrm>
            </p:grpSpPr>
            <p:sp>
              <p:nvSpPr>
                <p:cNvPr id="8511" name="Google Shape;8511;p117"/>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2" name="Google Shape;8512;p117"/>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13" name="Google Shape;8513;p117"/>
              <p:cNvGrpSpPr/>
              <p:nvPr/>
            </p:nvGrpSpPr>
            <p:grpSpPr>
              <a:xfrm>
                <a:off x="5037654" y="3392507"/>
                <a:ext cx="37870" cy="32451"/>
                <a:chOff x="5037654" y="3392507"/>
                <a:chExt cx="37870" cy="32451"/>
              </a:xfrm>
            </p:grpSpPr>
            <p:sp>
              <p:nvSpPr>
                <p:cNvPr id="8514" name="Google Shape;8514;p117"/>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5" name="Google Shape;8515;p117"/>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16" name="Google Shape;8516;p117"/>
              <p:cNvGrpSpPr/>
              <p:nvPr/>
            </p:nvGrpSpPr>
            <p:grpSpPr>
              <a:xfrm>
                <a:off x="5456560" y="3368629"/>
                <a:ext cx="37870" cy="32451"/>
                <a:chOff x="5456560" y="3368629"/>
                <a:chExt cx="37870" cy="32451"/>
              </a:xfrm>
            </p:grpSpPr>
            <p:sp>
              <p:nvSpPr>
                <p:cNvPr id="8517" name="Google Shape;8517;p117"/>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8" name="Google Shape;8518;p117"/>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19" name="Google Shape;8519;p117"/>
              <p:cNvGrpSpPr/>
              <p:nvPr/>
            </p:nvGrpSpPr>
            <p:grpSpPr>
              <a:xfrm>
                <a:off x="4755749" y="3501516"/>
                <a:ext cx="46246" cy="39608"/>
                <a:chOff x="4755749" y="3501516"/>
                <a:chExt cx="46246" cy="39608"/>
              </a:xfrm>
            </p:grpSpPr>
            <p:sp>
              <p:nvSpPr>
                <p:cNvPr id="8520" name="Google Shape;8520;p117"/>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1" name="Google Shape;8521;p117"/>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22" name="Google Shape;8522;p117"/>
              <p:cNvGrpSpPr/>
              <p:nvPr/>
            </p:nvGrpSpPr>
            <p:grpSpPr>
              <a:xfrm>
                <a:off x="4681346" y="3485582"/>
                <a:ext cx="37783" cy="32427"/>
                <a:chOff x="4681346" y="3485582"/>
                <a:chExt cx="37783" cy="32427"/>
              </a:xfrm>
            </p:grpSpPr>
            <p:sp>
              <p:nvSpPr>
                <p:cNvPr id="8523" name="Google Shape;8523;p117"/>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4" name="Google Shape;8524;p117"/>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25" name="Google Shape;8525;p117"/>
              <p:cNvGrpSpPr/>
              <p:nvPr/>
            </p:nvGrpSpPr>
            <p:grpSpPr>
              <a:xfrm>
                <a:off x="4767067" y="3291088"/>
                <a:ext cx="37878" cy="32451"/>
                <a:chOff x="4767067" y="3291088"/>
                <a:chExt cx="37878" cy="32451"/>
              </a:xfrm>
            </p:grpSpPr>
            <p:sp>
              <p:nvSpPr>
                <p:cNvPr id="8526" name="Google Shape;8526;p117"/>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7" name="Google Shape;8527;p117"/>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28" name="Google Shape;8528;p117"/>
              <p:cNvGrpSpPr/>
              <p:nvPr/>
            </p:nvGrpSpPr>
            <p:grpSpPr>
              <a:xfrm>
                <a:off x="4687819" y="3405539"/>
                <a:ext cx="37776" cy="32451"/>
                <a:chOff x="4687819" y="3405539"/>
                <a:chExt cx="37776" cy="32451"/>
              </a:xfrm>
            </p:grpSpPr>
            <p:sp>
              <p:nvSpPr>
                <p:cNvPr id="8529" name="Google Shape;8529;p117"/>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0" name="Google Shape;8530;p117"/>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31" name="Google Shape;8531;p117"/>
              <p:cNvGrpSpPr/>
              <p:nvPr/>
            </p:nvGrpSpPr>
            <p:grpSpPr>
              <a:xfrm>
                <a:off x="4923101" y="3444809"/>
                <a:ext cx="52813" cy="45318"/>
                <a:chOff x="4923101" y="3444809"/>
                <a:chExt cx="52813" cy="45318"/>
              </a:xfrm>
            </p:grpSpPr>
            <p:sp>
              <p:nvSpPr>
                <p:cNvPr id="8532" name="Google Shape;8532;p117"/>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3" name="Google Shape;8533;p117"/>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34" name="Google Shape;8534;p117"/>
              <p:cNvGrpSpPr/>
              <p:nvPr/>
            </p:nvGrpSpPr>
            <p:grpSpPr>
              <a:xfrm>
                <a:off x="4846040" y="3654750"/>
                <a:ext cx="31405" cy="26993"/>
                <a:chOff x="4846040" y="3654750"/>
                <a:chExt cx="31405" cy="26993"/>
              </a:xfrm>
            </p:grpSpPr>
            <p:sp>
              <p:nvSpPr>
                <p:cNvPr id="8535" name="Google Shape;8535;p117"/>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6" name="Google Shape;8536;p117"/>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37" name="Google Shape;8537;p117"/>
              <p:cNvGrpSpPr/>
              <p:nvPr/>
            </p:nvGrpSpPr>
            <p:grpSpPr>
              <a:xfrm>
                <a:off x="4925673" y="3691700"/>
                <a:ext cx="40253" cy="34472"/>
                <a:chOff x="4925673" y="3691700"/>
                <a:chExt cx="40253" cy="34472"/>
              </a:xfrm>
            </p:grpSpPr>
            <p:sp>
              <p:nvSpPr>
                <p:cNvPr id="8538" name="Google Shape;8538;p117"/>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9" name="Google Shape;8539;p117"/>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40" name="Google Shape;8540;p117"/>
              <p:cNvGrpSpPr/>
              <p:nvPr/>
            </p:nvGrpSpPr>
            <p:grpSpPr>
              <a:xfrm>
                <a:off x="4894653" y="3740848"/>
                <a:ext cx="31405" cy="26906"/>
                <a:chOff x="4894653" y="3740848"/>
                <a:chExt cx="31405" cy="26906"/>
              </a:xfrm>
            </p:grpSpPr>
            <p:sp>
              <p:nvSpPr>
                <p:cNvPr id="8541" name="Google Shape;8541;p117"/>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2" name="Google Shape;8542;p117"/>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43" name="Google Shape;8543;p117"/>
              <p:cNvGrpSpPr/>
              <p:nvPr/>
            </p:nvGrpSpPr>
            <p:grpSpPr>
              <a:xfrm>
                <a:off x="4962300" y="3696348"/>
                <a:ext cx="38255" cy="32773"/>
                <a:chOff x="4962300" y="3696348"/>
                <a:chExt cx="38255" cy="32773"/>
              </a:xfrm>
            </p:grpSpPr>
            <p:sp>
              <p:nvSpPr>
                <p:cNvPr id="8544" name="Google Shape;8544;p117"/>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5" name="Google Shape;8545;p117"/>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46" name="Google Shape;8546;p117"/>
              <p:cNvGrpSpPr/>
              <p:nvPr/>
            </p:nvGrpSpPr>
            <p:grpSpPr>
              <a:xfrm>
                <a:off x="4980185" y="3743349"/>
                <a:ext cx="31499" cy="26969"/>
                <a:chOff x="4980185" y="3743349"/>
                <a:chExt cx="31499" cy="26969"/>
              </a:xfrm>
            </p:grpSpPr>
            <p:sp>
              <p:nvSpPr>
                <p:cNvPr id="8547" name="Google Shape;8547;p117"/>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8" name="Google Shape;8548;p117"/>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49" name="Google Shape;8549;p117"/>
              <p:cNvGrpSpPr/>
              <p:nvPr/>
            </p:nvGrpSpPr>
            <p:grpSpPr>
              <a:xfrm>
                <a:off x="5013768" y="3734312"/>
                <a:ext cx="31499" cy="26969"/>
                <a:chOff x="5013768" y="3734312"/>
                <a:chExt cx="31499" cy="26969"/>
              </a:xfrm>
            </p:grpSpPr>
            <p:sp>
              <p:nvSpPr>
                <p:cNvPr id="8550" name="Google Shape;8550;p117"/>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1" name="Google Shape;8551;p117"/>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52" name="Google Shape;8552;p117"/>
              <p:cNvGrpSpPr/>
              <p:nvPr/>
            </p:nvGrpSpPr>
            <p:grpSpPr>
              <a:xfrm>
                <a:off x="5036703" y="3764545"/>
                <a:ext cx="31499" cy="26898"/>
                <a:chOff x="5036703" y="3764545"/>
                <a:chExt cx="31499" cy="26898"/>
              </a:xfrm>
            </p:grpSpPr>
            <p:sp>
              <p:nvSpPr>
                <p:cNvPr id="8553" name="Google Shape;8553;p117"/>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4" name="Google Shape;8554;p117"/>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55" name="Google Shape;8555;p117"/>
              <p:cNvGrpSpPr/>
              <p:nvPr/>
            </p:nvGrpSpPr>
            <p:grpSpPr>
              <a:xfrm>
                <a:off x="4953546" y="3768352"/>
                <a:ext cx="31405" cy="26898"/>
                <a:chOff x="4953546" y="3768352"/>
                <a:chExt cx="31405" cy="26898"/>
              </a:xfrm>
            </p:grpSpPr>
            <p:sp>
              <p:nvSpPr>
                <p:cNvPr id="8556" name="Google Shape;8556;p117"/>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7" name="Google Shape;8557;p117"/>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58" name="Google Shape;8558;p117"/>
              <p:cNvGrpSpPr/>
              <p:nvPr/>
            </p:nvGrpSpPr>
            <p:grpSpPr>
              <a:xfrm>
                <a:off x="4964770" y="3814016"/>
                <a:ext cx="31499" cy="26993"/>
                <a:chOff x="4964770" y="3814016"/>
                <a:chExt cx="31499" cy="26993"/>
              </a:xfrm>
            </p:grpSpPr>
            <p:sp>
              <p:nvSpPr>
                <p:cNvPr id="8559" name="Google Shape;8559;p117"/>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0" name="Google Shape;8560;p117"/>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61" name="Google Shape;8561;p117"/>
              <p:cNvGrpSpPr/>
              <p:nvPr/>
            </p:nvGrpSpPr>
            <p:grpSpPr>
              <a:xfrm>
                <a:off x="4923290" y="3800504"/>
                <a:ext cx="31468" cy="26898"/>
                <a:chOff x="4923290" y="3800504"/>
                <a:chExt cx="31468" cy="26898"/>
              </a:xfrm>
            </p:grpSpPr>
            <p:sp>
              <p:nvSpPr>
                <p:cNvPr id="8562" name="Google Shape;8562;p117"/>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3" name="Google Shape;8563;p117"/>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64" name="Google Shape;8564;p117"/>
              <p:cNvGrpSpPr/>
              <p:nvPr/>
            </p:nvGrpSpPr>
            <p:grpSpPr>
              <a:xfrm>
                <a:off x="5108534" y="3650943"/>
                <a:ext cx="31405" cy="26993"/>
                <a:chOff x="5108534" y="3650943"/>
                <a:chExt cx="31405" cy="26993"/>
              </a:xfrm>
            </p:grpSpPr>
            <p:sp>
              <p:nvSpPr>
                <p:cNvPr id="8565" name="Google Shape;8565;p117"/>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6" name="Google Shape;8566;p117"/>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67" name="Google Shape;8567;p117"/>
              <p:cNvGrpSpPr/>
              <p:nvPr/>
            </p:nvGrpSpPr>
            <p:grpSpPr>
              <a:xfrm>
                <a:off x="5119380" y="3760739"/>
                <a:ext cx="31499" cy="26993"/>
                <a:chOff x="5119380" y="3760739"/>
                <a:chExt cx="31499" cy="26993"/>
              </a:xfrm>
            </p:grpSpPr>
            <p:sp>
              <p:nvSpPr>
                <p:cNvPr id="8568" name="Google Shape;8568;p117"/>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9" name="Google Shape;8569;p117"/>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70" name="Google Shape;8570;p117"/>
              <p:cNvGrpSpPr/>
              <p:nvPr/>
            </p:nvGrpSpPr>
            <p:grpSpPr>
              <a:xfrm>
                <a:off x="5119380" y="3788235"/>
                <a:ext cx="31499" cy="26993"/>
                <a:chOff x="5119380" y="3788235"/>
                <a:chExt cx="31499" cy="26993"/>
              </a:xfrm>
            </p:grpSpPr>
            <p:sp>
              <p:nvSpPr>
                <p:cNvPr id="8571" name="Google Shape;8571;p117"/>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2" name="Google Shape;8572;p117"/>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73" name="Google Shape;8573;p117"/>
              <p:cNvGrpSpPr/>
              <p:nvPr/>
            </p:nvGrpSpPr>
            <p:grpSpPr>
              <a:xfrm>
                <a:off x="5158005" y="3875284"/>
                <a:ext cx="31405" cy="27001"/>
                <a:chOff x="5158005" y="3875284"/>
                <a:chExt cx="31405" cy="27001"/>
              </a:xfrm>
            </p:grpSpPr>
            <p:sp>
              <p:nvSpPr>
                <p:cNvPr id="8574" name="Google Shape;8574;p117"/>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5" name="Google Shape;8575;p117"/>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76" name="Google Shape;8576;p117"/>
              <p:cNvGrpSpPr/>
              <p:nvPr/>
            </p:nvGrpSpPr>
            <p:grpSpPr>
              <a:xfrm>
                <a:off x="5233163" y="3764545"/>
                <a:ext cx="31499" cy="26898"/>
                <a:chOff x="5233163" y="3764545"/>
                <a:chExt cx="31499" cy="26898"/>
              </a:xfrm>
            </p:grpSpPr>
            <p:sp>
              <p:nvSpPr>
                <p:cNvPr id="8577" name="Google Shape;8577;p117"/>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8" name="Google Shape;8578;p117"/>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79" name="Google Shape;8579;p117"/>
              <p:cNvGrpSpPr/>
              <p:nvPr/>
            </p:nvGrpSpPr>
            <p:grpSpPr>
              <a:xfrm>
                <a:off x="5276168" y="3805545"/>
                <a:ext cx="31499" cy="26906"/>
                <a:chOff x="5276168" y="3805545"/>
                <a:chExt cx="31499" cy="26906"/>
              </a:xfrm>
            </p:grpSpPr>
            <p:sp>
              <p:nvSpPr>
                <p:cNvPr id="8580" name="Google Shape;8580;p117"/>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1" name="Google Shape;8581;p117"/>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82" name="Google Shape;8582;p117"/>
              <p:cNvGrpSpPr/>
              <p:nvPr/>
            </p:nvGrpSpPr>
            <p:grpSpPr>
              <a:xfrm>
                <a:off x="5294053" y="3851933"/>
                <a:ext cx="31405" cy="26945"/>
                <a:chOff x="5294053" y="3851933"/>
                <a:chExt cx="31405" cy="26945"/>
              </a:xfrm>
            </p:grpSpPr>
            <p:sp>
              <p:nvSpPr>
                <p:cNvPr id="8583" name="Google Shape;8583;p117"/>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4" name="Google Shape;8584;p117"/>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85" name="Google Shape;8585;p117"/>
              <p:cNvGrpSpPr/>
              <p:nvPr/>
            </p:nvGrpSpPr>
            <p:grpSpPr>
              <a:xfrm>
                <a:off x="5341723" y="3851902"/>
                <a:ext cx="31405" cy="26977"/>
                <a:chOff x="5341723" y="3851902"/>
                <a:chExt cx="31405" cy="26977"/>
              </a:xfrm>
            </p:grpSpPr>
            <p:sp>
              <p:nvSpPr>
                <p:cNvPr id="8586" name="Google Shape;8586;p117"/>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7" name="Google Shape;8587;p117"/>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88" name="Google Shape;8588;p117"/>
              <p:cNvGrpSpPr/>
              <p:nvPr/>
            </p:nvGrpSpPr>
            <p:grpSpPr>
              <a:xfrm>
                <a:off x="5054871" y="3507855"/>
                <a:ext cx="31405" cy="26993"/>
                <a:chOff x="5054871" y="3507855"/>
                <a:chExt cx="31405" cy="26993"/>
              </a:xfrm>
            </p:grpSpPr>
            <p:sp>
              <p:nvSpPr>
                <p:cNvPr id="8589" name="Google Shape;8589;p117"/>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0" name="Google Shape;8590;p117"/>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91" name="Google Shape;8591;p117"/>
              <p:cNvGrpSpPr/>
              <p:nvPr/>
            </p:nvGrpSpPr>
            <p:grpSpPr>
              <a:xfrm>
                <a:off x="4876579" y="3675325"/>
                <a:ext cx="31405" cy="26969"/>
                <a:chOff x="4876579" y="3675325"/>
                <a:chExt cx="31405" cy="26969"/>
              </a:xfrm>
            </p:grpSpPr>
            <p:sp>
              <p:nvSpPr>
                <p:cNvPr id="8592" name="Google Shape;8592;p117"/>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3" name="Google Shape;8593;p117"/>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94" name="Google Shape;8594;p117"/>
              <p:cNvGrpSpPr/>
              <p:nvPr/>
            </p:nvGrpSpPr>
            <p:grpSpPr>
              <a:xfrm>
                <a:off x="4842233" y="3688333"/>
                <a:ext cx="31405" cy="26993"/>
                <a:chOff x="4842233" y="3688333"/>
                <a:chExt cx="31405" cy="26993"/>
              </a:xfrm>
            </p:grpSpPr>
            <p:sp>
              <p:nvSpPr>
                <p:cNvPr id="8595" name="Google Shape;8595;p117"/>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6" name="Google Shape;8596;p117"/>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97" name="Google Shape;8597;p117"/>
              <p:cNvGrpSpPr/>
              <p:nvPr/>
            </p:nvGrpSpPr>
            <p:grpSpPr>
              <a:xfrm>
                <a:off x="5187876" y="3608032"/>
                <a:ext cx="31405" cy="27001"/>
                <a:chOff x="5187876" y="3608032"/>
                <a:chExt cx="31405" cy="27001"/>
              </a:xfrm>
            </p:grpSpPr>
            <p:sp>
              <p:nvSpPr>
                <p:cNvPr id="8598" name="Google Shape;8598;p117"/>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9" name="Google Shape;8599;p117"/>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600" name="Google Shape;8600;p117"/>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1" name="Google Shape;8601;p117"/>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602" name="Google Shape;8602;p117"/>
              <p:cNvGrpSpPr/>
              <p:nvPr/>
            </p:nvGrpSpPr>
            <p:grpSpPr>
              <a:xfrm>
                <a:off x="5269224" y="3304167"/>
                <a:ext cx="40253" cy="34402"/>
                <a:chOff x="5269224" y="3304167"/>
                <a:chExt cx="40253" cy="34402"/>
              </a:xfrm>
            </p:grpSpPr>
            <p:sp>
              <p:nvSpPr>
                <p:cNvPr id="8603" name="Google Shape;8603;p117"/>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4" name="Google Shape;8604;p117"/>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05" name="Google Shape;8605;p117"/>
              <p:cNvGrpSpPr/>
              <p:nvPr/>
            </p:nvGrpSpPr>
            <p:grpSpPr>
              <a:xfrm>
                <a:off x="5327354" y="3476615"/>
                <a:ext cx="49864" cy="42723"/>
                <a:chOff x="5327354" y="3476615"/>
                <a:chExt cx="49864" cy="42723"/>
              </a:xfrm>
            </p:grpSpPr>
            <p:sp>
              <p:nvSpPr>
                <p:cNvPr id="8606" name="Google Shape;8606;p117"/>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7" name="Google Shape;8607;p117"/>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608" name="Google Shape;8608;p117"/>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9" name="Google Shape;8609;p117"/>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610" name="Google Shape;8610;p117"/>
              <p:cNvGrpSpPr/>
              <p:nvPr/>
            </p:nvGrpSpPr>
            <p:grpSpPr>
              <a:xfrm>
                <a:off x="5341723" y="3775957"/>
                <a:ext cx="31405" cy="26898"/>
                <a:chOff x="5341723" y="3775957"/>
                <a:chExt cx="31405" cy="26898"/>
              </a:xfrm>
            </p:grpSpPr>
            <p:sp>
              <p:nvSpPr>
                <p:cNvPr id="8611" name="Google Shape;8611;p117"/>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2" name="Google Shape;8612;p117"/>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3" name="Google Shape;8613;p117"/>
              <p:cNvGrpSpPr/>
              <p:nvPr/>
            </p:nvGrpSpPr>
            <p:grpSpPr>
              <a:xfrm>
                <a:off x="5439053" y="3699274"/>
                <a:ext cx="31405" cy="26898"/>
                <a:chOff x="5439053" y="3699274"/>
                <a:chExt cx="31405" cy="26898"/>
              </a:xfrm>
            </p:grpSpPr>
            <p:sp>
              <p:nvSpPr>
                <p:cNvPr id="8614" name="Google Shape;8614;p117"/>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5" name="Google Shape;8615;p117"/>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6" name="Google Shape;8616;p117"/>
              <p:cNvGrpSpPr/>
              <p:nvPr/>
            </p:nvGrpSpPr>
            <p:grpSpPr>
              <a:xfrm>
                <a:off x="5412414" y="3622307"/>
                <a:ext cx="31499" cy="26993"/>
                <a:chOff x="5412414" y="3622307"/>
                <a:chExt cx="31499" cy="26993"/>
              </a:xfrm>
            </p:grpSpPr>
            <p:sp>
              <p:nvSpPr>
                <p:cNvPr id="8617" name="Google Shape;8617;p117"/>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8" name="Google Shape;8618;p117"/>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9" name="Google Shape;8619;p117"/>
              <p:cNvGrpSpPr/>
              <p:nvPr/>
            </p:nvGrpSpPr>
            <p:grpSpPr>
              <a:xfrm>
                <a:off x="5476254" y="3473949"/>
                <a:ext cx="26835" cy="26930"/>
                <a:chOff x="5476254" y="3473949"/>
                <a:chExt cx="26835" cy="26930"/>
              </a:xfrm>
            </p:grpSpPr>
            <p:sp>
              <p:nvSpPr>
                <p:cNvPr id="8620" name="Google Shape;8620;p117"/>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1" name="Google Shape;8621;p117"/>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22" name="Google Shape;8622;p117"/>
              <p:cNvGrpSpPr/>
              <p:nvPr/>
            </p:nvGrpSpPr>
            <p:grpSpPr>
              <a:xfrm>
                <a:off x="5564547" y="3481594"/>
                <a:ext cx="31397" cy="26898"/>
                <a:chOff x="5564547" y="3481594"/>
                <a:chExt cx="31397" cy="26898"/>
              </a:xfrm>
            </p:grpSpPr>
            <p:sp>
              <p:nvSpPr>
                <p:cNvPr id="8623" name="Google Shape;8623;p117"/>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4" name="Google Shape;8624;p117"/>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25" name="Google Shape;8625;p117"/>
              <p:cNvGrpSpPr/>
              <p:nvPr/>
            </p:nvGrpSpPr>
            <p:grpSpPr>
              <a:xfrm>
                <a:off x="5534101" y="3470174"/>
                <a:ext cx="31397" cy="26906"/>
                <a:chOff x="5534101" y="3470174"/>
                <a:chExt cx="31397" cy="26906"/>
              </a:xfrm>
            </p:grpSpPr>
            <p:sp>
              <p:nvSpPr>
                <p:cNvPr id="8626" name="Google Shape;8626;p117"/>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7" name="Google Shape;8627;p117"/>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28" name="Google Shape;8628;p117"/>
              <p:cNvGrpSpPr/>
              <p:nvPr/>
            </p:nvGrpSpPr>
            <p:grpSpPr>
              <a:xfrm>
                <a:off x="5610879" y="3314486"/>
                <a:ext cx="31499" cy="26938"/>
                <a:chOff x="5610879" y="3314486"/>
                <a:chExt cx="31499" cy="26938"/>
              </a:xfrm>
            </p:grpSpPr>
            <p:sp>
              <p:nvSpPr>
                <p:cNvPr id="8629" name="Google Shape;8629;p117"/>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0" name="Google Shape;8630;p117"/>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1" name="Google Shape;8631;p117"/>
              <p:cNvGrpSpPr/>
              <p:nvPr/>
            </p:nvGrpSpPr>
            <p:grpSpPr>
              <a:xfrm>
                <a:off x="4834525" y="3501382"/>
                <a:ext cx="31499" cy="26898"/>
                <a:chOff x="4834525" y="3501382"/>
                <a:chExt cx="31499" cy="26898"/>
              </a:xfrm>
            </p:grpSpPr>
            <p:sp>
              <p:nvSpPr>
                <p:cNvPr id="8632" name="Google Shape;8632;p117"/>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3" name="Google Shape;8633;p117"/>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4" name="Google Shape;8634;p117"/>
              <p:cNvGrpSpPr/>
              <p:nvPr/>
            </p:nvGrpSpPr>
            <p:grpSpPr>
              <a:xfrm>
                <a:off x="4898460" y="3580158"/>
                <a:ext cx="31405" cy="26898"/>
                <a:chOff x="4898460" y="3580158"/>
                <a:chExt cx="31405" cy="26898"/>
              </a:xfrm>
            </p:grpSpPr>
            <p:sp>
              <p:nvSpPr>
                <p:cNvPr id="8635" name="Google Shape;8635;p117"/>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6" name="Google Shape;8636;p117"/>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7" name="Google Shape;8637;p117"/>
              <p:cNvGrpSpPr/>
              <p:nvPr/>
            </p:nvGrpSpPr>
            <p:grpSpPr>
              <a:xfrm>
                <a:off x="4882667" y="3608032"/>
                <a:ext cx="31499" cy="27001"/>
                <a:chOff x="4882667" y="3608032"/>
                <a:chExt cx="31499" cy="27001"/>
              </a:xfrm>
            </p:grpSpPr>
            <p:sp>
              <p:nvSpPr>
                <p:cNvPr id="8638" name="Google Shape;8638;p117"/>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9" name="Google Shape;8639;p117"/>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40" name="Google Shape;8640;p117"/>
              <p:cNvGrpSpPr/>
              <p:nvPr/>
            </p:nvGrpSpPr>
            <p:grpSpPr>
              <a:xfrm>
                <a:off x="4843373" y="3631407"/>
                <a:ext cx="16273" cy="16186"/>
                <a:chOff x="4843373" y="3631407"/>
                <a:chExt cx="16273" cy="16186"/>
              </a:xfrm>
            </p:grpSpPr>
            <p:sp>
              <p:nvSpPr>
                <p:cNvPr id="8641" name="Google Shape;8641;p117"/>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2" name="Google Shape;8642;p117"/>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43" name="Google Shape;8643;p117"/>
              <p:cNvGrpSpPr/>
              <p:nvPr/>
            </p:nvGrpSpPr>
            <p:grpSpPr>
              <a:xfrm>
                <a:off x="4727773" y="3591578"/>
                <a:ext cx="31499" cy="26898"/>
                <a:chOff x="4727773" y="3591578"/>
                <a:chExt cx="31499" cy="26898"/>
              </a:xfrm>
            </p:grpSpPr>
            <p:sp>
              <p:nvSpPr>
                <p:cNvPr id="8644" name="Google Shape;8644;p117"/>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5" name="Google Shape;8645;p117"/>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646" name="Google Shape;8646;p117"/>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7" name="Google Shape;8647;p117"/>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648" name="Google Shape;8648;p117"/>
              <p:cNvGrpSpPr/>
              <p:nvPr/>
            </p:nvGrpSpPr>
            <p:grpSpPr>
              <a:xfrm>
                <a:off x="4609421" y="3577398"/>
                <a:ext cx="31499" cy="27001"/>
                <a:chOff x="4609421" y="3577398"/>
                <a:chExt cx="31499" cy="27001"/>
              </a:xfrm>
            </p:grpSpPr>
            <p:sp>
              <p:nvSpPr>
                <p:cNvPr id="8649" name="Google Shape;8649;p117"/>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0" name="Google Shape;8650;p117"/>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51" name="Google Shape;8651;p117"/>
              <p:cNvGrpSpPr/>
              <p:nvPr/>
            </p:nvGrpSpPr>
            <p:grpSpPr>
              <a:xfrm>
                <a:off x="4649289" y="3577398"/>
                <a:ext cx="31499" cy="27001"/>
                <a:chOff x="4649289" y="3577398"/>
                <a:chExt cx="31499" cy="27001"/>
              </a:xfrm>
            </p:grpSpPr>
            <p:sp>
              <p:nvSpPr>
                <p:cNvPr id="8652" name="Google Shape;8652;p117"/>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3" name="Google Shape;8653;p117"/>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54" name="Google Shape;8654;p117"/>
              <p:cNvGrpSpPr/>
              <p:nvPr/>
            </p:nvGrpSpPr>
            <p:grpSpPr>
              <a:xfrm>
                <a:off x="4605614" y="3639523"/>
                <a:ext cx="31499" cy="26906"/>
                <a:chOff x="4605614" y="3639523"/>
                <a:chExt cx="31499" cy="26906"/>
              </a:xfrm>
            </p:grpSpPr>
            <p:sp>
              <p:nvSpPr>
                <p:cNvPr id="8655" name="Google Shape;8655;p117"/>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6" name="Google Shape;8656;p117"/>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57" name="Google Shape;8657;p117"/>
              <p:cNvGrpSpPr/>
              <p:nvPr/>
            </p:nvGrpSpPr>
            <p:grpSpPr>
              <a:xfrm>
                <a:off x="4785149" y="3618846"/>
                <a:ext cx="26930" cy="26843"/>
                <a:chOff x="4785149" y="3618846"/>
                <a:chExt cx="26930" cy="26843"/>
              </a:xfrm>
            </p:grpSpPr>
            <p:sp>
              <p:nvSpPr>
                <p:cNvPr id="8658" name="Google Shape;8658;p117"/>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9" name="Google Shape;8659;p117"/>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0" name="Google Shape;8660;p117"/>
              <p:cNvGrpSpPr/>
              <p:nvPr/>
            </p:nvGrpSpPr>
            <p:grpSpPr>
              <a:xfrm>
                <a:off x="4810167" y="3601567"/>
                <a:ext cx="31405" cy="26898"/>
                <a:chOff x="4810167" y="3601567"/>
                <a:chExt cx="31405" cy="26898"/>
              </a:xfrm>
            </p:grpSpPr>
            <p:sp>
              <p:nvSpPr>
                <p:cNvPr id="8661" name="Google Shape;8661;p117"/>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2" name="Google Shape;8662;p117"/>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3" name="Google Shape;8663;p117"/>
              <p:cNvGrpSpPr/>
              <p:nvPr/>
            </p:nvGrpSpPr>
            <p:grpSpPr>
              <a:xfrm>
                <a:off x="4831002" y="3373230"/>
                <a:ext cx="31405" cy="26898"/>
                <a:chOff x="4831002" y="3373230"/>
                <a:chExt cx="31405" cy="26898"/>
              </a:xfrm>
            </p:grpSpPr>
            <p:sp>
              <p:nvSpPr>
                <p:cNvPr id="8664" name="Google Shape;8664;p117"/>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5" name="Google Shape;8665;p117"/>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6" name="Google Shape;8666;p117"/>
              <p:cNvGrpSpPr/>
              <p:nvPr/>
            </p:nvGrpSpPr>
            <p:grpSpPr>
              <a:xfrm>
                <a:off x="4719311" y="3355054"/>
                <a:ext cx="31499" cy="27001"/>
                <a:chOff x="4719311" y="3355054"/>
                <a:chExt cx="31499" cy="27001"/>
              </a:xfrm>
            </p:grpSpPr>
            <p:sp>
              <p:nvSpPr>
                <p:cNvPr id="8667" name="Google Shape;8667;p117"/>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8" name="Google Shape;8668;p117"/>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9" name="Google Shape;8669;p117"/>
              <p:cNvGrpSpPr/>
              <p:nvPr/>
            </p:nvGrpSpPr>
            <p:grpSpPr>
              <a:xfrm>
                <a:off x="4798755" y="3450260"/>
                <a:ext cx="26930" cy="26930"/>
                <a:chOff x="4798755" y="3450260"/>
                <a:chExt cx="26930" cy="26930"/>
              </a:xfrm>
            </p:grpSpPr>
            <p:sp>
              <p:nvSpPr>
                <p:cNvPr id="8670" name="Google Shape;8670;p117"/>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1" name="Google Shape;8671;p117"/>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2" name="Google Shape;8672;p117"/>
              <p:cNvGrpSpPr/>
              <p:nvPr/>
            </p:nvGrpSpPr>
            <p:grpSpPr>
              <a:xfrm>
                <a:off x="4645576" y="3467555"/>
                <a:ext cx="31405" cy="26953"/>
                <a:chOff x="4645576" y="3467555"/>
                <a:chExt cx="31405" cy="26953"/>
              </a:xfrm>
            </p:grpSpPr>
            <p:sp>
              <p:nvSpPr>
                <p:cNvPr id="8673" name="Google Shape;8673;p117"/>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4" name="Google Shape;8674;p117"/>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5" name="Google Shape;8675;p117"/>
              <p:cNvGrpSpPr/>
              <p:nvPr/>
            </p:nvGrpSpPr>
            <p:grpSpPr>
              <a:xfrm>
                <a:off x="4687631" y="3583965"/>
                <a:ext cx="31499" cy="26898"/>
                <a:chOff x="4687631" y="3583965"/>
                <a:chExt cx="31499" cy="26898"/>
              </a:xfrm>
            </p:grpSpPr>
            <p:sp>
              <p:nvSpPr>
                <p:cNvPr id="8676" name="Google Shape;8676;p117"/>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7" name="Google Shape;8677;p117"/>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8" name="Google Shape;8678;p117"/>
              <p:cNvGrpSpPr/>
              <p:nvPr/>
            </p:nvGrpSpPr>
            <p:grpSpPr>
              <a:xfrm>
                <a:off x="4719311" y="3471314"/>
                <a:ext cx="31499" cy="27001"/>
                <a:chOff x="4719311" y="3471314"/>
                <a:chExt cx="31499" cy="27001"/>
              </a:xfrm>
            </p:grpSpPr>
            <p:sp>
              <p:nvSpPr>
                <p:cNvPr id="8679" name="Google Shape;8679;p117"/>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0" name="Google Shape;8680;p117"/>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81" name="Google Shape;8681;p117"/>
              <p:cNvGrpSpPr/>
              <p:nvPr/>
            </p:nvGrpSpPr>
            <p:grpSpPr>
              <a:xfrm>
                <a:off x="4719311" y="3434404"/>
                <a:ext cx="31499" cy="26898"/>
                <a:chOff x="4719311" y="3434404"/>
                <a:chExt cx="31499" cy="26898"/>
              </a:xfrm>
            </p:grpSpPr>
            <p:sp>
              <p:nvSpPr>
                <p:cNvPr id="8682" name="Google Shape;8682;p117"/>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3" name="Google Shape;8683;p117"/>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84" name="Google Shape;8684;p117"/>
              <p:cNvGrpSpPr/>
              <p:nvPr/>
            </p:nvGrpSpPr>
            <p:grpSpPr>
              <a:xfrm>
                <a:off x="4768876" y="3401772"/>
                <a:ext cx="31499" cy="26898"/>
                <a:chOff x="4768876" y="3401772"/>
                <a:chExt cx="31499" cy="26898"/>
              </a:xfrm>
            </p:grpSpPr>
            <p:sp>
              <p:nvSpPr>
                <p:cNvPr id="8685" name="Google Shape;8685;p117"/>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6" name="Google Shape;8686;p117"/>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87" name="Google Shape;8687;p117"/>
              <p:cNvGrpSpPr/>
              <p:nvPr/>
            </p:nvGrpSpPr>
            <p:grpSpPr>
              <a:xfrm>
                <a:off x="4762214" y="3471377"/>
                <a:ext cx="26938" cy="26938"/>
                <a:chOff x="4762214" y="3471377"/>
                <a:chExt cx="26938" cy="26938"/>
              </a:xfrm>
            </p:grpSpPr>
            <p:sp>
              <p:nvSpPr>
                <p:cNvPr id="8688" name="Google Shape;8688;p117"/>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9" name="Google Shape;8689;p117"/>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0" name="Google Shape;8690;p117"/>
              <p:cNvGrpSpPr/>
              <p:nvPr/>
            </p:nvGrpSpPr>
            <p:grpSpPr>
              <a:xfrm>
                <a:off x="4790473" y="3344782"/>
                <a:ext cx="31405" cy="26898"/>
                <a:chOff x="4790473" y="3344782"/>
                <a:chExt cx="31405" cy="26898"/>
              </a:xfrm>
            </p:grpSpPr>
            <p:sp>
              <p:nvSpPr>
                <p:cNvPr id="8691" name="Google Shape;8691;p117"/>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2" name="Google Shape;8692;p117"/>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3" name="Google Shape;8693;p117"/>
              <p:cNvGrpSpPr/>
              <p:nvPr/>
            </p:nvGrpSpPr>
            <p:grpSpPr>
              <a:xfrm>
                <a:off x="4823774" y="3950733"/>
                <a:ext cx="37398" cy="32034"/>
                <a:chOff x="4823774" y="3950733"/>
                <a:chExt cx="37398" cy="32034"/>
              </a:xfrm>
            </p:grpSpPr>
            <p:sp>
              <p:nvSpPr>
                <p:cNvPr id="8694" name="Google Shape;8694;p117"/>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5" name="Google Shape;8695;p117"/>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6" name="Google Shape;8696;p117"/>
              <p:cNvGrpSpPr/>
              <p:nvPr/>
            </p:nvGrpSpPr>
            <p:grpSpPr>
              <a:xfrm>
                <a:off x="4823396" y="4110566"/>
                <a:ext cx="31405" cy="26906"/>
                <a:chOff x="4823396" y="4110566"/>
                <a:chExt cx="31405" cy="26906"/>
              </a:xfrm>
            </p:grpSpPr>
            <p:sp>
              <p:nvSpPr>
                <p:cNvPr id="8697" name="Google Shape;8697;p117"/>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8" name="Google Shape;8698;p117"/>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9" name="Google Shape;8699;p117"/>
              <p:cNvGrpSpPr/>
              <p:nvPr/>
            </p:nvGrpSpPr>
            <p:grpSpPr>
              <a:xfrm>
                <a:off x="4838332" y="3821150"/>
                <a:ext cx="31499" cy="26898"/>
                <a:chOff x="4838332" y="3821150"/>
                <a:chExt cx="31499" cy="26898"/>
              </a:xfrm>
            </p:grpSpPr>
            <p:sp>
              <p:nvSpPr>
                <p:cNvPr id="8700" name="Google Shape;8700;p117"/>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1" name="Google Shape;8701;p117"/>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02" name="Google Shape;8702;p117"/>
              <p:cNvGrpSpPr/>
              <p:nvPr/>
            </p:nvGrpSpPr>
            <p:grpSpPr>
              <a:xfrm>
                <a:off x="4661275" y="3815007"/>
                <a:ext cx="36824" cy="31523"/>
                <a:chOff x="4661275" y="3815007"/>
                <a:chExt cx="36824" cy="31523"/>
              </a:xfrm>
            </p:grpSpPr>
            <p:sp>
              <p:nvSpPr>
                <p:cNvPr id="8703" name="Google Shape;8703;p117"/>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4" name="Google Shape;8704;p117"/>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05" name="Google Shape;8705;p117"/>
              <p:cNvGrpSpPr/>
              <p:nvPr/>
            </p:nvGrpSpPr>
            <p:grpSpPr>
              <a:xfrm>
                <a:off x="4558998" y="3851037"/>
                <a:ext cx="33591" cy="28699"/>
                <a:chOff x="4558998" y="3851037"/>
                <a:chExt cx="33591" cy="28699"/>
              </a:xfrm>
            </p:grpSpPr>
            <p:sp>
              <p:nvSpPr>
                <p:cNvPr id="8706" name="Google Shape;8706;p117"/>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7" name="Google Shape;8707;p117"/>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08" name="Google Shape;8708;p117"/>
              <p:cNvGrpSpPr/>
              <p:nvPr/>
            </p:nvGrpSpPr>
            <p:grpSpPr>
              <a:xfrm>
                <a:off x="4696762" y="3638587"/>
                <a:ext cx="33591" cy="28794"/>
                <a:chOff x="4696762" y="3638587"/>
                <a:chExt cx="33591" cy="28794"/>
              </a:xfrm>
            </p:grpSpPr>
            <p:sp>
              <p:nvSpPr>
                <p:cNvPr id="8709" name="Google Shape;8709;p117"/>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0" name="Google Shape;8710;p117"/>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11" name="Google Shape;8711;p117"/>
              <p:cNvGrpSpPr/>
              <p:nvPr/>
            </p:nvGrpSpPr>
            <p:grpSpPr>
              <a:xfrm>
                <a:off x="4929479" y="3939140"/>
                <a:ext cx="33497" cy="28692"/>
                <a:chOff x="4929479" y="3939140"/>
                <a:chExt cx="33497" cy="28692"/>
              </a:xfrm>
            </p:grpSpPr>
            <p:sp>
              <p:nvSpPr>
                <p:cNvPr id="8712" name="Google Shape;8712;p117"/>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3" name="Google Shape;8713;p117"/>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14" name="Google Shape;8714;p117"/>
              <p:cNvGrpSpPr/>
              <p:nvPr/>
            </p:nvGrpSpPr>
            <p:grpSpPr>
              <a:xfrm>
                <a:off x="4907119" y="3986039"/>
                <a:ext cx="33497" cy="28699"/>
                <a:chOff x="4907119" y="3986039"/>
                <a:chExt cx="33497" cy="28699"/>
              </a:xfrm>
            </p:grpSpPr>
            <p:sp>
              <p:nvSpPr>
                <p:cNvPr id="8715" name="Google Shape;8715;p117"/>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6" name="Google Shape;8716;p117"/>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17" name="Google Shape;8717;p117"/>
              <p:cNvGrpSpPr/>
              <p:nvPr/>
            </p:nvGrpSpPr>
            <p:grpSpPr>
              <a:xfrm>
                <a:off x="4911783" y="4048102"/>
                <a:ext cx="33591" cy="28762"/>
                <a:chOff x="4911783" y="4048102"/>
                <a:chExt cx="33591" cy="28762"/>
              </a:xfrm>
            </p:grpSpPr>
            <p:sp>
              <p:nvSpPr>
                <p:cNvPr id="8718" name="Google Shape;8718;p117"/>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9" name="Google Shape;8719;p117"/>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720" name="Google Shape;8720;p117"/>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1" name="Google Shape;8721;p117"/>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722" name="Google Shape;8722;p117"/>
              <p:cNvGrpSpPr/>
              <p:nvPr/>
            </p:nvGrpSpPr>
            <p:grpSpPr>
              <a:xfrm>
                <a:off x="4762623" y="3837847"/>
                <a:ext cx="42416" cy="36273"/>
                <a:chOff x="4762623" y="3837847"/>
                <a:chExt cx="42416" cy="36273"/>
              </a:xfrm>
            </p:grpSpPr>
            <p:sp>
              <p:nvSpPr>
                <p:cNvPr id="8723" name="Google Shape;8723;p117"/>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4" name="Google Shape;8724;p117"/>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25" name="Google Shape;8725;p117"/>
              <p:cNvGrpSpPr/>
              <p:nvPr/>
            </p:nvGrpSpPr>
            <p:grpSpPr>
              <a:xfrm>
                <a:off x="4746044" y="4104966"/>
                <a:ext cx="33497" cy="28699"/>
                <a:chOff x="4746044" y="4104966"/>
                <a:chExt cx="33497" cy="28699"/>
              </a:xfrm>
            </p:grpSpPr>
            <p:sp>
              <p:nvSpPr>
                <p:cNvPr id="8726" name="Google Shape;8726;p117"/>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7" name="Google Shape;8727;p117"/>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28" name="Google Shape;8728;p117"/>
              <p:cNvGrpSpPr/>
              <p:nvPr/>
            </p:nvGrpSpPr>
            <p:grpSpPr>
              <a:xfrm>
                <a:off x="4859646" y="4162554"/>
                <a:ext cx="33591" cy="28762"/>
                <a:chOff x="4859646" y="4162554"/>
                <a:chExt cx="33591" cy="28762"/>
              </a:xfrm>
            </p:grpSpPr>
            <p:sp>
              <p:nvSpPr>
                <p:cNvPr id="8729" name="Google Shape;8729;p117"/>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0" name="Google Shape;8730;p117"/>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731" name="Google Shape;8731;p117"/>
            <p:cNvGrpSpPr/>
            <p:nvPr/>
          </p:nvGrpSpPr>
          <p:grpSpPr>
            <a:xfrm>
              <a:off x="3597785" y="3274438"/>
              <a:ext cx="855610" cy="1122099"/>
              <a:chOff x="3597785" y="3274438"/>
              <a:chExt cx="855610" cy="1122099"/>
            </a:xfrm>
          </p:grpSpPr>
          <p:grpSp>
            <p:nvGrpSpPr>
              <p:cNvPr id="8732" name="Google Shape;8732;p117"/>
              <p:cNvGrpSpPr/>
              <p:nvPr/>
            </p:nvGrpSpPr>
            <p:grpSpPr>
              <a:xfrm>
                <a:off x="3617857" y="3284717"/>
                <a:ext cx="826784" cy="1099165"/>
                <a:chOff x="3617857" y="3284717"/>
                <a:chExt cx="826784" cy="1099165"/>
              </a:xfrm>
            </p:grpSpPr>
            <p:sp>
              <p:nvSpPr>
                <p:cNvPr id="8733" name="Google Shape;8733;p117"/>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4" name="Google Shape;8734;p117"/>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5" name="Google Shape;8735;p117"/>
                <p:cNvSpPr/>
                <p:nvPr/>
              </p:nvSpPr>
              <p:spPr>
                <a:xfrm>
                  <a:off x="4230666" y="3943372"/>
                  <a:ext cx="15612" cy="77934"/>
                </a:xfrm>
                <a:custGeom>
                  <a:rect b="b" l="l" r="r" t="t"/>
                  <a:pathLst>
                    <a:path extrusionOk="0" fill="none" h="9909" w="1985">
                      <a:moveTo>
                        <a:pt x="1984" y="9908"/>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6" name="Google Shape;8736;p117"/>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7" name="Google Shape;8737;p117"/>
                <p:cNvSpPr/>
                <p:nvPr/>
              </p:nvSpPr>
              <p:spPr>
                <a:xfrm>
                  <a:off x="4234473" y="3939573"/>
                  <a:ext cx="143953" cy="22171"/>
                </a:xfrm>
                <a:custGeom>
                  <a:rect b="b" l="l" r="r" t="t"/>
                  <a:pathLst>
                    <a:path extrusionOk="0" fill="none" h="2819" w="18303">
                      <a:moveTo>
                        <a:pt x="0" y="0"/>
                      </a:moveTo>
                      <a:lnTo>
                        <a:pt x="18303" y="281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8" name="Google Shape;8738;p117"/>
                <p:cNvSpPr/>
                <p:nvPr/>
              </p:nvSpPr>
              <p:spPr>
                <a:xfrm>
                  <a:off x="4300405" y="4023579"/>
                  <a:ext cx="24264" cy="112650"/>
                </a:xfrm>
                <a:custGeom>
                  <a:rect b="b" l="l" r="r" t="t"/>
                  <a:pathLst>
                    <a:path extrusionOk="0" fill="none" h="14323" w="3085">
                      <a:moveTo>
                        <a:pt x="0" y="14323"/>
                      </a:moveTo>
                      <a:lnTo>
                        <a:pt x="3085"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9" name="Google Shape;8739;p117"/>
                <p:cNvSpPr/>
                <p:nvPr/>
              </p:nvSpPr>
              <p:spPr>
                <a:xfrm>
                  <a:off x="4324661" y="4019772"/>
                  <a:ext cx="40544" cy="140154"/>
                </a:xfrm>
                <a:custGeom>
                  <a:rect b="b" l="l" r="r" t="t"/>
                  <a:pathLst>
                    <a:path extrusionOk="0" fill="none" h="17820" w="5155">
                      <a:moveTo>
                        <a:pt x="1" y="1"/>
                      </a:moveTo>
                      <a:lnTo>
                        <a:pt x="5154" y="1781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0" name="Google Shape;8740;p117"/>
                <p:cNvSpPr/>
                <p:nvPr/>
              </p:nvSpPr>
              <p:spPr>
                <a:xfrm>
                  <a:off x="4324661" y="4019772"/>
                  <a:ext cx="104282" cy="52522"/>
                </a:xfrm>
                <a:custGeom>
                  <a:rect b="b" l="l" r="r" t="t"/>
                  <a:pathLst>
                    <a:path extrusionOk="0" fill="none" h="6678" w="13259">
                      <a:moveTo>
                        <a:pt x="1" y="1"/>
                      </a:moveTo>
                      <a:lnTo>
                        <a:pt x="13259" y="667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1" name="Google Shape;8741;p117"/>
                <p:cNvSpPr/>
                <p:nvPr/>
              </p:nvSpPr>
              <p:spPr>
                <a:xfrm>
                  <a:off x="4328467" y="3989901"/>
                  <a:ext cx="113421" cy="29879"/>
                </a:xfrm>
                <a:custGeom>
                  <a:rect b="b" l="l" r="r" t="t"/>
                  <a:pathLst>
                    <a:path extrusionOk="0" fill="none" h="3799" w="14421">
                      <a:moveTo>
                        <a:pt x="14420" y="0"/>
                      </a:moveTo>
                      <a:lnTo>
                        <a:pt x="1" y="379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2" name="Google Shape;8742;p117"/>
                <p:cNvSpPr/>
                <p:nvPr/>
              </p:nvSpPr>
              <p:spPr>
                <a:xfrm>
                  <a:off x="4224193" y="4019772"/>
                  <a:ext cx="23886" cy="76975"/>
                </a:xfrm>
                <a:custGeom>
                  <a:rect b="b" l="l" r="r" t="t"/>
                  <a:pathLst>
                    <a:path extrusionOk="0" fill="none" h="9787" w="3037">
                      <a:moveTo>
                        <a:pt x="1" y="9787"/>
                      </a:moveTo>
                      <a:lnTo>
                        <a:pt x="3037"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3" name="Google Shape;8743;p117"/>
                <p:cNvSpPr/>
                <p:nvPr/>
              </p:nvSpPr>
              <p:spPr>
                <a:xfrm>
                  <a:off x="4248071" y="4019772"/>
                  <a:ext cx="52342" cy="116457"/>
                </a:xfrm>
                <a:custGeom>
                  <a:rect b="b" l="l" r="r" t="t"/>
                  <a:pathLst>
                    <a:path extrusionOk="0" fill="none" h="14807" w="6655">
                      <a:moveTo>
                        <a:pt x="1" y="1"/>
                      </a:moveTo>
                      <a:lnTo>
                        <a:pt x="6654" y="1480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4" name="Google Shape;8744;p117"/>
                <p:cNvSpPr/>
                <p:nvPr/>
              </p:nvSpPr>
              <p:spPr>
                <a:xfrm>
                  <a:off x="4300405" y="4138982"/>
                  <a:ext cx="6567" cy="119029"/>
                </a:xfrm>
                <a:custGeom>
                  <a:rect b="b" l="l" r="r" t="t"/>
                  <a:pathLst>
                    <a:path extrusionOk="0" fill="none" h="15134" w="835">
                      <a:moveTo>
                        <a:pt x="0" y="1"/>
                      </a:moveTo>
                      <a:lnTo>
                        <a:pt x="835" y="1513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5" name="Google Shape;8745;p117"/>
                <p:cNvSpPr/>
                <p:nvPr/>
              </p:nvSpPr>
              <p:spPr>
                <a:xfrm>
                  <a:off x="4219726" y="4200164"/>
                  <a:ext cx="85343" cy="60513"/>
                </a:xfrm>
                <a:custGeom>
                  <a:rect b="b" l="l" r="r" t="t"/>
                  <a:pathLst>
                    <a:path extrusionOk="0" fill="none" h="7694" w="10851">
                      <a:moveTo>
                        <a:pt x="0" y="0"/>
                      </a:moveTo>
                      <a:lnTo>
                        <a:pt x="10851" y="769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6" name="Google Shape;8746;p117"/>
                <p:cNvSpPr/>
                <p:nvPr/>
              </p:nvSpPr>
              <p:spPr>
                <a:xfrm>
                  <a:off x="4223430" y="4137275"/>
                  <a:ext cx="81930" cy="15132"/>
                </a:xfrm>
                <a:custGeom>
                  <a:rect b="b" l="l" r="r" t="t"/>
                  <a:pathLst>
                    <a:path extrusionOk="0" fill="none" h="1924" w="10417">
                      <a:moveTo>
                        <a:pt x="1" y="1923"/>
                      </a:moveTo>
                      <a:lnTo>
                        <a:pt x="10416"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7" name="Google Shape;8747;p117"/>
                <p:cNvSpPr/>
                <p:nvPr/>
              </p:nvSpPr>
              <p:spPr>
                <a:xfrm>
                  <a:off x="4303638" y="4138982"/>
                  <a:ext cx="59947" cy="23894"/>
                </a:xfrm>
                <a:custGeom>
                  <a:rect b="b" l="l" r="r" t="t"/>
                  <a:pathLst>
                    <a:path extrusionOk="0" fill="none" h="3038" w="7622">
                      <a:moveTo>
                        <a:pt x="7621" y="3037"/>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8" name="Google Shape;8748;p117"/>
                <p:cNvSpPr/>
                <p:nvPr/>
              </p:nvSpPr>
              <p:spPr>
                <a:xfrm>
                  <a:off x="4201644" y="4267237"/>
                  <a:ext cx="39970" cy="77164"/>
                </a:xfrm>
                <a:custGeom>
                  <a:rect b="b" l="l" r="r" t="t"/>
                  <a:pathLst>
                    <a:path extrusionOk="0" fill="none" h="9811" w="5082">
                      <a:moveTo>
                        <a:pt x="1" y="0"/>
                      </a:moveTo>
                      <a:lnTo>
                        <a:pt x="5081" y="981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9" name="Google Shape;8749;p117"/>
                <p:cNvSpPr/>
                <p:nvPr/>
              </p:nvSpPr>
              <p:spPr>
                <a:xfrm>
                  <a:off x="4203831" y="4258003"/>
                  <a:ext cx="103142" cy="9241"/>
                </a:xfrm>
                <a:custGeom>
                  <a:rect b="b" l="l" r="r" t="t"/>
                  <a:pathLst>
                    <a:path extrusionOk="0" fill="none" h="1175" w="13114">
                      <a:moveTo>
                        <a:pt x="1" y="1174"/>
                      </a:moveTo>
                      <a:lnTo>
                        <a:pt x="1311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0" name="Google Shape;8750;p117"/>
                <p:cNvSpPr/>
                <p:nvPr/>
              </p:nvSpPr>
              <p:spPr>
                <a:xfrm>
                  <a:off x="4179001" y="3943372"/>
                  <a:ext cx="51673" cy="104951"/>
                </a:xfrm>
                <a:custGeom>
                  <a:rect b="b" l="l" r="r" t="t"/>
                  <a:pathLst>
                    <a:path extrusionOk="0" fill="none" h="13344" w="6570">
                      <a:moveTo>
                        <a:pt x="1" y="13344"/>
                      </a:moveTo>
                      <a:lnTo>
                        <a:pt x="656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1" name="Google Shape;8751;p117"/>
                <p:cNvSpPr/>
                <p:nvPr/>
              </p:nvSpPr>
              <p:spPr>
                <a:xfrm>
                  <a:off x="4248071" y="4019772"/>
                  <a:ext cx="76597" cy="8"/>
                </a:xfrm>
                <a:custGeom>
                  <a:rect b="b" l="l" r="r" t="t"/>
                  <a:pathLst>
                    <a:path extrusionOk="0" fill="none" h="1" w="9739">
                      <a:moveTo>
                        <a:pt x="1" y="1"/>
                      </a:moveTo>
                      <a:lnTo>
                        <a:pt x="973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2" name="Google Shape;8752;p117"/>
                <p:cNvSpPr/>
                <p:nvPr/>
              </p:nvSpPr>
              <p:spPr>
                <a:xfrm>
                  <a:off x="4219529" y="4138982"/>
                  <a:ext cx="84116" cy="63282"/>
                </a:xfrm>
                <a:custGeom>
                  <a:rect b="b" l="l" r="r" t="t"/>
                  <a:pathLst>
                    <a:path extrusionOk="0" fill="none" h="8046" w="10695">
                      <a:moveTo>
                        <a:pt x="1" y="8045"/>
                      </a:moveTo>
                      <a:lnTo>
                        <a:pt x="1069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3" name="Google Shape;8753;p117"/>
                <p:cNvSpPr/>
                <p:nvPr/>
              </p:nvSpPr>
              <p:spPr>
                <a:xfrm>
                  <a:off x="3654964" y="3289853"/>
                  <a:ext cx="46820" cy="63848"/>
                </a:xfrm>
                <a:custGeom>
                  <a:rect b="b" l="l" r="r" t="t"/>
                  <a:pathLst>
                    <a:path extrusionOk="0" fill="none" h="8118" w="5953">
                      <a:moveTo>
                        <a:pt x="1" y="0"/>
                      </a:moveTo>
                      <a:lnTo>
                        <a:pt x="5952" y="811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4" name="Google Shape;8754;p117"/>
                <p:cNvSpPr/>
                <p:nvPr/>
              </p:nvSpPr>
              <p:spPr>
                <a:xfrm>
                  <a:off x="3619760" y="3353693"/>
                  <a:ext cx="85736" cy="36730"/>
                </a:xfrm>
                <a:custGeom>
                  <a:rect b="b" l="l" r="r" t="t"/>
                  <a:pathLst>
                    <a:path extrusionOk="0" fill="none" h="4670" w="10901">
                      <a:moveTo>
                        <a:pt x="1" y="4670"/>
                      </a:moveTo>
                      <a:lnTo>
                        <a:pt x="1090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5" name="Google Shape;8755;p117"/>
                <p:cNvSpPr/>
                <p:nvPr/>
              </p:nvSpPr>
              <p:spPr>
                <a:xfrm>
                  <a:off x="3703011" y="3354739"/>
                  <a:ext cx="70415" cy="79350"/>
                </a:xfrm>
                <a:custGeom>
                  <a:rect b="b" l="l" r="r" t="t"/>
                  <a:pathLst>
                    <a:path extrusionOk="0" fill="none" h="10089" w="8953">
                      <a:moveTo>
                        <a:pt x="1" y="0"/>
                      </a:moveTo>
                      <a:lnTo>
                        <a:pt x="8952" y="1008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6" name="Google Shape;8756;p117"/>
                <p:cNvSpPr/>
                <p:nvPr/>
              </p:nvSpPr>
              <p:spPr>
                <a:xfrm>
                  <a:off x="3779884" y="3366443"/>
                  <a:ext cx="34449" cy="67647"/>
                </a:xfrm>
                <a:custGeom>
                  <a:rect b="b" l="l" r="r" t="t"/>
                  <a:pathLst>
                    <a:path extrusionOk="0" fill="none" h="8601" w="4380">
                      <a:moveTo>
                        <a:pt x="1" y="8601"/>
                      </a:moveTo>
                      <a:lnTo>
                        <a:pt x="438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7" name="Google Shape;8757;p117"/>
                <p:cNvSpPr/>
                <p:nvPr/>
              </p:nvSpPr>
              <p:spPr>
                <a:xfrm>
                  <a:off x="3701776" y="3353693"/>
                  <a:ext cx="116363" cy="12757"/>
                </a:xfrm>
                <a:custGeom>
                  <a:rect b="b" l="l" r="r" t="t"/>
                  <a:pathLst>
                    <a:path extrusionOk="0" fill="none" h="1622" w="14795">
                      <a:moveTo>
                        <a:pt x="14795" y="1621"/>
                      </a:moveTo>
                      <a:lnTo>
                        <a:pt x="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8" name="Google Shape;8758;p117"/>
                <p:cNvSpPr/>
                <p:nvPr/>
              </p:nvSpPr>
              <p:spPr>
                <a:xfrm>
                  <a:off x="3701776" y="3313063"/>
                  <a:ext cx="227204" cy="40638"/>
                </a:xfrm>
                <a:custGeom>
                  <a:rect b="b" l="l" r="r" t="t"/>
                  <a:pathLst>
                    <a:path extrusionOk="0" fill="none" h="5167" w="28888">
                      <a:moveTo>
                        <a:pt x="28887" y="1"/>
                      </a:moveTo>
                      <a:lnTo>
                        <a:pt x="0" y="51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9" name="Google Shape;8759;p117"/>
                <p:cNvSpPr/>
                <p:nvPr/>
              </p:nvSpPr>
              <p:spPr>
                <a:xfrm>
                  <a:off x="3888633" y="3313063"/>
                  <a:ext cx="40347" cy="114467"/>
                </a:xfrm>
                <a:custGeom>
                  <a:rect b="b" l="l" r="r" t="t"/>
                  <a:pathLst>
                    <a:path extrusionOk="0" fill="none" h="14554" w="5130">
                      <a:moveTo>
                        <a:pt x="5129" y="1"/>
                      </a:moveTo>
                      <a:lnTo>
                        <a:pt x="0" y="1455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0" name="Google Shape;8760;p117"/>
                <p:cNvSpPr/>
                <p:nvPr/>
              </p:nvSpPr>
              <p:spPr>
                <a:xfrm>
                  <a:off x="3814325" y="3366443"/>
                  <a:ext cx="74316" cy="61087"/>
                </a:xfrm>
                <a:custGeom>
                  <a:rect b="b" l="l" r="r" t="t"/>
                  <a:pathLst>
                    <a:path extrusionOk="0" fill="none" h="7767" w="9449">
                      <a:moveTo>
                        <a:pt x="1" y="0"/>
                      </a:moveTo>
                      <a:lnTo>
                        <a:pt x="9448" y="77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1" name="Google Shape;8761;p117"/>
                <p:cNvSpPr/>
                <p:nvPr/>
              </p:nvSpPr>
              <p:spPr>
                <a:xfrm>
                  <a:off x="3838399" y="3427522"/>
                  <a:ext cx="50242" cy="67749"/>
                </a:xfrm>
                <a:custGeom>
                  <a:rect b="b" l="l" r="r" t="t"/>
                  <a:pathLst>
                    <a:path extrusionOk="0" fill="none" h="8614" w="6388">
                      <a:moveTo>
                        <a:pt x="0" y="8613"/>
                      </a:moveTo>
                      <a:lnTo>
                        <a:pt x="638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2" name="Google Shape;8762;p117"/>
                <p:cNvSpPr/>
                <p:nvPr/>
              </p:nvSpPr>
              <p:spPr>
                <a:xfrm>
                  <a:off x="3814325" y="3313063"/>
                  <a:ext cx="114656" cy="53388"/>
                </a:xfrm>
                <a:custGeom>
                  <a:rect b="b" l="l" r="r" t="t"/>
                  <a:pathLst>
                    <a:path extrusionOk="0" fill="none" h="6788" w="14578">
                      <a:moveTo>
                        <a:pt x="1" y="6787"/>
                      </a:moveTo>
                      <a:lnTo>
                        <a:pt x="14577"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3" name="Google Shape;8763;p117"/>
                <p:cNvSpPr/>
                <p:nvPr/>
              </p:nvSpPr>
              <p:spPr>
                <a:xfrm>
                  <a:off x="3888633" y="3427522"/>
                  <a:ext cx="55377" cy="76212"/>
                </a:xfrm>
                <a:custGeom>
                  <a:rect b="b" l="l" r="r" t="t"/>
                  <a:pathLst>
                    <a:path extrusionOk="0" fill="none" h="9690" w="7041">
                      <a:moveTo>
                        <a:pt x="0" y="0"/>
                      </a:moveTo>
                      <a:lnTo>
                        <a:pt x="7041" y="969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4" name="Google Shape;8764;p117"/>
                <p:cNvSpPr/>
                <p:nvPr/>
              </p:nvSpPr>
              <p:spPr>
                <a:xfrm>
                  <a:off x="3944003" y="3406208"/>
                  <a:ext cx="40631" cy="97526"/>
                </a:xfrm>
                <a:custGeom>
                  <a:rect b="b" l="l" r="r" t="t"/>
                  <a:pathLst>
                    <a:path extrusionOk="0" fill="none" h="12400" w="5166">
                      <a:moveTo>
                        <a:pt x="1" y="12400"/>
                      </a:moveTo>
                      <a:lnTo>
                        <a:pt x="516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5" name="Google Shape;8765;p117"/>
                <p:cNvSpPr/>
                <p:nvPr/>
              </p:nvSpPr>
              <p:spPr>
                <a:xfrm>
                  <a:off x="3984625" y="3357500"/>
                  <a:ext cx="55291" cy="48716"/>
                </a:xfrm>
                <a:custGeom>
                  <a:rect b="b" l="l" r="r" t="t"/>
                  <a:pathLst>
                    <a:path extrusionOk="0" fill="none" h="6194" w="7030">
                      <a:moveTo>
                        <a:pt x="1" y="6194"/>
                      </a:moveTo>
                      <a:lnTo>
                        <a:pt x="702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6" name="Google Shape;8766;p117"/>
                <p:cNvSpPr/>
                <p:nvPr/>
              </p:nvSpPr>
              <p:spPr>
                <a:xfrm>
                  <a:off x="3888633" y="3406208"/>
                  <a:ext cx="96000" cy="21322"/>
                </a:xfrm>
                <a:custGeom>
                  <a:rect b="b" l="l" r="r" t="t"/>
                  <a:pathLst>
                    <a:path extrusionOk="0" fill="none" h="2711" w="12206">
                      <a:moveTo>
                        <a:pt x="0" y="2710"/>
                      </a:moveTo>
                      <a:lnTo>
                        <a:pt x="1220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7" name="Google Shape;8767;p117"/>
                <p:cNvSpPr/>
                <p:nvPr/>
              </p:nvSpPr>
              <p:spPr>
                <a:xfrm>
                  <a:off x="3984625" y="3406208"/>
                  <a:ext cx="42251" cy="136348"/>
                </a:xfrm>
                <a:custGeom>
                  <a:rect b="b" l="l" r="r" t="t"/>
                  <a:pathLst>
                    <a:path extrusionOk="0" fill="none" h="17336" w="5372">
                      <a:moveTo>
                        <a:pt x="1" y="1"/>
                      </a:moveTo>
                      <a:lnTo>
                        <a:pt x="5372" y="1733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8" name="Google Shape;8768;p117"/>
                <p:cNvSpPr/>
                <p:nvPr/>
              </p:nvSpPr>
              <p:spPr>
                <a:xfrm>
                  <a:off x="4026868" y="3427522"/>
                  <a:ext cx="35597" cy="115033"/>
                </a:xfrm>
                <a:custGeom>
                  <a:rect b="b" l="l" r="r" t="t"/>
                  <a:pathLst>
                    <a:path extrusionOk="0" fill="none" h="14626" w="4526">
                      <a:moveTo>
                        <a:pt x="1" y="14625"/>
                      </a:moveTo>
                      <a:lnTo>
                        <a:pt x="4525"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9" name="Google Shape;8769;p117"/>
                <p:cNvSpPr/>
                <p:nvPr/>
              </p:nvSpPr>
              <p:spPr>
                <a:xfrm>
                  <a:off x="3876261" y="3542548"/>
                  <a:ext cx="150615" cy="52051"/>
                </a:xfrm>
                <a:custGeom>
                  <a:rect b="b" l="l" r="r" t="t"/>
                  <a:pathLst>
                    <a:path extrusionOk="0" fill="none" h="6618" w="19150">
                      <a:moveTo>
                        <a:pt x="1" y="6617"/>
                      </a:moveTo>
                      <a:lnTo>
                        <a:pt x="1915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0" name="Google Shape;8770;p117"/>
                <p:cNvSpPr/>
                <p:nvPr/>
              </p:nvSpPr>
              <p:spPr>
                <a:xfrm>
                  <a:off x="4006702" y="3542548"/>
                  <a:ext cx="20174" cy="99044"/>
                </a:xfrm>
                <a:custGeom>
                  <a:rect b="b" l="l" r="r" t="t"/>
                  <a:pathLst>
                    <a:path extrusionOk="0" fill="none" h="12593" w="2565">
                      <a:moveTo>
                        <a:pt x="2565" y="0"/>
                      </a:moveTo>
                      <a:lnTo>
                        <a:pt x="0" y="1259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1" name="Google Shape;8771;p117"/>
                <p:cNvSpPr/>
                <p:nvPr/>
              </p:nvSpPr>
              <p:spPr>
                <a:xfrm>
                  <a:off x="3912700" y="3641584"/>
                  <a:ext cx="97817" cy="41779"/>
                </a:xfrm>
                <a:custGeom>
                  <a:rect b="b" l="l" r="r" t="t"/>
                  <a:pathLst>
                    <a:path extrusionOk="0" fill="none" h="5312" w="12437">
                      <a:moveTo>
                        <a:pt x="1" y="5311"/>
                      </a:moveTo>
                      <a:lnTo>
                        <a:pt x="1243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2" name="Google Shape;8772;p117"/>
                <p:cNvSpPr/>
                <p:nvPr/>
              </p:nvSpPr>
              <p:spPr>
                <a:xfrm>
                  <a:off x="3875601" y="3503726"/>
                  <a:ext cx="68410" cy="89158"/>
                </a:xfrm>
                <a:custGeom>
                  <a:rect b="b" l="l" r="r" t="t"/>
                  <a:pathLst>
                    <a:path extrusionOk="0" fill="none" h="11336" w="8698">
                      <a:moveTo>
                        <a:pt x="8698" y="1"/>
                      </a:moveTo>
                      <a:lnTo>
                        <a:pt x="0" y="1133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3" name="Google Shape;8773;p117"/>
                <p:cNvSpPr/>
                <p:nvPr/>
              </p:nvSpPr>
              <p:spPr>
                <a:xfrm>
                  <a:off x="3944003" y="3503726"/>
                  <a:ext cx="89441" cy="36163"/>
                </a:xfrm>
                <a:custGeom>
                  <a:rect b="b" l="l" r="r" t="t"/>
                  <a:pathLst>
                    <a:path extrusionOk="0" fill="none" h="4598" w="11372">
                      <a:moveTo>
                        <a:pt x="1" y="1"/>
                      </a:moveTo>
                      <a:lnTo>
                        <a:pt x="11372" y="459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4" name="Google Shape;8774;p117"/>
                <p:cNvSpPr/>
                <p:nvPr/>
              </p:nvSpPr>
              <p:spPr>
                <a:xfrm>
                  <a:off x="4033436" y="3490599"/>
                  <a:ext cx="132824" cy="49290"/>
                </a:xfrm>
                <a:custGeom>
                  <a:rect b="b" l="l" r="r" t="t"/>
                  <a:pathLst>
                    <a:path extrusionOk="0" fill="none" h="6267" w="16888">
                      <a:moveTo>
                        <a:pt x="1" y="6267"/>
                      </a:moveTo>
                      <a:lnTo>
                        <a:pt x="16888"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5" name="Google Shape;8775;p117"/>
                <p:cNvSpPr/>
                <p:nvPr/>
              </p:nvSpPr>
              <p:spPr>
                <a:xfrm>
                  <a:off x="4166252" y="3490599"/>
                  <a:ext cx="73459" cy="95528"/>
                </a:xfrm>
                <a:custGeom>
                  <a:rect b="b" l="l" r="r" t="t"/>
                  <a:pathLst>
                    <a:path extrusionOk="0" fill="none" h="12146" w="9340">
                      <a:moveTo>
                        <a:pt x="1" y="0"/>
                      </a:moveTo>
                      <a:lnTo>
                        <a:pt x="9339" y="1214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6" name="Google Shape;8776;p117"/>
                <p:cNvSpPr/>
                <p:nvPr/>
              </p:nvSpPr>
              <p:spPr>
                <a:xfrm>
                  <a:off x="4027726" y="3539882"/>
                  <a:ext cx="211985" cy="39970"/>
                </a:xfrm>
                <a:custGeom>
                  <a:rect b="b" l="l" r="r" t="t"/>
                  <a:pathLst>
                    <a:path extrusionOk="0" fill="none" h="5082" w="26953">
                      <a:moveTo>
                        <a:pt x="26952" y="5081"/>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7" name="Google Shape;8777;p117"/>
                <p:cNvSpPr/>
                <p:nvPr/>
              </p:nvSpPr>
              <p:spPr>
                <a:xfrm>
                  <a:off x="4027726" y="3539882"/>
                  <a:ext cx="99720" cy="174878"/>
                </a:xfrm>
                <a:custGeom>
                  <a:rect b="b" l="l" r="r" t="t"/>
                  <a:pathLst>
                    <a:path extrusionOk="0" fill="none" h="22235" w="12679">
                      <a:moveTo>
                        <a:pt x="1" y="1"/>
                      </a:moveTo>
                      <a:lnTo>
                        <a:pt x="12678" y="2223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8" name="Google Shape;8778;p117"/>
                <p:cNvSpPr/>
                <p:nvPr/>
              </p:nvSpPr>
              <p:spPr>
                <a:xfrm>
                  <a:off x="4027726" y="3539882"/>
                  <a:ext cx="159754" cy="111707"/>
                </a:xfrm>
                <a:custGeom>
                  <a:rect b="b" l="l" r="r" t="t"/>
                  <a:pathLst>
                    <a:path extrusionOk="0" fill="none" h="14203" w="20312">
                      <a:moveTo>
                        <a:pt x="1" y="1"/>
                      </a:moveTo>
                      <a:lnTo>
                        <a:pt x="20311" y="1420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9" name="Google Shape;8779;p117"/>
                <p:cNvSpPr/>
                <p:nvPr/>
              </p:nvSpPr>
              <p:spPr>
                <a:xfrm>
                  <a:off x="4006702" y="3641584"/>
                  <a:ext cx="120743" cy="73176"/>
                </a:xfrm>
                <a:custGeom>
                  <a:rect b="b" l="l" r="r" t="t"/>
                  <a:pathLst>
                    <a:path extrusionOk="0" fill="none" h="9304" w="15352">
                      <a:moveTo>
                        <a:pt x="0" y="1"/>
                      </a:moveTo>
                      <a:lnTo>
                        <a:pt x="15351" y="930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0" name="Google Shape;8780;p117"/>
                <p:cNvSpPr/>
                <p:nvPr/>
              </p:nvSpPr>
              <p:spPr>
                <a:xfrm>
                  <a:off x="4006702" y="3641584"/>
                  <a:ext cx="39773" cy="140249"/>
                </a:xfrm>
                <a:custGeom>
                  <a:rect b="b" l="l" r="r" t="t"/>
                  <a:pathLst>
                    <a:path extrusionOk="0" fill="none" h="17832" w="5057">
                      <a:moveTo>
                        <a:pt x="5057" y="17832"/>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1" name="Google Shape;8781;p117"/>
                <p:cNvSpPr/>
                <p:nvPr/>
              </p:nvSpPr>
              <p:spPr>
                <a:xfrm>
                  <a:off x="3996423" y="3784585"/>
                  <a:ext cx="51862" cy="10280"/>
                </a:xfrm>
                <a:custGeom>
                  <a:rect b="b" l="l" r="r" t="t"/>
                  <a:pathLst>
                    <a:path extrusionOk="0" fill="none" h="1307" w="6594">
                      <a:moveTo>
                        <a:pt x="1" y="1307"/>
                      </a:moveTo>
                      <a:lnTo>
                        <a:pt x="659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2" name="Google Shape;8782;p117"/>
                <p:cNvSpPr/>
                <p:nvPr/>
              </p:nvSpPr>
              <p:spPr>
                <a:xfrm>
                  <a:off x="4048277" y="3784585"/>
                  <a:ext cx="47583" cy="68890"/>
                </a:xfrm>
                <a:custGeom>
                  <a:rect b="b" l="l" r="r" t="t"/>
                  <a:pathLst>
                    <a:path extrusionOk="0" fill="none" h="8759" w="6050">
                      <a:moveTo>
                        <a:pt x="1" y="0"/>
                      </a:moveTo>
                      <a:lnTo>
                        <a:pt x="6049" y="875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3" name="Google Shape;8783;p117"/>
                <p:cNvSpPr/>
                <p:nvPr/>
              </p:nvSpPr>
              <p:spPr>
                <a:xfrm>
                  <a:off x="4095947" y="3788392"/>
                  <a:ext cx="10280" cy="64894"/>
                </a:xfrm>
                <a:custGeom>
                  <a:rect b="b" l="l" r="r" t="t"/>
                  <a:pathLst>
                    <a:path extrusionOk="0" fill="none" h="8251" w="1307">
                      <a:moveTo>
                        <a:pt x="0" y="8250"/>
                      </a:moveTo>
                      <a:lnTo>
                        <a:pt x="130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4" name="Google Shape;8784;p117"/>
                <p:cNvSpPr/>
                <p:nvPr/>
              </p:nvSpPr>
              <p:spPr>
                <a:xfrm>
                  <a:off x="4095852" y="3853467"/>
                  <a:ext cx="45672" cy="15895"/>
                </a:xfrm>
                <a:custGeom>
                  <a:rect b="b" l="l" r="r" t="t"/>
                  <a:pathLst>
                    <a:path extrusionOk="0" fill="none" h="2021" w="5807">
                      <a:moveTo>
                        <a:pt x="0" y="0"/>
                      </a:moveTo>
                      <a:lnTo>
                        <a:pt x="5807" y="20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5" name="Google Shape;8785;p117"/>
                <p:cNvSpPr/>
                <p:nvPr/>
              </p:nvSpPr>
              <p:spPr>
                <a:xfrm>
                  <a:off x="4138567" y="3868308"/>
                  <a:ext cx="16469" cy="101710"/>
                </a:xfrm>
                <a:custGeom>
                  <a:rect b="b" l="l" r="r" t="t"/>
                  <a:pathLst>
                    <a:path extrusionOk="0" fill="none" h="12932" w="2094">
                      <a:moveTo>
                        <a:pt x="1" y="1"/>
                      </a:moveTo>
                      <a:lnTo>
                        <a:pt x="2093" y="1293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6" name="Google Shape;8786;p117"/>
                <p:cNvSpPr/>
                <p:nvPr/>
              </p:nvSpPr>
              <p:spPr>
                <a:xfrm>
                  <a:off x="3875601" y="3592876"/>
                  <a:ext cx="131110" cy="48716"/>
                </a:xfrm>
                <a:custGeom>
                  <a:rect b="b" l="l" r="r" t="t"/>
                  <a:pathLst>
                    <a:path extrusionOk="0" fill="none" h="6194" w="16670">
                      <a:moveTo>
                        <a:pt x="0" y="0"/>
                      </a:moveTo>
                      <a:lnTo>
                        <a:pt x="16669" y="619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7" name="Google Shape;8787;p117"/>
                <p:cNvSpPr/>
                <p:nvPr/>
              </p:nvSpPr>
              <p:spPr>
                <a:xfrm>
                  <a:off x="4164828" y="3394410"/>
                  <a:ext cx="26458" cy="93153"/>
                </a:xfrm>
                <a:custGeom>
                  <a:rect b="b" l="l" r="r" t="t"/>
                  <a:pathLst>
                    <a:path extrusionOk="0" fill="none" h="11844" w="3364">
                      <a:moveTo>
                        <a:pt x="0" y="11843"/>
                      </a:moveTo>
                      <a:lnTo>
                        <a:pt x="3363"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8" name="Google Shape;8788;p117"/>
                <p:cNvSpPr/>
                <p:nvPr/>
              </p:nvSpPr>
              <p:spPr>
                <a:xfrm>
                  <a:off x="4191278" y="3394410"/>
                  <a:ext cx="86586" cy="52719"/>
                </a:xfrm>
                <a:custGeom>
                  <a:rect b="b" l="l" r="r" t="t"/>
                  <a:pathLst>
                    <a:path extrusionOk="0" fill="none" h="6703" w="11009">
                      <a:moveTo>
                        <a:pt x="0" y="1"/>
                      </a:moveTo>
                      <a:lnTo>
                        <a:pt x="11008" y="670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89" name="Google Shape;8789;p117"/>
              <p:cNvGrpSpPr/>
              <p:nvPr/>
            </p:nvGrpSpPr>
            <p:grpSpPr>
              <a:xfrm>
                <a:off x="4180904" y="4251758"/>
                <a:ext cx="37783" cy="32420"/>
                <a:chOff x="4180904" y="4251758"/>
                <a:chExt cx="37783" cy="32420"/>
              </a:xfrm>
            </p:grpSpPr>
            <p:sp>
              <p:nvSpPr>
                <p:cNvPr id="8790" name="Google Shape;8790;p117"/>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1" name="Google Shape;8791;p117"/>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92" name="Google Shape;8792;p117"/>
              <p:cNvGrpSpPr/>
              <p:nvPr/>
            </p:nvGrpSpPr>
            <p:grpSpPr>
              <a:xfrm>
                <a:off x="4201644" y="4081324"/>
                <a:ext cx="37783" cy="32364"/>
                <a:chOff x="4201644" y="4081324"/>
                <a:chExt cx="37783" cy="32364"/>
              </a:xfrm>
            </p:grpSpPr>
            <p:sp>
              <p:nvSpPr>
                <p:cNvPr id="8793" name="Google Shape;8793;p117"/>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4" name="Google Shape;8794;p117"/>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95" name="Google Shape;8795;p117"/>
              <p:cNvGrpSpPr/>
              <p:nvPr/>
            </p:nvGrpSpPr>
            <p:grpSpPr>
              <a:xfrm>
                <a:off x="4284416" y="3887428"/>
                <a:ext cx="37783" cy="32451"/>
                <a:chOff x="4284416" y="3887428"/>
                <a:chExt cx="37783" cy="32451"/>
              </a:xfrm>
            </p:grpSpPr>
            <p:sp>
              <p:nvSpPr>
                <p:cNvPr id="8796" name="Google Shape;8796;p117"/>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7" name="Google Shape;8797;p117"/>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98" name="Google Shape;8798;p117"/>
              <p:cNvGrpSpPr/>
              <p:nvPr/>
            </p:nvGrpSpPr>
            <p:grpSpPr>
              <a:xfrm>
                <a:off x="4223721" y="3860404"/>
                <a:ext cx="37870" cy="32364"/>
                <a:chOff x="4223721" y="3860404"/>
                <a:chExt cx="37870" cy="32364"/>
              </a:xfrm>
            </p:grpSpPr>
            <p:sp>
              <p:nvSpPr>
                <p:cNvPr id="8799" name="Google Shape;8799;p117"/>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0" name="Google Shape;8800;p117"/>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01" name="Google Shape;8801;p117"/>
              <p:cNvGrpSpPr/>
              <p:nvPr/>
            </p:nvGrpSpPr>
            <p:grpSpPr>
              <a:xfrm>
                <a:off x="4104889" y="3699242"/>
                <a:ext cx="37776" cy="32357"/>
                <a:chOff x="4104889" y="3699242"/>
                <a:chExt cx="37776" cy="32357"/>
              </a:xfrm>
            </p:grpSpPr>
            <p:sp>
              <p:nvSpPr>
                <p:cNvPr id="8802" name="Google Shape;8802;p117"/>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3" name="Google Shape;8803;p117"/>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04" name="Google Shape;8804;p117"/>
              <p:cNvGrpSpPr/>
              <p:nvPr/>
            </p:nvGrpSpPr>
            <p:grpSpPr>
              <a:xfrm>
                <a:off x="4143608" y="3475121"/>
                <a:ext cx="37878" cy="32420"/>
                <a:chOff x="4143608" y="3475121"/>
                <a:chExt cx="37878" cy="32420"/>
              </a:xfrm>
            </p:grpSpPr>
            <p:sp>
              <p:nvSpPr>
                <p:cNvPr id="8805" name="Google Shape;8805;p117"/>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6" name="Google Shape;8806;p117"/>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07" name="Google Shape;8807;p117"/>
              <p:cNvGrpSpPr/>
              <p:nvPr/>
            </p:nvGrpSpPr>
            <p:grpSpPr>
              <a:xfrm>
                <a:off x="4217248" y="3570893"/>
                <a:ext cx="37776" cy="32364"/>
                <a:chOff x="4217248" y="3570893"/>
                <a:chExt cx="37776" cy="32364"/>
              </a:xfrm>
            </p:grpSpPr>
            <p:sp>
              <p:nvSpPr>
                <p:cNvPr id="8808" name="Google Shape;8808;p117"/>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9" name="Google Shape;8809;p117"/>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10" name="Google Shape;8810;p117"/>
              <p:cNvGrpSpPr/>
              <p:nvPr/>
            </p:nvGrpSpPr>
            <p:grpSpPr>
              <a:xfrm>
                <a:off x="4255307" y="3431612"/>
                <a:ext cx="37776" cy="32451"/>
                <a:chOff x="4255307" y="3431612"/>
                <a:chExt cx="37776" cy="32451"/>
              </a:xfrm>
            </p:grpSpPr>
            <p:sp>
              <p:nvSpPr>
                <p:cNvPr id="8811" name="Google Shape;8811;p117"/>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2" name="Google Shape;8812;p117"/>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13" name="Google Shape;8813;p117"/>
              <p:cNvGrpSpPr/>
              <p:nvPr/>
            </p:nvGrpSpPr>
            <p:grpSpPr>
              <a:xfrm>
                <a:off x="3853052" y="3577398"/>
                <a:ext cx="37776" cy="32420"/>
                <a:chOff x="3853052" y="3577398"/>
                <a:chExt cx="37776" cy="32420"/>
              </a:xfrm>
            </p:grpSpPr>
            <p:sp>
              <p:nvSpPr>
                <p:cNvPr id="8814" name="Google Shape;8814;p117"/>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5" name="Google Shape;8815;p117"/>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16" name="Google Shape;8816;p117"/>
              <p:cNvGrpSpPr/>
              <p:nvPr/>
            </p:nvGrpSpPr>
            <p:grpSpPr>
              <a:xfrm>
                <a:off x="4039908" y="3412107"/>
                <a:ext cx="37776" cy="32357"/>
                <a:chOff x="4039908" y="3412107"/>
                <a:chExt cx="37776" cy="32357"/>
              </a:xfrm>
            </p:grpSpPr>
            <p:sp>
              <p:nvSpPr>
                <p:cNvPr id="8817" name="Google Shape;8817;p117"/>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8" name="Google Shape;8818;p117"/>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19" name="Google Shape;8819;p117"/>
              <p:cNvGrpSpPr/>
              <p:nvPr/>
            </p:nvGrpSpPr>
            <p:grpSpPr>
              <a:xfrm>
                <a:off x="4017360" y="3342061"/>
                <a:ext cx="37870" cy="32380"/>
                <a:chOff x="4017360" y="3342061"/>
                <a:chExt cx="37870" cy="32380"/>
              </a:xfrm>
            </p:grpSpPr>
            <p:sp>
              <p:nvSpPr>
                <p:cNvPr id="8820" name="Google Shape;8820;p117"/>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1" name="Google Shape;8821;p117"/>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822" name="Google Shape;8822;p117"/>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3" name="Google Shape;8823;p117"/>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24" name="Google Shape;8824;p117"/>
              <p:cNvGrpSpPr/>
              <p:nvPr/>
            </p:nvGrpSpPr>
            <p:grpSpPr>
              <a:xfrm>
                <a:off x="3750870" y="3418650"/>
                <a:ext cx="37776" cy="32380"/>
                <a:chOff x="3750870" y="3418650"/>
                <a:chExt cx="37776" cy="32380"/>
              </a:xfrm>
            </p:grpSpPr>
            <p:sp>
              <p:nvSpPr>
                <p:cNvPr id="8825" name="Google Shape;8825;p117"/>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6" name="Google Shape;8826;p117"/>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27" name="Google Shape;8827;p117"/>
              <p:cNvGrpSpPr/>
              <p:nvPr/>
            </p:nvGrpSpPr>
            <p:grpSpPr>
              <a:xfrm>
                <a:off x="3632509" y="3274438"/>
                <a:ext cx="37783" cy="32357"/>
                <a:chOff x="3632509" y="3274438"/>
                <a:chExt cx="37783" cy="32357"/>
              </a:xfrm>
            </p:grpSpPr>
            <p:sp>
              <p:nvSpPr>
                <p:cNvPr id="8828" name="Google Shape;8828;p117"/>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9" name="Google Shape;8829;p117"/>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0" name="Google Shape;8830;p117"/>
              <p:cNvGrpSpPr/>
              <p:nvPr/>
            </p:nvGrpSpPr>
            <p:grpSpPr>
              <a:xfrm>
                <a:off x="3906424" y="3297561"/>
                <a:ext cx="37776" cy="32451"/>
                <a:chOff x="3906424" y="3297561"/>
                <a:chExt cx="37776" cy="32451"/>
              </a:xfrm>
            </p:grpSpPr>
            <p:sp>
              <p:nvSpPr>
                <p:cNvPr id="8831" name="Google Shape;8831;p117"/>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2" name="Google Shape;8832;p117"/>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3" name="Google Shape;8833;p117"/>
              <p:cNvGrpSpPr/>
              <p:nvPr/>
            </p:nvGrpSpPr>
            <p:grpSpPr>
              <a:xfrm>
                <a:off x="3866084" y="3412107"/>
                <a:ext cx="37776" cy="32357"/>
                <a:chOff x="3866084" y="3412107"/>
                <a:chExt cx="37776" cy="32357"/>
              </a:xfrm>
            </p:grpSpPr>
            <p:sp>
              <p:nvSpPr>
                <p:cNvPr id="8834" name="Google Shape;8834;p117"/>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5" name="Google Shape;8835;p117"/>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6" name="Google Shape;8836;p117"/>
              <p:cNvGrpSpPr/>
              <p:nvPr/>
            </p:nvGrpSpPr>
            <p:grpSpPr>
              <a:xfrm>
                <a:off x="4023919" y="3766409"/>
                <a:ext cx="37783" cy="32357"/>
                <a:chOff x="4023919" y="3766409"/>
                <a:chExt cx="37783" cy="32357"/>
              </a:xfrm>
            </p:grpSpPr>
            <p:sp>
              <p:nvSpPr>
                <p:cNvPr id="8837" name="Google Shape;8837;p117"/>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8" name="Google Shape;8838;p117"/>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9" name="Google Shape;8839;p117"/>
              <p:cNvGrpSpPr/>
              <p:nvPr/>
            </p:nvGrpSpPr>
            <p:grpSpPr>
              <a:xfrm>
                <a:off x="3973882" y="3779449"/>
                <a:ext cx="37776" cy="32357"/>
                <a:chOff x="3973882" y="3779449"/>
                <a:chExt cx="37776" cy="32357"/>
              </a:xfrm>
            </p:grpSpPr>
            <p:sp>
              <p:nvSpPr>
                <p:cNvPr id="8840" name="Google Shape;8840;p117"/>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1" name="Google Shape;8841;p117"/>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42" name="Google Shape;8842;p117"/>
              <p:cNvGrpSpPr/>
              <p:nvPr/>
            </p:nvGrpSpPr>
            <p:grpSpPr>
              <a:xfrm>
                <a:off x="4073398" y="3838028"/>
                <a:ext cx="37776" cy="32380"/>
                <a:chOff x="4073398" y="3838028"/>
                <a:chExt cx="37776" cy="32380"/>
              </a:xfrm>
            </p:grpSpPr>
            <p:sp>
              <p:nvSpPr>
                <p:cNvPr id="8843" name="Google Shape;8843;p117"/>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4" name="Google Shape;8844;p117"/>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45" name="Google Shape;8845;p117"/>
              <p:cNvGrpSpPr/>
              <p:nvPr/>
            </p:nvGrpSpPr>
            <p:grpSpPr>
              <a:xfrm>
                <a:off x="4342672" y="4144496"/>
                <a:ext cx="37752" cy="32364"/>
                <a:chOff x="4342672" y="4144496"/>
                <a:chExt cx="37752" cy="32364"/>
              </a:xfrm>
            </p:grpSpPr>
            <p:sp>
              <p:nvSpPr>
                <p:cNvPr id="8846" name="Google Shape;8846;p117"/>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7" name="Google Shape;8847;p117"/>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48" name="Google Shape;8848;p117"/>
              <p:cNvGrpSpPr/>
              <p:nvPr/>
            </p:nvGrpSpPr>
            <p:grpSpPr>
              <a:xfrm>
                <a:off x="4406386" y="4056872"/>
                <a:ext cx="37783" cy="32364"/>
                <a:chOff x="4406386" y="4056872"/>
                <a:chExt cx="37783" cy="32364"/>
              </a:xfrm>
            </p:grpSpPr>
            <p:sp>
              <p:nvSpPr>
                <p:cNvPr id="8849" name="Google Shape;8849;p117"/>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0" name="Google Shape;8850;p117"/>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51" name="Google Shape;8851;p117"/>
              <p:cNvGrpSpPr/>
              <p:nvPr/>
            </p:nvGrpSpPr>
            <p:grpSpPr>
              <a:xfrm>
                <a:off x="4284416" y="4245254"/>
                <a:ext cx="37783" cy="32357"/>
                <a:chOff x="4284416" y="4245254"/>
                <a:chExt cx="37783" cy="32357"/>
              </a:xfrm>
            </p:grpSpPr>
            <p:sp>
              <p:nvSpPr>
                <p:cNvPr id="8852" name="Google Shape;8852;p117"/>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3" name="Google Shape;8853;p117"/>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54" name="Google Shape;8854;p117"/>
              <p:cNvGrpSpPr/>
              <p:nvPr/>
            </p:nvGrpSpPr>
            <p:grpSpPr>
              <a:xfrm>
                <a:off x="4219057" y="4331258"/>
                <a:ext cx="37776" cy="32364"/>
                <a:chOff x="4219057" y="4331258"/>
                <a:chExt cx="37776" cy="32364"/>
              </a:xfrm>
            </p:grpSpPr>
            <p:sp>
              <p:nvSpPr>
                <p:cNvPr id="8855" name="Google Shape;8855;p117"/>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6" name="Google Shape;8856;p117"/>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57" name="Google Shape;8857;p117"/>
              <p:cNvGrpSpPr/>
              <p:nvPr/>
            </p:nvGrpSpPr>
            <p:grpSpPr>
              <a:xfrm>
                <a:off x="4204122" y="4141688"/>
                <a:ext cx="33497" cy="28699"/>
                <a:chOff x="4204122" y="4141688"/>
                <a:chExt cx="33497" cy="28699"/>
              </a:xfrm>
            </p:grpSpPr>
            <p:sp>
              <p:nvSpPr>
                <p:cNvPr id="8858" name="Google Shape;8858;p117"/>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9" name="Google Shape;8859;p117"/>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60" name="Google Shape;8860;p117"/>
              <p:cNvGrpSpPr/>
              <p:nvPr/>
            </p:nvGrpSpPr>
            <p:grpSpPr>
              <a:xfrm>
                <a:off x="4301546" y="4003869"/>
                <a:ext cx="38916" cy="33324"/>
                <a:chOff x="4301546" y="4003869"/>
                <a:chExt cx="38916" cy="33324"/>
              </a:xfrm>
            </p:grpSpPr>
            <p:sp>
              <p:nvSpPr>
                <p:cNvPr id="8861" name="Google Shape;8861;p117"/>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2" name="Google Shape;8862;p117"/>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63" name="Google Shape;8863;p117"/>
              <p:cNvGrpSpPr/>
              <p:nvPr/>
            </p:nvGrpSpPr>
            <p:grpSpPr>
              <a:xfrm>
                <a:off x="4210681" y="3924669"/>
                <a:ext cx="36549" cy="31366"/>
                <a:chOff x="4210681" y="3924669"/>
                <a:chExt cx="36549" cy="31366"/>
              </a:xfrm>
            </p:grpSpPr>
            <p:sp>
              <p:nvSpPr>
                <p:cNvPr id="8864" name="Google Shape;8864;p117"/>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5" name="Google Shape;8865;p117"/>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66" name="Google Shape;8866;p117"/>
              <p:cNvGrpSpPr/>
              <p:nvPr/>
            </p:nvGrpSpPr>
            <p:grpSpPr>
              <a:xfrm>
                <a:off x="3987771" y="3628874"/>
                <a:ext cx="31499" cy="26993"/>
                <a:chOff x="3987771" y="3628874"/>
                <a:chExt cx="31499" cy="26993"/>
              </a:xfrm>
            </p:grpSpPr>
            <p:sp>
              <p:nvSpPr>
                <p:cNvPr id="8867" name="Google Shape;8867;p117"/>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8" name="Google Shape;8868;p117"/>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69" name="Google Shape;8869;p117"/>
              <p:cNvGrpSpPr/>
              <p:nvPr/>
            </p:nvGrpSpPr>
            <p:grpSpPr>
              <a:xfrm>
                <a:off x="4087382" y="3775674"/>
                <a:ext cx="31405" cy="26898"/>
                <a:chOff x="4087382" y="3775674"/>
                <a:chExt cx="31405" cy="26898"/>
              </a:xfrm>
            </p:grpSpPr>
            <p:sp>
              <p:nvSpPr>
                <p:cNvPr id="8870" name="Google Shape;8870;p117"/>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1" name="Google Shape;8871;p117"/>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72" name="Google Shape;8872;p117"/>
              <p:cNvGrpSpPr/>
              <p:nvPr/>
            </p:nvGrpSpPr>
            <p:grpSpPr>
              <a:xfrm>
                <a:off x="4118873" y="3856637"/>
                <a:ext cx="31405" cy="26906"/>
                <a:chOff x="4118873" y="3856637"/>
                <a:chExt cx="31405" cy="26906"/>
              </a:xfrm>
            </p:grpSpPr>
            <p:sp>
              <p:nvSpPr>
                <p:cNvPr id="8873" name="Google Shape;8873;p117"/>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4" name="Google Shape;8874;p117"/>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75" name="Google Shape;8875;p117"/>
              <p:cNvGrpSpPr/>
              <p:nvPr/>
            </p:nvGrpSpPr>
            <p:grpSpPr>
              <a:xfrm>
                <a:off x="4168541" y="3639523"/>
                <a:ext cx="31499" cy="26906"/>
                <a:chOff x="4168541" y="3639523"/>
                <a:chExt cx="31499" cy="26906"/>
              </a:xfrm>
            </p:grpSpPr>
            <p:sp>
              <p:nvSpPr>
                <p:cNvPr id="8876" name="Google Shape;8876;p117"/>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7" name="Google Shape;8877;p117"/>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78" name="Google Shape;8878;p117"/>
              <p:cNvGrpSpPr/>
              <p:nvPr/>
            </p:nvGrpSpPr>
            <p:grpSpPr>
              <a:xfrm>
                <a:off x="3965789" y="3393545"/>
                <a:ext cx="31405" cy="26945"/>
                <a:chOff x="3965789" y="3393545"/>
                <a:chExt cx="31405" cy="26945"/>
              </a:xfrm>
            </p:grpSpPr>
            <p:sp>
              <p:nvSpPr>
                <p:cNvPr id="8879" name="Google Shape;8879;p117"/>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0" name="Google Shape;8880;p117"/>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81" name="Google Shape;8881;p117"/>
              <p:cNvGrpSpPr/>
              <p:nvPr/>
            </p:nvGrpSpPr>
            <p:grpSpPr>
              <a:xfrm>
                <a:off x="3925166" y="3491008"/>
                <a:ext cx="31405" cy="27001"/>
                <a:chOff x="3925166" y="3491008"/>
                <a:chExt cx="31405" cy="27001"/>
              </a:xfrm>
            </p:grpSpPr>
            <p:sp>
              <p:nvSpPr>
                <p:cNvPr id="8882" name="Google Shape;8882;p117"/>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3" name="Google Shape;8883;p117"/>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84" name="Google Shape;8884;p117"/>
              <p:cNvGrpSpPr/>
              <p:nvPr/>
            </p:nvGrpSpPr>
            <p:grpSpPr>
              <a:xfrm>
                <a:off x="3682845" y="3340976"/>
                <a:ext cx="31397" cy="26898"/>
                <a:chOff x="3682845" y="3340976"/>
                <a:chExt cx="31397" cy="26898"/>
              </a:xfrm>
            </p:grpSpPr>
            <p:sp>
              <p:nvSpPr>
                <p:cNvPr id="8885" name="Google Shape;8885;p117"/>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6" name="Google Shape;8886;p117"/>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87" name="Google Shape;8887;p117"/>
              <p:cNvGrpSpPr/>
              <p:nvPr/>
            </p:nvGrpSpPr>
            <p:grpSpPr>
              <a:xfrm>
                <a:off x="3795393" y="3353725"/>
                <a:ext cx="31499" cy="26993"/>
                <a:chOff x="3795393" y="3353725"/>
                <a:chExt cx="31499" cy="26993"/>
              </a:xfrm>
            </p:grpSpPr>
            <p:sp>
              <p:nvSpPr>
                <p:cNvPr id="8888" name="Google Shape;8888;p117"/>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9" name="Google Shape;8889;p117"/>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90" name="Google Shape;8890;p117"/>
              <p:cNvGrpSpPr/>
              <p:nvPr/>
            </p:nvGrpSpPr>
            <p:grpSpPr>
              <a:xfrm>
                <a:off x="4176909" y="4363221"/>
                <a:ext cx="38924" cy="33316"/>
                <a:chOff x="4176909" y="4363221"/>
                <a:chExt cx="38924" cy="33316"/>
              </a:xfrm>
            </p:grpSpPr>
            <p:sp>
              <p:nvSpPr>
                <p:cNvPr id="8891" name="Google Shape;8891;p117"/>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2" name="Google Shape;8892;p117"/>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93" name="Google Shape;8893;p117"/>
              <p:cNvGrpSpPr/>
              <p:nvPr/>
            </p:nvGrpSpPr>
            <p:grpSpPr>
              <a:xfrm>
                <a:off x="4226191" y="4007660"/>
                <a:ext cx="33560" cy="28770"/>
                <a:chOff x="4226191" y="4007660"/>
                <a:chExt cx="33560" cy="28770"/>
              </a:xfrm>
            </p:grpSpPr>
            <p:sp>
              <p:nvSpPr>
                <p:cNvPr id="8894" name="Google Shape;8894;p117"/>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5" name="Google Shape;8895;p117"/>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96" name="Google Shape;8896;p117"/>
              <p:cNvGrpSpPr/>
              <p:nvPr/>
            </p:nvGrpSpPr>
            <p:grpSpPr>
              <a:xfrm>
                <a:off x="3597785" y="3377045"/>
                <a:ext cx="33591" cy="28699"/>
                <a:chOff x="3597785" y="3377045"/>
                <a:chExt cx="33591" cy="28699"/>
              </a:xfrm>
            </p:grpSpPr>
            <p:sp>
              <p:nvSpPr>
                <p:cNvPr id="8897" name="Google Shape;8897;p117"/>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8" name="Google Shape;8898;p117"/>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99" name="Google Shape;8899;p117"/>
              <p:cNvGrpSpPr/>
              <p:nvPr/>
            </p:nvGrpSpPr>
            <p:grpSpPr>
              <a:xfrm>
                <a:off x="3887870" y="3669796"/>
                <a:ext cx="33591" cy="28692"/>
                <a:chOff x="3887870" y="3669796"/>
                <a:chExt cx="33591" cy="28692"/>
              </a:xfrm>
            </p:grpSpPr>
            <p:sp>
              <p:nvSpPr>
                <p:cNvPr id="8900" name="Google Shape;8900;p117"/>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1" name="Google Shape;8901;p117"/>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02" name="Google Shape;8902;p117"/>
              <p:cNvGrpSpPr/>
              <p:nvPr/>
            </p:nvGrpSpPr>
            <p:grpSpPr>
              <a:xfrm>
                <a:off x="3818320" y="3481625"/>
                <a:ext cx="33497" cy="28770"/>
                <a:chOff x="3818320" y="3481625"/>
                <a:chExt cx="33497" cy="28770"/>
              </a:xfrm>
            </p:grpSpPr>
            <p:sp>
              <p:nvSpPr>
                <p:cNvPr id="8903" name="Google Shape;8903;p117"/>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4" name="Google Shape;8904;p117"/>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05" name="Google Shape;8905;p117"/>
              <p:cNvGrpSpPr/>
              <p:nvPr/>
            </p:nvGrpSpPr>
            <p:grpSpPr>
              <a:xfrm>
                <a:off x="4278139" y="4120948"/>
                <a:ext cx="37492" cy="32129"/>
                <a:chOff x="4278139" y="4120948"/>
                <a:chExt cx="37492" cy="32129"/>
              </a:xfrm>
            </p:grpSpPr>
            <p:sp>
              <p:nvSpPr>
                <p:cNvPr id="8906" name="Google Shape;8906;p117"/>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7" name="Google Shape;8907;p117"/>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08" name="Google Shape;8908;p117"/>
              <p:cNvGrpSpPr/>
              <p:nvPr/>
            </p:nvGrpSpPr>
            <p:grpSpPr>
              <a:xfrm>
                <a:off x="4419898" y="3977388"/>
                <a:ext cx="33497" cy="28692"/>
                <a:chOff x="4419898" y="3977388"/>
                <a:chExt cx="33497" cy="28692"/>
              </a:xfrm>
            </p:grpSpPr>
            <p:sp>
              <p:nvSpPr>
                <p:cNvPr id="8909" name="Google Shape;8909;p117"/>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0" name="Google Shape;8910;p117"/>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11" name="Google Shape;8911;p117"/>
              <p:cNvGrpSpPr/>
              <p:nvPr/>
            </p:nvGrpSpPr>
            <p:grpSpPr>
              <a:xfrm>
                <a:off x="4158930" y="4034684"/>
                <a:ext cx="33497" cy="28762"/>
                <a:chOff x="4158930" y="4034684"/>
                <a:chExt cx="33497" cy="28762"/>
              </a:xfrm>
            </p:grpSpPr>
            <p:sp>
              <p:nvSpPr>
                <p:cNvPr id="8912" name="Google Shape;8912;p117"/>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3" name="Google Shape;8913;p117"/>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14" name="Google Shape;8914;p117"/>
              <p:cNvGrpSpPr/>
              <p:nvPr/>
            </p:nvGrpSpPr>
            <p:grpSpPr>
              <a:xfrm>
                <a:off x="4134949" y="3957049"/>
                <a:ext cx="33497" cy="28770"/>
                <a:chOff x="4134949" y="3957049"/>
                <a:chExt cx="33497" cy="28770"/>
              </a:xfrm>
            </p:grpSpPr>
            <p:sp>
              <p:nvSpPr>
                <p:cNvPr id="8915" name="Google Shape;8915;p117"/>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6" name="Google Shape;8916;p117"/>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17" name="Google Shape;8917;p117"/>
              <p:cNvGrpSpPr/>
              <p:nvPr/>
            </p:nvGrpSpPr>
            <p:grpSpPr>
              <a:xfrm>
                <a:off x="4193653" y="4184403"/>
                <a:ext cx="43580" cy="37264"/>
                <a:chOff x="4193653" y="4184403"/>
                <a:chExt cx="43580" cy="37264"/>
              </a:xfrm>
            </p:grpSpPr>
            <p:sp>
              <p:nvSpPr>
                <p:cNvPr id="8918" name="Google Shape;8918;p117"/>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9" name="Google Shape;8919;p117"/>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20" name="Google Shape;8920;p117"/>
              <p:cNvGrpSpPr/>
              <p:nvPr/>
            </p:nvGrpSpPr>
            <p:grpSpPr>
              <a:xfrm>
                <a:off x="4343600" y="3943844"/>
                <a:ext cx="43580" cy="37312"/>
                <a:chOff x="4343600" y="3943844"/>
                <a:chExt cx="43580" cy="37312"/>
              </a:xfrm>
            </p:grpSpPr>
            <p:sp>
              <p:nvSpPr>
                <p:cNvPr id="8921" name="Google Shape;8921;p117"/>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2" name="Google Shape;8922;p117"/>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23" name="Google Shape;8923;p117"/>
              <p:cNvGrpSpPr/>
              <p:nvPr/>
            </p:nvGrpSpPr>
            <p:grpSpPr>
              <a:xfrm>
                <a:off x="4172339" y="3381693"/>
                <a:ext cx="31499" cy="27001"/>
                <a:chOff x="4172339" y="3381693"/>
                <a:chExt cx="31499" cy="27001"/>
              </a:xfrm>
            </p:grpSpPr>
            <p:sp>
              <p:nvSpPr>
                <p:cNvPr id="8924" name="Google Shape;8924;p117"/>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5" name="Google Shape;8925;p117"/>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9" name="Shape 8929"/>
        <p:cNvGrpSpPr/>
        <p:nvPr/>
      </p:nvGrpSpPr>
      <p:grpSpPr>
        <a:xfrm>
          <a:off x="0" y="0"/>
          <a:ext cx="0" cy="0"/>
          <a:chOff x="0" y="0"/>
          <a:chExt cx="0" cy="0"/>
        </a:xfrm>
      </p:grpSpPr>
      <p:grpSp>
        <p:nvGrpSpPr>
          <p:cNvPr id="8930" name="Google Shape;8930;p118"/>
          <p:cNvGrpSpPr/>
          <p:nvPr/>
        </p:nvGrpSpPr>
        <p:grpSpPr>
          <a:xfrm>
            <a:off x="2126623" y="3607908"/>
            <a:ext cx="1102891" cy="760337"/>
            <a:chOff x="4967783" y="2151471"/>
            <a:chExt cx="3920691" cy="2702940"/>
          </a:xfrm>
        </p:grpSpPr>
        <p:grpSp>
          <p:nvGrpSpPr>
            <p:cNvPr id="8931" name="Google Shape;8931;p118"/>
            <p:cNvGrpSpPr/>
            <p:nvPr/>
          </p:nvGrpSpPr>
          <p:grpSpPr>
            <a:xfrm>
              <a:off x="5045709" y="2252109"/>
              <a:ext cx="3761071" cy="2501708"/>
              <a:chOff x="2691784" y="1805334"/>
              <a:chExt cx="3761071" cy="2501708"/>
            </a:xfrm>
          </p:grpSpPr>
          <p:sp>
            <p:nvSpPr>
              <p:cNvPr id="8932" name="Google Shape;8932;p11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3" name="Google Shape;8933;p11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4" name="Google Shape;8934;p11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5" name="Google Shape;8935;p11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6" name="Google Shape;8936;p11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7" name="Google Shape;8937;p11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8" name="Google Shape;8938;p11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39" name="Google Shape;8939;p118"/>
            <p:cNvGrpSpPr/>
            <p:nvPr/>
          </p:nvGrpSpPr>
          <p:grpSpPr>
            <a:xfrm>
              <a:off x="4967783" y="2151471"/>
              <a:ext cx="3920691" cy="2702940"/>
              <a:chOff x="2613858" y="1704696"/>
              <a:chExt cx="3920691" cy="2702940"/>
            </a:xfrm>
          </p:grpSpPr>
          <p:sp>
            <p:nvSpPr>
              <p:cNvPr id="8940" name="Google Shape;8940;p11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1" name="Google Shape;8941;p11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2" name="Google Shape;8942;p11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3" name="Google Shape;8943;p11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4" name="Google Shape;8944;p11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945" name="Google Shape;8945;p118"/>
          <p:cNvGrpSpPr/>
          <p:nvPr/>
        </p:nvGrpSpPr>
        <p:grpSpPr>
          <a:xfrm>
            <a:off x="3530532" y="1496185"/>
            <a:ext cx="1561911" cy="708581"/>
            <a:chOff x="3530532" y="1496185"/>
            <a:chExt cx="1561911" cy="708581"/>
          </a:xfrm>
        </p:grpSpPr>
        <p:grpSp>
          <p:nvGrpSpPr>
            <p:cNvPr id="8946" name="Google Shape;8946;p118"/>
            <p:cNvGrpSpPr/>
            <p:nvPr/>
          </p:nvGrpSpPr>
          <p:grpSpPr>
            <a:xfrm>
              <a:off x="3720318" y="1857562"/>
              <a:ext cx="1372125" cy="54"/>
              <a:chOff x="3720318" y="1857562"/>
              <a:chExt cx="1372125" cy="54"/>
            </a:xfrm>
          </p:grpSpPr>
          <p:cxnSp>
            <p:nvCxnSpPr>
              <p:cNvPr id="8947" name="Google Shape;8947;p118"/>
              <p:cNvCxnSpPr>
                <a:endCxn id="8948" idx="2"/>
              </p:cNvCxnSpPr>
              <p:nvPr/>
            </p:nvCxnSpPr>
            <p:spPr>
              <a:xfrm>
                <a:off x="4440243" y="1857616"/>
                <a:ext cx="173400" cy="0"/>
              </a:xfrm>
              <a:prstGeom prst="straightConnector1">
                <a:avLst/>
              </a:prstGeom>
              <a:noFill/>
              <a:ln cap="flat" cmpd="sng" w="9525">
                <a:solidFill>
                  <a:srgbClr val="A5B7C6"/>
                </a:solidFill>
                <a:prstDash val="solid"/>
                <a:round/>
                <a:headEnd len="sm" w="sm" type="none"/>
                <a:tailEnd len="sm" w="sm" type="none"/>
              </a:ln>
            </p:spPr>
          </p:cxnSp>
          <p:cxnSp>
            <p:nvCxnSpPr>
              <p:cNvPr id="8949" name="Google Shape;8949;p118"/>
              <p:cNvCxnSpPr/>
              <p:nvPr/>
            </p:nvCxnSpPr>
            <p:spPr>
              <a:xfrm>
                <a:off x="4074943"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8950" name="Google Shape;8950;p118"/>
              <p:cNvCxnSpPr/>
              <p:nvPr/>
            </p:nvCxnSpPr>
            <p:spPr>
              <a:xfrm>
                <a:off x="3720318"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8951" name="Google Shape;8951;p118"/>
              <p:cNvCxnSpPr>
                <a:stCxn id="8948" idx="6"/>
              </p:cNvCxnSpPr>
              <p:nvPr/>
            </p:nvCxnSpPr>
            <p:spPr>
              <a:xfrm>
                <a:off x="4801443" y="1857616"/>
                <a:ext cx="291000" cy="0"/>
              </a:xfrm>
              <a:prstGeom prst="straightConnector1">
                <a:avLst/>
              </a:prstGeom>
              <a:noFill/>
              <a:ln cap="flat" cmpd="sng" w="9525">
                <a:solidFill>
                  <a:srgbClr val="A5B7C6"/>
                </a:solidFill>
                <a:prstDash val="solid"/>
                <a:round/>
                <a:headEnd len="sm" w="sm" type="none"/>
                <a:tailEnd len="med" w="med" type="triangle"/>
              </a:ln>
            </p:spPr>
          </p:cxnSp>
        </p:grpSp>
        <p:grpSp>
          <p:nvGrpSpPr>
            <p:cNvPr id="8952" name="Google Shape;8952;p118"/>
            <p:cNvGrpSpPr/>
            <p:nvPr/>
          </p:nvGrpSpPr>
          <p:grpSpPr>
            <a:xfrm>
              <a:off x="3567462" y="1496185"/>
              <a:ext cx="286500" cy="272915"/>
              <a:chOff x="3567462" y="1496185"/>
              <a:chExt cx="286500" cy="272915"/>
            </a:xfrm>
          </p:grpSpPr>
          <p:cxnSp>
            <p:nvCxnSpPr>
              <p:cNvPr id="8953" name="Google Shape;8953;p118"/>
              <p:cNvCxnSpPr/>
              <p:nvPr/>
            </p:nvCxnSpPr>
            <p:spPr>
              <a:xfrm rot="10800000">
                <a:off x="3626625" y="1596000"/>
                <a:ext cx="0" cy="173100"/>
              </a:xfrm>
              <a:prstGeom prst="straightConnector1">
                <a:avLst/>
              </a:prstGeom>
              <a:noFill/>
              <a:ln cap="flat" cmpd="sng" w="9525">
                <a:solidFill>
                  <a:srgbClr val="A5B7C6"/>
                </a:solidFill>
                <a:prstDash val="solid"/>
                <a:round/>
                <a:headEnd len="sm" w="sm" type="none"/>
                <a:tailEnd len="sm" w="sm" type="none"/>
              </a:ln>
            </p:spPr>
          </p:cxnSp>
          <p:sp>
            <p:nvSpPr>
              <p:cNvPr id="8954" name="Google Shape;8954;p11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955" name="Google Shape;8955;p11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6" name="Google Shape;8956;p11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57" name="Google Shape;8957;p118"/>
            <p:cNvGrpSpPr/>
            <p:nvPr/>
          </p:nvGrpSpPr>
          <p:grpSpPr>
            <a:xfrm>
              <a:off x="3929014" y="1960574"/>
              <a:ext cx="286500" cy="242342"/>
              <a:chOff x="3929014" y="1960574"/>
              <a:chExt cx="286500" cy="242342"/>
            </a:xfrm>
          </p:grpSpPr>
          <p:cxnSp>
            <p:nvCxnSpPr>
              <p:cNvPr id="8958" name="Google Shape;8958;p118"/>
              <p:cNvCxnSpPr/>
              <p:nvPr/>
            </p:nvCxnSpPr>
            <p:spPr>
              <a:xfrm rot="10800000">
                <a:off x="3988400" y="1960574"/>
                <a:ext cx="0" cy="144300"/>
              </a:xfrm>
              <a:prstGeom prst="straightConnector1">
                <a:avLst/>
              </a:prstGeom>
              <a:noFill/>
              <a:ln cap="flat" cmpd="sng" w="9525">
                <a:solidFill>
                  <a:srgbClr val="A5B7C6"/>
                </a:solidFill>
                <a:prstDash val="solid"/>
                <a:round/>
                <a:headEnd len="sm" w="sm" type="none"/>
                <a:tailEnd len="sm" w="sm" type="none"/>
              </a:ln>
            </p:spPr>
          </p:cxnSp>
          <p:sp>
            <p:nvSpPr>
              <p:cNvPr id="8959" name="Google Shape;8959;p11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60" name="Google Shape;8960;p118"/>
            <p:cNvGrpSpPr/>
            <p:nvPr/>
          </p:nvGrpSpPr>
          <p:grpSpPr>
            <a:xfrm>
              <a:off x="4290828" y="1496185"/>
              <a:ext cx="286500" cy="272915"/>
              <a:chOff x="4290828" y="1496185"/>
              <a:chExt cx="286500" cy="272915"/>
            </a:xfrm>
          </p:grpSpPr>
          <p:cxnSp>
            <p:nvCxnSpPr>
              <p:cNvPr id="8961" name="Google Shape;8961;p118"/>
              <p:cNvCxnSpPr/>
              <p:nvPr/>
            </p:nvCxnSpPr>
            <p:spPr>
              <a:xfrm rot="10800000">
                <a:off x="4350000" y="1596000"/>
                <a:ext cx="0" cy="173100"/>
              </a:xfrm>
              <a:prstGeom prst="straightConnector1">
                <a:avLst/>
              </a:prstGeom>
              <a:noFill/>
              <a:ln cap="flat" cmpd="sng" w="9525">
                <a:solidFill>
                  <a:srgbClr val="A5B7C6"/>
                </a:solidFill>
                <a:prstDash val="solid"/>
                <a:round/>
                <a:headEnd len="sm" w="sm" type="none"/>
                <a:tailEnd len="sm" w="sm" type="none"/>
              </a:ln>
            </p:spPr>
          </p:cxnSp>
          <p:sp>
            <p:nvSpPr>
              <p:cNvPr id="8962" name="Google Shape;8962;p11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963" name="Google Shape;8963;p11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8" name="Google Shape;8948;p11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64" name="Google Shape;8964;p118"/>
            <p:cNvGrpSpPr/>
            <p:nvPr/>
          </p:nvGrpSpPr>
          <p:grpSpPr>
            <a:xfrm>
              <a:off x="4657726" y="1959674"/>
              <a:ext cx="286500" cy="245092"/>
              <a:chOff x="4657726" y="1959674"/>
              <a:chExt cx="286500" cy="245092"/>
            </a:xfrm>
          </p:grpSpPr>
          <p:cxnSp>
            <p:nvCxnSpPr>
              <p:cNvPr id="8965" name="Google Shape;8965;p118"/>
              <p:cNvCxnSpPr/>
              <p:nvPr/>
            </p:nvCxnSpPr>
            <p:spPr>
              <a:xfrm rot="10800000">
                <a:off x="4707475" y="1959674"/>
                <a:ext cx="0" cy="145200"/>
              </a:xfrm>
              <a:prstGeom prst="straightConnector1">
                <a:avLst/>
              </a:prstGeom>
              <a:noFill/>
              <a:ln cap="flat" cmpd="sng" w="9525">
                <a:solidFill>
                  <a:srgbClr val="A5B7C6"/>
                </a:solidFill>
                <a:prstDash val="solid"/>
                <a:round/>
                <a:headEnd len="sm" w="sm" type="none"/>
                <a:tailEnd len="sm" w="sm" type="none"/>
              </a:ln>
            </p:spPr>
          </p:cxnSp>
          <p:sp>
            <p:nvSpPr>
              <p:cNvPr id="8966" name="Google Shape;8966;p11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967" name="Google Shape;8967;p118"/>
          <p:cNvGrpSpPr/>
          <p:nvPr/>
        </p:nvGrpSpPr>
        <p:grpSpPr>
          <a:xfrm>
            <a:off x="3512551" y="2358282"/>
            <a:ext cx="1597033" cy="378649"/>
            <a:chOff x="3512551" y="2358282"/>
            <a:chExt cx="1597033" cy="378649"/>
          </a:xfrm>
        </p:grpSpPr>
        <p:grpSp>
          <p:nvGrpSpPr>
            <p:cNvPr id="8968" name="Google Shape;8968;p118"/>
            <p:cNvGrpSpPr/>
            <p:nvPr/>
          </p:nvGrpSpPr>
          <p:grpSpPr>
            <a:xfrm>
              <a:off x="3738198" y="2553002"/>
              <a:ext cx="1145834" cy="117"/>
              <a:chOff x="3738198" y="2553002"/>
              <a:chExt cx="1145834" cy="117"/>
            </a:xfrm>
          </p:grpSpPr>
          <p:cxnSp>
            <p:nvCxnSpPr>
              <p:cNvPr id="8969" name="Google Shape;8969;p118"/>
              <p:cNvCxnSpPr/>
              <p:nvPr/>
            </p:nvCxnSpPr>
            <p:spPr>
              <a:xfrm>
                <a:off x="4195395"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8970" name="Google Shape;8970;p118"/>
              <p:cNvCxnSpPr/>
              <p:nvPr/>
            </p:nvCxnSpPr>
            <p:spPr>
              <a:xfrm>
                <a:off x="4652432"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8971" name="Google Shape;8971;p118"/>
              <p:cNvCxnSpPr>
                <a:stCxn id="8972" idx="6"/>
                <a:endCxn id="8973" idx="2"/>
              </p:cNvCxnSpPr>
              <p:nvPr/>
            </p:nvCxnSpPr>
            <p:spPr>
              <a:xfrm>
                <a:off x="3738198" y="2553119"/>
                <a:ext cx="231300" cy="0"/>
              </a:xfrm>
              <a:prstGeom prst="straightConnector1">
                <a:avLst/>
              </a:prstGeom>
              <a:noFill/>
              <a:ln cap="flat" cmpd="sng" w="9525">
                <a:solidFill>
                  <a:srgbClr val="435D74"/>
                </a:solidFill>
                <a:prstDash val="solid"/>
                <a:round/>
                <a:headEnd len="sm" w="sm" type="none"/>
                <a:tailEnd len="sm" w="sm" type="none"/>
              </a:ln>
            </p:spPr>
          </p:cxnSp>
        </p:grpSp>
        <p:grpSp>
          <p:nvGrpSpPr>
            <p:cNvPr id="8974" name="Google Shape;8974;p118"/>
            <p:cNvGrpSpPr/>
            <p:nvPr/>
          </p:nvGrpSpPr>
          <p:grpSpPr>
            <a:xfrm>
              <a:off x="3969644" y="2440153"/>
              <a:ext cx="225900" cy="296778"/>
              <a:chOff x="3969644" y="2440153"/>
              <a:chExt cx="225900" cy="296778"/>
            </a:xfrm>
          </p:grpSpPr>
          <p:cxnSp>
            <p:nvCxnSpPr>
              <p:cNvPr id="8975" name="Google Shape;8975;p118"/>
              <p:cNvCxnSpPr/>
              <p:nvPr/>
            </p:nvCxnSpPr>
            <p:spPr>
              <a:xfrm>
                <a:off x="4082390" y="2637031"/>
                <a:ext cx="0" cy="99900"/>
              </a:xfrm>
              <a:prstGeom prst="straightConnector1">
                <a:avLst/>
              </a:prstGeom>
              <a:noFill/>
              <a:ln cap="flat" cmpd="sng" w="9525">
                <a:solidFill>
                  <a:srgbClr val="435D74"/>
                </a:solidFill>
                <a:prstDash val="solid"/>
                <a:round/>
                <a:headEnd len="sm" w="sm" type="none"/>
                <a:tailEnd len="sm" w="sm" type="none"/>
              </a:ln>
            </p:spPr>
          </p:cxnSp>
          <p:sp>
            <p:nvSpPr>
              <p:cNvPr id="8973" name="Google Shape;8973;p11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6" name="Google Shape;8976;p11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7" name="Google Shape;8977;p118"/>
            <p:cNvGrpSpPr/>
            <p:nvPr/>
          </p:nvGrpSpPr>
          <p:grpSpPr>
            <a:xfrm>
              <a:off x="4426818" y="2358282"/>
              <a:ext cx="225600" cy="307471"/>
              <a:chOff x="4426818" y="2358282"/>
              <a:chExt cx="225600" cy="307471"/>
            </a:xfrm>
          </p:grpSpPr>
          <p:cxnSp>
            <p:nvCxnSpPr>
              <p:cNvPr id="8978" name="Google Shape;8978;p118"/>
              <p:cNvCxnSpPr>
                <a:stCxn id="8979" idx="0"/>
              </p:cNvCxnSpPr>
              <p:nvPr/>
            </p:nvCxnSpPr>
            <p:spPr>
              <a:xfrm rot="10800000">
                <a:off x="4539644" y="2358282"/>
                <a:ext cx="0" cy="110700"/>
              </a:xfrm>
              <a:prstGeom prst="straightConnector1">
                <a:avLst/>
              </a:prstGeom>
              <a:noFill/>
              <a:ln cap="flat" cmpd="sng" w="9525">
                <a:solidFill>
                  <a:srgbClr val="435D74"/>
                </a:solidFill>
                <a:prstDash val="solid"/>
                <a:round/>
                <a:headEnd len="sm" w="sm" type="none"/>
                <a:tailEnd len="sm" w="sm" type="none"/>
              </a:ln>
            </p:spPr>
          </p:cxnSp>
          <p:sp>
            <p:nvSpPr>
              <p:cNvPr id="8980" name="Google Shape;8980;p11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9" name="Google Shape;8979;p11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81" name="Google Shape;8981;p118"/>
            <p:cNvGrpSpPr/>
            <p:nvPr/>
          </p:nvGrpSpPr>
          <p:grpSpPr>
            <a:xfrm>
              <a:off x="4883984" y="2440153"/>
              <a:ext cx="225600" cy="296478"/>
              <a:chOff x="4883984" y="2440153"/>
              <a:chExt cx="225600" cy="296478"/>
            </a:xfrm>
          </p:grpSpPr>
          <p:cxnSp>
            <p:nvCxnSpPr>
              <p:cNvPr id="8982" name="Google Shape;8982;p118"/>
              <p:cNvCxnSpPr/>
              <p:nvPr/>
            </p:nvCxnSpPr>
            <p:spPr>
              <a:xfrm>
                <a:off x="4996858" y="2637031"/>
                <a:ext cx="0" cy="99600"/>
              </a:xfrm>
              <a:prstGeom prst="straightConnector1">
                <a:avLst/>
              </a:prstGeom>
              <a:noFill/>
              <a:ln cap="flat" cmpd="sng" w="9525">
                <a:solidFill>
                  <a:srgbClr val="435D74"/>
                </a:solidFill>
                <a:prstDash val="solid"/>
                <a:round/>
                <a:headEnd len="sm" w="sm" type="none"/>
                <a:tailEnd len="sm" w="sm" type="none"/>
              </a:ln>
            </p:spPr>
          </p:cxnSp>
          <p:sp>
            <p:nvSpPr>
              <p:cNvPr id="8983" name="Google Shape;8983;p11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4" name="Google Shape;8984;p11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85" name="Google Shape;8985;p118"/>
            <p:cNvGrpSpPr/>
            <p:nvPr/>
          </p:nvGrpSpPr>
          <p:grpSpPr>
            <a:xfrm>
              <a:off x="3512551" y="2358356"/>
              <a:ext cx="225647" cy="307629"/>
              <a:chOff x="2182679" y="2005014"/>
              <a:chExt cx="792300" cy="1080158"/>
            </a:xfrm>
          </p:grpSpPr>
          <p:cxnSp>
            <p:nvCxnSpPr>
              <p:cNvPr id="8986" name="Google Shape;8986;p118"/>
              <p:cNvCxnSpPr>
                <a:stCxn id="8987" idx="0"/>
              </p:cNvCxnSpPr>
              <p:nvPr/>
            </p:nvCxnSpPr>
            <p:spPr>
              <a:xfrm rot="10800000">
                <a:off x="2578961" y="2005014"/>
                <a:ext cx="0" cy="388800"/>
              </a:xfrm>
              <a:prstGeom prst="straightConnector1">
                <a:avLst/>
              </a:prstGeom>
              <a:noFill/>
              <a:ln cap="flat" cmpd="sng" w="9525">
                <a:solidFill>
                  <a:srgbClr val="435D74"/>
                </a:solidFill>
                <a:prstDash val="solid"/>
                <a:round/>
                <a:headEnd len="sm" w="sm" type="none"/>
                <a:tailEnd len="sm" w="sm" type="none"/>
              </a:ln>
            </p:spPr>
          </p:cxnSp>
          <p:sp>
            <p:nvSpPr>
              <p:cNvPr id="8972" name="Google Shape;8972;p11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7" name="Google Shape;8987;p11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988" name="Google Shape;8988;p118"/>
          <p:cNvGrpSpPr/>
          <p:nvPr/>
        </p:nvGrpSpPr>
        <p:grpSpPr>
          <a:xfrm>
            <a:off x="6872633" y="1182079"/>
            <a:ext cx="1559809" cy="722610"/>
            <a:chOff x="634175" y="2986275"/>
            <a:chExt cx="3147949" cy="1458344"/>
          </a:xfrm>
        </p:grpSpPr>
        <p:cxnSp>
          <p:nvCxnSpPr>
            <p:cNvPr id="8989" name="Google Shape;8989;p118"/>
            <p:cNvCxnSpPr>
              <a:stCxn id="8990" idx="4"/>
              <a:endCxn id="8991" idx="0"/>
            </p:cNvCxnSpPr>
            <p:nvPr/>
          </p:nvCxnSpPr>
          <p:spPr>
            <a:xfrm>
              <a:off x="929975" y="3577875"/>
              <a:ext cx="591300" cy="275100"/>
            </a:xfrm>
            <a:prstGeom prst="straightConnector1">
              <a:avLst/>
            </a:prstGeom>
            <a:noFill/>
            <a:ln cap="flat" cmpd="sng" w="9525">
              <a:solidFill>
                <a:srgbClr val="435D74"/>
              </a:solidFill>
              <a:prstDash val="solid"/>
              <a:round/>
              <a:headEnd len="sm" w="sm" type="none"/>
              <a:tailEnd len="sm" w="sm" type="none"/>
            </a:ln>
          </p:spPr>
        </p:cxnSp>
        <p:cxnSp>
          <p:nvCxnSpPr>
            <p:cNvPr id="8992" name="Google Shape;8992;p118"/>
            <p:cNvCxnSpPr>
              <a:stCxn id="8991" idx="0"/>
              <a:endCxn id="8993"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8994" name="Google Shape;8994;p118"/>
            <p:cNvCxnSpPr>
              <a:stCxn id="8993" idx="4"/>
              <a:endCxn id="8995" idx="0"/>
            </p:cNvCxnSpPr>
            <p:nvPr/>
          </p:nvCxnSpPr>
          <p:spPr>
            <a:xfrm>
              <a:off x="2208152" y="3577875"/>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8996" name="Google Shape;8996;p118"/>
            <p:cNvCxnSpPr>
              <a:stCxn id="8995" idx="0"/>
              <a:endCxn id="8997"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sm" w="sm" type="none"/>
              <a:tailEnd len="sm" w="sm" type="none"/>
            </a:ln>
          </p:spPr>
        </p:cxnSp>
        <p:sp>
          <p:nvSpPr>
            <p:cNvPr id="8997" name="Google Shape;8997;p11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8993" name="Google Shape;8993;p11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8990" name="Google Shape;8990;p11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8995" name="Google Shape;8995;p11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8991" name="Google Shape;8991;p11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grpSp>
      <p:grpSp>
        <p:nvGrpSpPr>
          <p:cNvPr id="8998" name="Google Shape;8998;p118"/>
          <p:cNvGrpSpPr/>
          <p:nvPr/>
        </p:nvGrpSpPr>
        <p:grpSpPr>
          <a:xfrm>
            <a:off x="3526424" y="2891987"/>
            <a:ext cx="1570719" cy="294123"/>
            <a:chOff x="998425" y="1182125"/>
            <a:chExt cx="1065400" cy="199500"/>
          </a:xfrm>
        </p:grpSpPr>
        <p:sp>
          <p:nvSpPr>
            <p:cNvPr id="8999" name="Google Shape;8999;p11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0" name="Google Shape;9000;p11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1" name="Google Shape;9001;p11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2" name="Google Shape;9002;p11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3" name="Google Shape;9003;p11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04" name="Google Shape;9004;p118"/>
          <p:cNvGrpSpPr/>
          <p:nvPr/>
        </p:nvGrpSpPr>
        <p:grpSpPr>
          <a:xfrm>
            <a:off x="6869680" y="2009474"/>
            <a:ext cx="1565716" cy="366729"/>
            <a:chOff x="1247650" y="2075423"/>
            <a:chExt cx="6648477" cy="1557238"/>
          </a:xfrm>
        </p:grpSpPr>
        <p:sp>
          <p:nvSpPr>
            <p:cNvPr id="9005" name="Google Shape;9005;p11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6" name="Google Shape;9006;p11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7" name="Google Shape;9007;p11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8" name="Google Shape;9008;p11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9" name="Google Shape;9009;p11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0" name="Google Shape;9010;p11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11" name="Google Shape;9011;p118"/>
          <p:cNvGrpSpPr/>
          <p:nvPr/>
        </p:nvGrpSpPr>
        <p:grpSpPr>
          <a:xfrm>
            <a:off x="6853992" y="3158289"/>
            <a:ext cx="1597061" cy="663440"/>
            <a:chOff x="6796238" y="3158297"/>
            <a:chExt cx="1630319" cy="677257"/>
          </a:xfrm>
        </p:grpSpPr>
        <p:cxnSp>
          <p:nvCxnSpPr>
            <p:cNvPr id="9012" name="Google Shape;9012;p118"/>
            <p:cNvCxnSpPr/>
            <p:nvPr/>
          </p:nvCxnSpPr>
          <p:spPr>
            <a:xfrm>
              <a:off x="7012244"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9013" name="Google Shape;9013;p118"/>
            <p:cNvCxnSpPr/>
            <p:nvPr/>
          </p:nvCxnSpPr>
          <p:spPr>
            <a:xfrm>
              <a:off x="7810957"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9014" name="Google Shape;9014;p118"/>
            <p:cNvCxnSpPr/>
            <p:nvPr/>
          </p:nvCxnSpPr>
          <p:spPr>
            <a:xfrm rot="10800000">
              <a:off x="8196652" y="3170826"/>
              <a:ext cx="0" cy="169800"/>
            </a:xfrm>
            <a:prstGeom prst="straightConnector1">
              <a:avLst/>
            </a:prstGeom>
            <a:noFill/>
            <a:ln cap="flat" cmpd="sng" w="9525">
              <a:solidFill>
                <a:srgbClr val="A5B7C6"/>
              </a:solidFill>
              <a:prstDash val="solid"/>
              <a:round/>
              <a:headEnd len="sm" w="sm" type="none"/>
              <a:tailEnd len="med" w="med" type="diamond"/>
            </a:ln>
          </p:spPr>
        </p:cxnSp>
        <p:cxnSp>
          <p:nvCxnSpPr>
            <p:cNvPr id="9015" name="Google Shape;9015;p118"/>
            <p:cNvCxnSpPr/>
            <p:nvPr/>
          </p:nvCxnSpPr>
          <p:spPr>
            <a:xfrm rot="10800000">
              <a:off x="7411601" y="3158297"/>
              <a:ext cx="0" cy="170700"/>
            </a:xfrm>
            <a:prstGeom prst="straightConnector1">
              <a:avLst/>
            </a:prstGeom>
            <a:noFill/>
            <a:ln cap="flat" cmpd="sng" w="9525">
              <a:solidFill>
                <a:srgbClr val="A5B7C6"/>
              </a:solidFill>
              <a:prstDash val="solid"/>
              <a:round/>
              <a:headEnd len="sm" w="sm" type="none"/>
              <a:tailEnd len="med" w="med" type="diamond"/>
            </a:ln>
          </p:spPr>
        </p:cxnSp>
        <p:grpSp>
          <p:nvGrpSpPr>
            <p:cNvPr id="9016" name="Google Shape;9016;p118"/>
            <p:cNvGrpSpPr/>
            <p:nvPr/>
          </p:nvGrpSpPr>
          <p:grpSpPr>
            <a:xfrm>
              <a:off x="6796238" y="3311904"/>
              <a:ext cx="1630319" cy="377697"/>
              <a:chOff x="6796238" y="3311904"/>
              <a:chExt cx="1630319" cy="377697"/>
            </a:xfrm>
          </p:grpSpPr>
          <p:sp>
            <p:nvSpPr>
              <p:cNvPr id="9017" name="Google Shape;9017;p11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8" name="Google Shape;9018;p11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9" name="Google Shape;9019;p11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020" name="Google Shape;9020;p118"/>
          <p:cNvGrpSpPr/>
          <p:nvPr/>
        </p:nvGrpSpPr>
        <p:grpSpPr>
          <a:xfrm>
            <a:off x="5375130" y="1179681"/>
            <a:ext cx="1368606" cy="1593806"/>
            <a:chOff x="1839112" y="2209163"/>
            <a:chExt cx="1918159" cy="2233785"/>
          </a:xfrm>
        </p:grpSpPr>
        <p:sp>
          <p:nvSpPr>
            <p:cNvPr id="9021" name="Google Shape;9021;p11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2" name="Google Shape;9022;p11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3" name="Google Shape;9023;p11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024" name="Google Shape;9024;p118"/>
            <p:cNvCxnSpPr>
              <a:stCxn id="9021" idx="6"/>
              <a:endCxn id="9022" idx="2"/>
            </p:cNvCxnSpPr>
            <p:nvPr/>
          </p:nvCxnSpPr>
          <p:spPr>
            <a:xfrm>
              <a:off x="2414212" y="2496713"/>
              <a:ext cx="768000" cy="600"/>
            </a:xfrm>
            <a:prstGeom prst="bentConnector3">
              <a:avLst>
                <a:gd fmla="val -545127" name="adj1"/>
              </a:avLst>
            </a:prstGeom>
            <a:noFill/>
            <a:ln cap="flat" cmpd="sng" w="9525">
              <a:solidFill>
                <a:srgbClr val="325D79"/>
              </a:solidFill>
              <a:prstDash val="solid"/>
              <a:round/>
              <a:headEnd len="sm" w="sm" type="none"/>
              <a:tailEnd len="sm" w="sm" type="none"/>
            </a:ln>
          </p:spPr>
        </p:cxnSp>
        <p:cxnSp>
          <p:nvCxnSpPr>
            <p:cNvPr id="9025" name="Google Shape;9025;p118"/>
            <p:cNvCxnSpPr>
              <a:stCxn id="9022" idx="4"/>
              <a:endCxn id="9026" idx="0"/>
            </p:cNvCxnSpPr>
            <p:nvPr/>
          </p:nvCxnSpPr>
          <p:spPr>
            <a:xfrm rot="5400000">
              <a:off x="2669921" y="2240963"/>
              <a:ext cx="256500" cy="1343100"/>
            </a:xfrm>
            <a:prstGeom prst="bentConnector3">
              <a:avLst>
                <a:gd fmla="val 722626" name="adj1"/>
              </a:avLst>
            </a:prstGeom>
            <a:noFill/>
            <a:ln cap="flat" cmpd="sng" w="9525">
              <a:solidFill>
                <a:srgbClr val="325D79"/>
              </a:solidFill>
              <a:prstDash val="solid"/>
              <a:round/>
              <a:headEnd len="sm" w="sm" type="none"/>
              <a:tailEnd len="sm" w="sm" type="none"/>
            </a:ln>
          </p:spPr>
        </p:cxnSp>
        <p:cxnSp>
          <p:nvCxnSpPr>
            <p:cNvPr id="9027" name="Google Shape;9027;p118"/>
            <p:cNvCxnSpPr>
              <a:stCxn id="9026" idx="6"/>
              <a:endCxn id="9023" idx="2"/>
            </p:cNvCxnSpPr>
            <p:nvPr/>
          </p:nvCxnSpPr>
          <p:spPr>
            <a:xfrm>
              <a:off x="2414212" y="3328316"/>
              <a:ext cx="768000" cy="600"/>
            </a:xfrm>
            <a:prstGeom prst="bentConnector3">
              <a:avLst>
                <a:gd fmla="val -545127" name="adj1"/>
              </a:avLst>
            </a:prstGeom>
            <a:noFill/>
            <a:ln cap="flat" cmpd="sng" w="9525">
              <a:solidFill>
                <a:srgbClr val="325D79"/>
              </a:solidFill>
              <a:prstDash val="solid"/>
              <a:round/>
              <a:headEnd len="sm" w="sm" type="none"/>
              <a:tailEnd len="sm" w="sm" type="none"/>
            </a:ln>
          </p:spPr>
        </p:cxnSp>
        <p:cxnSp>
          <p:nvCxnSpPr>
            <p:cNvPr id="9028" name="Google Shape;9028;p118"/>
            <p:cNvCxnSpPr>
              <a:stCxn id="9023" idx="4"/>
              <a:endCxn id="9029" idx="0"/>
            </p:cNvCxnSpPr>
            <p:nvPr/>
          </p:nvCxnSpPr>
          <p:spPr>
            <a:xfrm rot="5400000">
              <a:off x="2672171" y="3070316"/>
              <a:ext cx="252000" cy="1343100"/>
            </a:xfrm>
            <a:prstGeom prst="bentConnector3">
              <a:avLst>
                <a:gd fmla="val 866782" name="adj1"/>
              </a:avLst>
            </a:prstGeom>
            <a:noFill/>
            <a:ln cap="flat" cmpd="sng" w="9525">
              <a:solidFill>
                <a:srgbClr val="325D79"/>
              </a:solidFill>
              <a:prstDash val="solid"/>
              <a:round/>
              <a:headEnd len="sm" w="sm" type="none"/>
              <a:tailEnd len="sm" w="sm" type="none"/>
            </a:ln>
          </p:spPr>
        </p:cxnSp>
        <p:sp>
          <p:nvSpPr>
            <p:cNvPr id="9026" name="Google Shape;9026;p11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9" name="Google Shape;9029;p11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0" name="Google Shape;9030;p11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031" name="Google Shape;9031;p118"/>
            <p:cNvCxnSpPr>
              <a:endCxn id="9030" idx="2"/>
            </p:cNvCxnSpPr>
            <p:nvPr/>
          </p:nvCxnSpPr>
          <p:spPr>
            <a:xfrm>
              <a:off x="2413871" y="4154498"/>
              <a:ext cx="768300" cy="900"/>
            </a:xfrm>
            <a:prstGeom prst="bentConnector3">
              <a:avLst>
                <a:gd fmla="val -544929" name="adj1"/>
              </a:avLst>
            </a:prstGeom>
            <a:noFill/>
            <a:ln cap="flat" cmpd="sng" w="9525">
              <a:solidFill>
                <a:srgbClr val="325D79"/>
              </a:solidFill>
              <a:prstDash val="solid"/>
              <a:round/>
              <a:headEnd len="sm" w="sm" type="none"/>
              <a:tailEnd len="sm" w="sm" type="none"/>
            </a:ln>
          </p:spPr>
        </p:cxnSp>
      </p:grpSp>
      <p:grpSp>
        <p:nvGrpSpPr>
          <p:cNvPr id="9032" name="Google Shape;9032;p118"/>
          <p:cNvGrpSpPr/>
          <p:nvPr/>
        </p:nvGrpSpPr>
        <p:grpSpPr>
          <a:xfrm>
            <a:off x="3507503" y="1185917"/>
            <a:ext cx="1637968" cy="154942"/>
            <a:chOff x="238125" y="2506075"/>
            <a:chExt cx="7115411" cy="673075"/>
          </a:xfrm>
        </p:grpSpPr>
        <p:sp>
          <p:nvSpPr>
            <p:cNvPr id="9033" name="Google Shape;9033;p11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4" name="Google Shape;9034;p11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5" name="Google Shape;9035;p11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6" name="Google Shape;9036;p11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7" name="Google Shape;9037;p11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38" name="Google Shape;9038;p118"/>
          <p:cNvGrpSpPr/>
          <p:nvPr/>
        </p:nvGrpSpPr>
        <p:grpSpPr>
          <a:xfrm>
            <a:off x="746187" y="1507514"/>
            <a:ext cx="2476762" cy="91743"/>
            <a:chOff x="1464850" y="436376"/>
            <a:chExt cx="6001362" cy="222300"/>
          </a:xfrm>
        </p:grpSpPr>
        <p:sp>
          <p:nvSpPr>
            <p:cNvPr id="9039" name="Google Shape;9039;p11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0" name="Google Shape;9040;p11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1" name="Google Shape;9041;p11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2" name="Google Shape;9042;p11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3" name="Google Shape;9043;p11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044" name="Google Shape;9044;p118"/>
            <p:cNvCxnSpPr/>
            <p:nvPr/>
          </p:nvCxnSpPr>
          <p:spPr>
            <a:xfrm>
              <a:off x="1798637"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9045" name="Google Shape;9045;p118"/>
            <p:cNvCxnSpPr/>
            <p:nvPr/>
          </p:nvCxnSpPr>
          <p:spPr>
            <a:xfrm>
              <a:off x="327624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9046" name="Google Shape;9046;p118"/>
            <p:cNvCxnSpPr/>
            <p:nvPr/>
          </p:nvCxnSpPr>
          <p:spPr>
            <a:xfrm>
              <a:off x="475389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9047" name="Google Shape;9047;p118"/>
            <p:cNvCxnSpPr/>
            <p:nvPr/>
          </p:nvCxnSpPr>
          <p:spPr>
            <a:xfrm>
              <a:off x="6143961" y="547513"/>
              <a:ext cx="988200" cy="0"/>
            </a:xfrm>
            <a:prstGeom prst="straightConnector1">
              <a:avLst/>
            </a:prstGeom>
            <a:noFill/>
            <a:ln cap="flat" cmpd="sng" w="9525">
              <a:solidFill>
                <a:srgbClr val="5F7D95"/>
              </a:solidFill>
              <a:prstDash val="solid"/>
              <a:round/>
              <a:headEnd len="sm" w="sm" type="none"/>
              <a:tailEnd len="sm" w="sm" type="none"/>
            </a:ln>
          </p:spPr>
        </p:cxnSp>
      </p:grpSp>
      <p:grpSp>
        <p:nvGrpSpPr>
          <p:cNvPr id="9048" name="Google Shape;9048;p118"/>
          <p:cNvGrpSpPr/>
          <p:nvPr/>
        </p:nvGrpSpPr>
        <p:grpSpPr>
          <a:xfrm>
            <a:off x="732455" y="2742980"/>
            <a:ext cx="1452710" cy="651923"/>
            <a:chOff x="803162" y="2667727"/>
            <a:chExt cx="1411906" cy="633611"/>
          </a:xfrm>
        </p:grpSpPr>
        <p:cxnSp>
          <p:nvCxnSpPr>
            <p:cNvPr id="9049" name="Google Shape;9049;p118"/>
            <p:cNvCxnSpPr>
              <a:stCxn id="9050" idx="2"/>
              <a:endCxn id="9051" idx="0"/>
            </p:cNvCxnSpPr>
            <p:nvPr/>
          </p:nvCxnSpPr>
          <p:spPr>
            <a:xfrm flipH="1" rot="-5400000">
              <a:off x="1629114" y="2672827"/>
              <a:ext cx="129300" cy="369300"/>
            </a:xfrm>
            <a:prstGeom prst="bentConnector3">
              <a:avLst>
                <a:gd fmla="val -10724" name="adj1"/>
              </a:avLst>
            </a:prstGeom>
            <a:noFill/>
            <a:ln cap="flat" cmpd="sng" w="9525">
              <a:solidFill>
                <a:srgbClr val="C2C2C2"/>
              </a:solidFill>
              <a:prstDash val="solid"/>
              <a:round/>
              <a:headEnd len="sm" w="sm" type="none"/>
              <a:tailEnd len="sm" w="sm" type="none"/>
            </a:ln>
          </p:spPr>
        </p:cxnSp>
        <p:cxnSp>
          <p:nvCxnSpPr>
            <p:cNvPr id="9052" name="Google Shape;9052;p118"/>
            <p:cNvCxnSpPr>
              <a:stCxn id="9053" idx="0"/>
              <a:endCxn id="9050" idx="2"/>
            </p:cNvCxnSpPr>
            <p:nvPr/>
          </p:nvCxnSpPr>
          <p:spPr>
            <a:xfrm rot="-5400000">
              <a:off x="1259830" y="2672682"/>
              <a:ext cx="129300" cy="369300"/>
            </a:xfrm>
            <a:prstGeom prst="bentConnector3">
              <a:avLst>
                <a:gd fmla="val 110649" name="adj1"/>
              </a:avLst>
            </a:prstGeom>
            <a:noFill/>
            <a:ln cap="flat" cmpd="sng" w="9525">
              <a:solidFill>
                <a:srgbClr val="C2C2C2"/>
              </a:solidFill>
              <a:prstDash val="solid"/>
              <a:round/>
              <a:headEnd len="sm" w="sm" type="none"/>
              <a:tailEnd len="sm" w="sm" type="none"/>
            </a:ln>
          </p:spPr>
        </p:cxnSp>
        <p:cxnSp>
          <p:nvCxnSpPr>
            <p:cNvPr id="9054" name="Google Shape;9054;p118"/>
            <p:cNvCxnSpPr>
              <a:stCxn id="9053" idx="2"/>
              <a:endCxn id="9055" idx="0"/>
            </p:cNvCxnSpPr>
            <p:nvPr/>
          </p:nvCxnSpPr>
          <p:spPr>
            <a:xfrm flipH="1" rot="-5400000">
              <a:off x="1163380" y="3023532"/>
              <a:ext cx="129300" cy="176400"/>
            </a:xfrm>
            <a:prstGeom prst="bentConnector3">
              <a:avLst>
                <a:gd fmla="val -16247" name="adj1"/>
              </a:avLst>
            </a:prstGeom>
            <a:noFill/>
            <a:ln cap="flat" cmpd="sng" w="9525">
              <a:solidFill>
                <a:srgbClr val="C2C2C2"/>
              </a:solidFill>
              <a:prstDash val="solid"/>
              <a:round/>
              <a:headEnd len="sm" w="sm" type="none"/>
              <a:tailEnd len="sm" w="sm" type="none"/>
            </a:ln>
          </p:spPr>
        </p:cxnSp>
        <p:cxnSp>
          <p:nvCxnSpPr>
            <p:cNvPr id="9056" name="Google Shape;9056;p118"/>
            <p:cNvCxnSpPr>
              <a:stCxn id="9057" idx="0"/>
              <a:endCxn id="9053" idx="2"/>
            </p:cNvCxnSpPr>
            <p:nvPr/>
          </p:nvCxnSpPr>
          <p:spPr>
            <a:xfrm rot="-5400000">
              <a:off x="987062" y="3023388"/>
              <a:ext cx="129300" cy="176400"/>
            </a:xfrm>
            <a:prstGeom prst="bentConnector3">
              <a:avLst>
                <a:gd fmla="val 116172" name="adj1"/>
              </a:avLst>
            </a:prstGeom>
            <a:noFill/>
            <a:ln cap="flat" cmpd="sng" w="9525">
              <a:solidFill>
                <a:srgbClr val="C2C2C2"/>
              </a:solidFill>
              <a:prstDash val="solid"/>
              <a:round/>
              <a:headEnd len="sm" w="sm" type="none"/>
              <a:tailEnd len="sm" w="sm" type="none"/>
            </a:ln>
          </p:spPr>
        </p:cxnSp>
        <p:cxnSp>
          <p:nvCxnSpPr>
            <p:cNvPr id="9058" name="Google Shape;9058;p118"/>
            <p:cNvCxnSpPr>
              <a:stCxn id="9051" idx="2"/>
              <a:endCxn id="9059" idx="0"/>
            </p:cNvCxnSpPr>
            <p:nvPr/>
          </p:nvCxnSpPr>
          <p:spPr>
            <a:xfrm flipH="1" rot="-5400000">
              <a:off x="1901948" y="3023532"/>
              <a:ext cx="129300" cy="176400"/>
            </a:xfrm>
            <a:prstGeom prst="bentConnector3">
              <a:avLst>
                <a:gd fmla="val -16247" name="adj1"/>
              </a:avLst>
            </a:prstGeom>
            <a:noFill/>
            <a:ln cap="flat" cmpd="sng" w="9525">
              <a:solidFill>
                <a:srgbClr val="C2C2C2"/>
              </a:solidFill>
              <a:prstDash val="solid"/>
              <a:round/>
              <a:headEnd len="sm" w="sm" type="none"/>
              <a:tailEnd len="sm" w="sm" type="none"/>
            </a:ln>
          </p:spPr>
        </p:cxnSp>
        <p:cxnSp>
          <p:nvCxnSpPr>
            <p:cNvPr id="9060" name="Google Shape;9060;p118"/>
            <p:cNvCxnSpPr>
              <a:stCxn id="9061" idx="0"/>
              <a:endCxn id="9051" idx="2"/>
            </p:cNvCxnSpPr>
            <p:nvPr/>
          </p:nvCxnSpPr>
          <p:spPr>
            <a:xfrm rot="-5400000">
              <a:off x="1725631" y="3023388"/>
              <a:ext cx="129300" cy="176400"/>
            </a:xfrm>
            <a:prstGeom prst="bentConnector3">
              <a:avLst>
                <a:gd fmla="val 116172" name="adj1"/>
              </a:avLst>
            </a:prstGeom>
            <a:noFill/>
            <a:ln cap="flat" cmpd="sng" w="9525">
              <a:solidFill>
                <a:srgbClr val="C2C2C2"/>
              </a:solidFill>
              <a:prstDash val="solid"/>
              <a:round/>
              <a:headEnd len="sm" w="sm" type="none"/>
              <a:tailEnd len="sm" w="sm" type="none"/>
            </a:ln>
          </p:spPr>
        </p:cxnSp>
        <p:sp>
          <p:nvSpPr>
            <p:cNvPr id="9057" name="Google Shape;9057;p11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055" name="Google Shape;9055;p11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061" name="Google Shape;9061;p11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059" name="Google Shape;9059;p11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051" name="Google Shape;9051;p11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053" name="Google Shape;9053;p11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050" name="Google Shape;9050;p11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grpSp>
      <p:grpSp>
        <p:nvGrpSpPr>
          <p:cNvPr id="9062" name="Google Shape;9062;p118"/>
          <p:cNvGrpSpPr/>
          <p:nvPr/>
        </p:nvGrpSpPr>
        <p:grpSpPr>
          <a:xfrm>
            <a:off x="732456" y="1178518"/>
            <a:ext cx="2518541" cy="209309"/>
            <a:chOff x="803163" y="1111966"/>
            <a:chExt cx="2447800" cy="203430"/>
          </a:xfrm>
        </p:grpSpPr>
        <p:grpSp>
          <p:nvGrpSpPr>
            <p:cNvPr id="9063" name="Google Shape;9063;p118"/>
            <p:cNvGrpSpPr/>
            <p:nvPr/>
          </p:nvGrpSpPr>
          <p:grpSpPr>
            <a:xfrm>
              <a:off x="1958180" y="1111966"/>
              <a:ext cx="588019" cy="121396"/>
              <a:chOff x="4808316" y="2800065"/>
              <a:chExt cx="1999386" cy="412910"/>
            </a:xfrm>
          </p:grpSpPr>
          <p:sp>
            <p:nvSpPr>
              <p:cNvPr id="9064" name="Google Shape;9064;p11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065" name="Google Shape;9065;p118"/>
              <p:cNvGrpSpPr/>
              <p:nvPr/>
            </p:nvGrpSpPr>
            <p:grpSpPr>
              <a:xfrm>
                <a:off x="4808316" y="2800065"/>
                <a:ext cx="92400" cy="411825"/>
                <a:chOff x="845575" y="2563700"/>
                <a:chExt cx="92400" cy="411825"/>
              </a:xfrm>
            </p:grpSpPr>
            <p:cxnSp>
              <p:nvCxnSpPr>
                <p:cNvPr id="9066" name="Google Shape;9066;p11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067" name="Google Shape;9067;p11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cxnSp>
          <p:nvCxnSpPr>
            <p:cNvPr id="9068" name="Google Shape;9068;p11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069" name="Google Shape;9069;p11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070" name="Google Shape;9070;p118"/>
            <p:cNvGrpSpPr/>
            <p:nvPr/>
          </p:nvGrpSpPr>
          <p:grpSpPr>
            <a:xfrm>
              <a:off x="803163" y="1111974"/>
              <a:ext cx="591158" cy="121545"/>
              <a:chOff x="803163" y="1111974"/>
              <a:chExt cx="591158" cy="121545"/>
            </a:xfrm>
          </p:grpSpPr>
          <p:grpSp>
            <p:nvGrpSpPr>
              <p:cNvPr id="9071" name="Google Shape;9071;p118"/>
              <p:cNvGrpSpPr/>
              <p:nvPr/>
            </p:nvGrpSpPr>
            <p:grpSpPr>
              <a:xfrm>
                <a:off x="803163" y="1111974"/>
                <a:ext cx="27175" cy="121077"/>
                <a:chOff x="845575" y="2563700"/>
                <a:chExt cx="92400" cy="411825"/>
              </a:xfrm>
            </p:grpSpPr>
            <p:cxnSp>
              <p:nvCxnSpPr>
                <p:cNvPr id="9072" name="Google Shape;9072;p11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073" name="Google Shape;9073;p11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074" name="Google Shape;9074;p11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75" name="Google Shape;9075;p118"/>
            <p:cNvGrpSpPr/>
            <p:nvPr/>
          </p:nvGrpSpPr>
          <p:grpSpPr>
            <a:xfrm>
              <a:off x="1381910" y="1194219"/>
              <a:ext cx="588340" cy="121177"/>
              <a:chOff x="1381910" y="1194219"/>
              <a:chExt cx="588340" cy="121177"/>
            </a:xfrm>
          </p:grpSpPr>
          <p:grpSp>
            <p:nvGrpSpPr>
              <p:cNvPr id="9076" name="Google Shape;9076;p118"/>
              <p:cNvGrpSpPr/>
              <p:nvPr/>
            </p:nvGrpSpPr>
            <p:grpSpPr>
              <a:xfrm rot="10800000">
                <a:off x="1381910" y="1194319"/>
                <a:ext cx="27175" cy="121077"/>
                <a:chOff x="2070100" y="2563700"/>
                <a:chExt cx="92400" cy="411825"/>
              </a:xfrm>
            </p:grpSpPr>
            <p:cxnSp>
              <p:nvCxnSpPr>
                <p:cNvPr id="9077" name="Google Shape;9077;p11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078" name="Google Shape;9078;p11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079" name="Google Shape;9079;p11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80" name="Google Shape;9080;p118"/>
            <p:cNvGrpSpPr/>
            <p:nvPr/>
          </p:nvGrpSpPr>
          <p:grpSpPr>
            <a:xfrm>
              <a:off x="2532079" y="1194219"/>
              <a:ext cx="704928" cy="121177"/>
              <a:chOff x="2532079" y="1194219"/>
              <a:chExt cx="704928" cy="121177"/>
            </a:xfrm>
          </p:grpSpPr>
          <p:grpSp>
            <p:nvGrpSpPr>
              <p:cNvPr id="9081" name="Google Shape;9081;p118"/>
              <p:cNvGrpSpPr/>
              <p:nvPr/>
            </p:nvGrpSpPr>
            <p:grpSpPr>
              <a:xfrm rot="10800000">
                <a:off x="2532079" y="1194319"/>
                <a:ext cx="27175" cy="121077"/>
                <a:chOff x="2070100" y="2563700"/>
                <a:chExt cx="92400" cy="411825"/>
              </a:xfrm>
            </p:grpSpPr>
            <p:cxnSp>
              <p:nvCxnSpPr>
                <p:cNvPr id="9082" name="Google Shape;9082;p11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083" name="Google Shape;9083;p11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084" name="Google Shape;9084;p11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085" name="Google Shape;9085;p118"/>
          <p:cNvGrpSpPr/>
          <p:nvPr/>
        </p:nvGrpSpPr>
        <p:grpSpPr>
          <a:xfrm>
            <a:off x="3525467" y="3875150"/>
            <a:ext cx="1567778" cy="491677"/>
            <a:chOff x="5194708" y="3484366"/>
            <a:chExt cx="3148148" cy="987304"/>
          </a:xfrm>
        </p:grpSpPr>
        <p:grpSp>
          <p:nvGrpSpPr>
            <p:cNvPr id="9086" name="Google Shape;9086;p118"/>
            <p:cNvGrpSpPr/>
            <p:nvPr/>
          </p:nvGrpSpPr>
          <p:grpSpPr>
            <a:xfrm>
              <a:off x="7531521" y="3484366"/>
              <a:ext cx="811335" cy="987304"/>
              <a:chOff x="3379425" y="1617275"/>
              <a:chExt cx="1090650" cy="1327200"/>
            </a:xfrm>
          </p:grpSpPr>
          <p:sp>
            <p:nvSpPr>
              <p:cNvPr id="9087" name="Google Shape;9087;p11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8" name="Google Shape;9088;p11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9" name="Google Shape;9089;p11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90" name="Google Shape;9090;p118"/>
            <p:cNvGrpSpPr/>
            <p:nvPr/>
          </p:nvGrpSpPr>
          <p:grpSpPr>
            <a:xfrm>
              <a:off x="6752546" y="3484366"/>
              <a:ext cx="811428" cy="987304"/>
              <a:chOff x="2332275" y="1617275"/>
              <a:chExt cx="1090775" cy="1327200"/>
            </a:xfrm>
          </p:grpSpPr>
          <p:sp>
            <p:nvSpPr>
              <p:cNvPr id="9091" name="Google Shape;9091;p11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2" name="Google Shape;9092;p11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3" name="Google Shape;9093;p11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94" name="Google Shape;9094;p118"/>
            <p:cNvGrpSpPr/>
            <p:nvPr/>
          </p:nvGrpSpPr>
          <p:grpSpPr>
            <a:xfrm>
              <a:off x="5973664" y="3484366"/>
              <a:ext cx="811335" cy="987304"/>
              <a:chOff x="1285250" y="1617275"/>
              <a:chExt cx="1090650" cy="1327200"/>
            </a:xfrm>
          </p:grpSpPr>
          <p:sp>
            <p:nvSpPr>
              <p:cNvPr id="9095" name="Google Shape;9095;p11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6" name="Google Shape;9096;p11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7" name="Google Shape;9097;p11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98" name="Google Shape;9098;p118"/>
            <p:cNvGrpSpPr/>
            <p:nvPr/>
          </p:nvGrpSpPr>
          <p:grpSpPr>
            <a:xfrm>
              <a:off x="5194708" y="3484366"/>
              <a:ext cx="811409" cy="987304"/>
              <a:chOff x="238125" y="1617275"/>
              <a:chExt cx="1090750" cy="1327200"/>
            </a:xfrm>
          </p:grpSpPr>
          <p:sp>
            <p:nvSpPr>
              <p:cNvPr id="9099" name="Google Shape;9099;p11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0" name="Google Shape;9100;p11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1" name="Google Shape;9101;p11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102" name="Google Shape;9102;p118"/>
          <p:cNvGrpSpPr/>
          <p:nvPr/>
        </p:nvGrpSpPr>
        <p:grpSpPr>
          <a:xfrm>
            <a:off x="3486076" y="3355561"/>
            <a:ext cx="1616964" cy="346256"/>
            <a:chOff x="1808063" y="4294338"/>
            <a:chExt cx="3370782" cy="721817"/>
          </a:xfrm>
        </p:grpSpPr>
        <p:sp>
          <p:nvSpPr>
            <p:cNvPr id="9103" name="Google Shape;9103;p11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4" name="Google Shape;9104;p11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5" name="Google Shape;9105;p11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6" name="Google Shape;9106;p11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7" name="Google Shape;9107;p11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8" name="Google Shape;9108;p11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9" name="Google Shape;9109;p11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0" name="Google Shape;9110;p11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1" name="Google Shape;9111;p11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2" name="Google Shape;9112;p11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13" name="Google Shape;9113;p118"/>
          <p:cNvGrpSpPr/>
          <p:nvPr/>
        </p:nvGrpSpPr>
        <p:grpSpPr>
          <a:xfrm>
            <a:off x="764288" y="3641590"/>
            <a:ext cx="1295882" cy="646587"/>
            <a:chOff x="834100" y="3642869"/>
            <a:chExt cx="1259483" cy="628426"/>
          </a:xfrm>
        </p:grpSpPr>
        <p:sp>
          <p:nvSpPr>
            <p:cNvPr id="9114" name="Google Shape;9114;p11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5" name="Google Shape;9115;p11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6" name="Google Shape;9116;p11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7" name="Google Shape;9117;p11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8" name="Google Shape;9118;p11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9" name="Google Shape;9119;p11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0" name="Google Shape;9120;p11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1" name="Google Shape;9121;p11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2" name="Google Shape;9122;p11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3" name="Google Shape;9123;p11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4" name="Google Shape;9124;p11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5" name="Google Shape;9125;p11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6" name="Google Shape;9126;p11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7" name="Google Shape;9127;p11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8" name="Google Shape;9128;p11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9" name="Google Shape;9129;p11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0" name="Google Shape;9130;p11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1" name="Google Shape;9131;p11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2" name="Google Shape;9132;p11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3" name="Google Shape;9133;p11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4" name="Google Shape;9134;p11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5" name="Google Shape;9135;p11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6" name="Google Shape;9136;p11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7" name="Google Shape;9137;p11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8" name="Google Shape;9138;p11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39" name="Google Shape;9139;p118"/>
            <p:cNvGrpSpPr/>
            <p:nvPr/>
          </p:nvGrpSpPr>
          <p:grpSpPr>
            <a:xfrm>
              <a:off x="1360364" y="3847835"/>
              <a:ext cx="208119" cy="224359"/>
              <a:chOff x="1360769" y="3847100"/>
              <a:chExt cx="208119" cy="224359"/>
            </a:xfrm>
          </p:grpSpPr>
          <p:sp>
            <p:nvSpPr>
              <p:cNvPr id="9140" name="Google Shape;9140;p11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1" name="Google Shape;9141;p11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2" name="Google Shape;9142;p11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3" name="Google Shape;9143;p11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4" name="Google Shape;9144;p11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5" name="Google Shape;9145;p11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6" name="Google Shape;9146;p11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7" name="Google Shape;9147;p11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8" name="Google Shape;9148;p11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9" name="Google Shape;9149;p11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0" name="Google Shape;9150;p11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1" name="Google Shape;9151;p11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2" name="Google Shape;9152;p11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3" name="Google Shape;9153;p11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4" name="Google Shape;9154;p11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5" name="Google Shape;9155;p11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6" name="Google Shape;9156;p11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7" name="Google Shape;9157;p11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8" name="Google Shape;9158;p11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9" name="Google Shape;9159;p11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60" name="Google Shape;9160;p11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1" name="Google Shape;9161;p11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2" name="Google Shape;9162;p11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3" name="Google Shape;9163;p11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4" name="Google Shape;9164;p11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5" name="Google Shape;9165;p11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6" name="Google Shape;9166;p11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7" name="Google Shape;9167;p11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8" name="Google Shape;9168;p11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9" name="Google Shape;9169;p11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0" name="Google Shape;9170;p11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1" name="Google Shape;9171;p11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2" name="Google Shape;9172;p11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3" name="Google Shape;9173;p11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74" name="Google Shape;9174;p118"/>
          <p:cNvGrpSpPr/>
          <p:nvPr/>
        </p:nvGrpSpPr>
        <p:grpSpPr>
          <a:xfrm rot="5400000">
            <a:off x="5977401" y="3438087"/>
            <a:ext cx="164064" cy="1414916"/>
            <a:chOff x="4428249" y="1369375"/>
            <a:chExt cx="36905" cy="429569"/>
          </a:xfrm>
        </p:grpSpPr>
        <p:sp>
          <p:nvSpPr>
            <p:cNvPr id="9175" name="Google Shape;9175;p11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6" name="Google Shape;9176;p11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7" name="Google Shape;9177;p11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8" name="Google Shape;9178;p11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9" name="Google Shape;9179;p11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0" name="Google Shape;9180;p11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1" name="Google Shape;9181;p11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2" name="Google Shape;9182;p11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3" name="Google Shape;9183;p11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4" name="Google Shape;9184;p11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5" name="Google Shape;9185;p11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6" name="Google Shape;9186;p11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7" name="Google Shape;9187;p11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8" name="Google Shape;9188;p11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9" name="Google Shape;9189;p11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0" name="Google Shape;9190;p11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1" name="Google Shape;9191;p11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2" name="Google Shape;9192;p11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3" name="Google Shape;9193;p11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4" name="Google Shape;9194;p11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5" name="Google Shape;9195;p11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6" name="Google Shape;9196;p11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7" name="Google Shape;9197;p11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8" name="Google Shape;9198;p11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9" name="Google Shape;9199;p11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0" name="Google Shape;9200;p11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1" name="Google Shape;9201;p11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2" name="Google Shape;9202;p11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3" name="Google Shape;9203;p11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4" name="Google Shape;9204;p11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5" name="Google Shape;9205;p11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6" name="Google Shape;9206;p11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07" name="Google Shape;9207;p118"/>
          <p:cNvGrpSpPr/>
          <p:nvPr/>
        </p:nvGrpSpPr>
        <p:grpSpPr>
          <a:xfrm flipH="1" rot="10800000">
            <a:off x="5349830" y="3026630"/>
            <a:ext cx="1419207" cy="24808"/>
            <a:chOff x="219558" y="4738465"/>
            <a:chExt cx="5852400" cy="102300"/>
          </a:xfrm>
        </p:grpSpPr>
        <p:cxnSp>
          <p:nvCxnSpPr>
            <p:cNvPr id="9208" name="Google Shape;9208;p11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209" name="Google Shape;9209;p11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0" name="Google Shape;9210;p11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1" name="Google Shape;9211;p11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2" name="Google Shape;9212;p11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3" name="Google Shape;9213;p11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14" name="Google Shape;9214;p118"/>
          <p:cNvGrpSpPr/>
          <p:nvPr/>
        </p:nvGrpSpPr>
        <p:grpSpPr>
          <a:xfrm>
            <a:off x="5361148" y="3399694"/>
            <a:ext cx="1396569" cy="385016"/>
            <a:chOff x="5286284" y="2966544"/>
            <a:chExt cx="1396569" cy="385016"/>
          </a:xfrm>
        </p:grpSpPr>
        <p:cxnSp>
          <p:nvCxnSpPr>
            <p:cNvPr id="9215" name="Google Shape;9215;p11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216" name="Google Shape;9216;p11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217" name="Google Shape;9217;p118"/>
            <p:cNvGrpSpPr/>
            <p:nvPr/>
          </p:nvGrpSpPr>
          <p:grpSpPr>
            <a:xfrm>
              <a:off x="5287688" y="3173364"/>
              <a:ext cx="1395165" cy="74100"/>
              <a:chOff x="5287688" y="3173364"/>
              <a:chExt cx="1395165" cy="74100"/>
            </a:xfrm>
          </p:grpSpPr>
          <p:cxnSp>
            <p:nvCxnSpPr>
              <p:cNvPr id="9218" name="Google Shape;9218;p118"/>
              <p:cNvCxnSpPr/>
              <p:nvPr/>
            </p:nvCxnSpPr>
            <p:spPr>
              <a:xfrm>
                <a:off x="6682853" y="3173540"/>
                <a:ext cx="0" cy="73800"/>
              </a:xfrm>
              <a:prstGeom prst="straightConnector1">
                <a:avLst/>
              </a:prstGeom>
              <a:noFill/>
              <a:ln cap="flat" cmpd="sng" w="9525">
                <a:solidFill>
                  <a:srgbClr val="5F7D95"/>
                </a:solidFill>
                <a:prstDash val="solid"/>
                <a:round/>
                <a:headEnd len="sm" w="sm" type="none"/>
                <a:tailEnd len="sm" w="sm" type="none"/>
              </a:ln>
            </p:spPr>
          </p:cxnSp>
          <p:cxnSp>
            <p:nvCxnSpPr>
              <p:cNvPr id="9219" name="Google Shape;9219;p118"/>
              <p:cNvCxnSpPr/>
              <p:nvPr/>
            </p:nvCxnSpPr>
            <p:spPr>
              <a:xfrm>
                <a:off x="5287688" y="3210371"/>
                <a:ext cx="1394700" cy="0"/>
              </a:xfrm>
              <a:prstGeom prst="straightConnector1">
                <a:avLst/>
              </a:prstGeom>
              <a:noFill/>
              <a:ln cap="flat" cmpd="sng" w="9525">
                <a:solidFill>
                  <a:srgbClr val="5F7D95"/>
                </a:solidFill>
                <a:prstDash val="solid"/>
                <a:round/>
                <a:headEnd len="sm" w="sm" type="none"/>
                <a:tailEnd len="sm" w="sm" type="none"/>
              </a:ln>
            </p:spPr>
          </p:cxnSp>
          <p:cxnSp>
            <p:nvCxnSpPr>
              <p:cNvPr id="9220" name="Google Shape;9220;p118"/>
              <p:cNvCxnSpPr/>
              <p:nvPr/>
            </p:nvCxnSpPr>
            <p:spPr>
              <a:xfrm>
                <a:off x="5518476"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221" name="Google Shape;9221;p118"/>
              <p:cNvCxnSpPr/>
              <p:nvPr/>
            </p:nvCxnSpPr>
            <p:spPr>
              <a:xfrm>
                <a:off x="5287935"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222" name="Google Shape;9222;p118"/>
              <p:cNvCxnSpPr/>
              <p:nvPr/>
            </p:nvCxnSpPr>
            <p:spPr>
              <a:xfrm>
                <a:off x="5751239"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223" name="Google Shape;9223;p118"/>
              <p:cNvCxnSpPr/>
              <p:nvPr/>
            </p:nvCxnSpPr>
            <p:spPr>
              <a:xfrm>
                <a:off x="5982252"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224" name="Google Shape;9224;p118"/>
              <p:cNvCxnSpPr/>
              <p:nvPr/>
            </p:nvCxnSpPr>
            <p:spPr>
              <a:xfrm>
                <a:off x="6216184"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225" name="Google Shape;9225;p118"/>
              <p:cNvCxnSpPr/>
              <p:nvPr/>
            </p:nvCxnSpPr>
            <p:spPr>
              <a:xfrm>
                <a:off x="6449534" y="3173364"/>
                <a:ext cx="0" cy="74100"/>
              </a:xfrm>
              <a:prstGeom prst="straightConnector1">
                <a:avLst/>
              </a:prstGeom>
              <a:noFill/>
              <a:ln cap="flat" cmpd="sng" w="9525">
                <a:solidFill>
                  <a:srgbClr val="5F7D95"/>
                </a:solidFill>
                <a:prstDash val="solid"/>
                <a:round/>
                <a:headEnd len="sm" w="sm" type="none"/>
                <a:tailEnd len="sm" w="sm" type="none"/>
              </a:ln>
            </p:spPr>
          </p:cxnSp>
        </p:grpSp>
        <p:cxnSp>
          <p:nvCxnSpPr>
            <p:cNvPr id="9226" name="Google Shape;9226;p11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227" name="Google Shape;9227;p118"/>
          <p:cNvGrpSpPr/>
          <p:nvPr/>
        </p:nvGrpSpPr>
        <p:grpSpPr>
          <a:xfrm>
            <a:off x="2047214" y="1818470"/>
            <a:ext cx="1182275" cy="662027"/>
            <a:chOff x="2029517" y="1732295"/>
            <a:chExt cx="1149067" cy="643432"/>
          </a:xfrm>
        </p:grpSpPr>
        <p:grpSp>
          <p:nvGrpSpPr>
            <p:cNvPr id="9228" name="Google Shape;9228;p118"/>
            <p:cNvGrpSpPr/>
            <p:nvPr/>
          </p:nvGrpSpPr>
          <p:grpSpPr>
            <a:xfrm>
              <a:off x="2708660" y="1746937"/>
              <a:ext cx="455426" cy="244429"/>
              <a:chOff x="2700693" y="1746937"/>
              <a:chExt cx="455426" cy="244429"/>
            </a:xfrm>
          </p:grpSpPr>
          <p:grpSp>
            <p:nvGrpSpPr>
              <p:cNvPr id="9229" name="Google Shape;9229;p118"/>
              <p:cNvGrpSpPr/>
              <p:nvPr/>
            </p:nvGrpSpPr>
            <p:grpSpPr>
              <a:xfrm>
                <a:off x="2905682" y="1782817"/>
                <a:ext cx="250437" cy="208549"/>
                <a:chOff x="2905682" y="1782817"/>
                <a:chExt cx="250437" cy="208549"/>
              </a:xfrm>
            </p:grpSpPr>
            <p:cxnSp>
              <p:nvCxnSpPr>
                <p:cNvPr id="9230" name="Google Shape;9230;p11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231" name="Google Shape;9231;p11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32" name="Google Shape;9232;p118"/>
              <p:cNvGrpSpPr/>
              <p:nvPr/>
            </p:nvGrpSpPr>
            <p:grpSpPr>
              <a:xfrm>
                <a:off x="2700693" y="1746937"/>
                <a:ext cx="449966" cy="72374"/>
                <a:chOff x="2700693" y="1746937"/>
                <a:chExt cx="449966" cy="72374"/>
              </a:xfrm>
            </p:grpSpPr>
            <p:cxnSp>
              <p:nvCxnSpPr>
                <p:cNvPr id="9233" name="Google Shape;9233;p11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234" name="Google Shape;9234;p11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235" name="Google Shape;9235;p118"/>
            <p:cNvGrpSpPr/>
            <p:nvPr/>
          </p:nvGrpSpPr>
          <p:grpSpPr>
            <a:xfrm>
              <a:off x="2029517" y="1732295"/>
              <a:ext cx="1149067" cy="643432"/>
              <a:chOff x="2029517" y="1732295"/>
              <a:chExt cx="1149067" cy="643432"/>
            </a:xfrm>
          </p:grpSpPr>
          <p:grpSp>
            <p:nvGrpSpPr>
              <p:cNvPr id="9236" name="Google Shape;9236;p118"/>
              <p:cNvGrpSpPr/>
              <p:nvPr/>
            </p:nvGrpSpPr>
            <p:grpSpPr>
              <a:xfrm>
                <a:off x="2703618" y="2103152"/>
                <a:ext cx="474966" cy="260017"/>
                <a:chOff x="2703618" y="2103152"/>
                <a:chExt cx="474966" cy="260017"/>
              </a:xfrm>
            </p:grpSpPr>
            <p:grpSp>
              <p:nvGrpSpPr>
                <p:cNvPr id="9237" name="Google Shape;9237;p118"/>
                <p:cNvGrpSpPr/>
                <p:nvPr/>
              </p:nvGrpSpPr>
              <p:grpSpPr>
                <a:xfrm>
                  <a:off x="2703618" y="2290640"/>
                  <a:ext cx="450291" cy="72529"/>
                  <a:chOff x="2703618" y="2290640"/>
                  <a:chExt cx="450291" cy="72529"/>
                </a:xfrm>
              </p:grpSpPr>
              <p:cxnSp>
                <p:nvCxnSpPr>
                  <p:cNvPr id="9238" name="Google Shape;9238;p11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239" name="Google Shape;9239;p11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40" name="Google Shape;9240;p118"/>
                <p:cNvGrpSpPr/>
                <p:nvPr/>
              </p:nvGrpSpPr>
              <p:grpSpPr>
                <a:xfrm>
                  <a:off x="2908607" y="2103152"/>
                  <a:ext cx="269977" cy="223538"/>
                  <a:chOff x="2908607" y="2103152"/>
                  <a:chExt cx="269977" cy="223538"/>
                </a:xfrm>
              </p:grpSpPr>
              <p:cxnSp>
                <p:nvCxnSpPr>
                  <p:cNvPr id="9241" name="Google Shape;9241;p11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242" name="Google Shape;9242;p11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243" name="Google Shape;9243;p118"/>
              <p:cNvGrpSpPr/>
              <p:nvPr/>
            </p:nvGrpSpPr>
            <p:grpSpPr>
              <a:xfrm>
                <a:off x="2029517" y="1732295"/>
                <a:ext cx="685827" cy="643432"/>
                <a:chOff x="2029517" y="1732295"/>
                <a:chExt cx="685827" cy="643432"/>
              </a:xfrm>
            </p:grpSpPr>
            <p:sp>
              <p:nvSpPr>
                <p:cNvPr id="9244" name="Google Shape;9244;p11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245" name="Google Shape;9245;p118"/>
                <p:cNvGrpSpPr/>
                <p:nvPr/>
              </p:nvGrpSpPr>
              <p:grpSpPr>
                <a:xfrm>
                  <a:off x="2158948" y="1732295"/>
                  <a:ext cx="556396" cy="333108"/>
                  <a:chOff x="2158948" y="1732295"/>
                  <a:chExt cx="556396" cy="333108"/>
                </a:xfrm>
              </p:grpSpPr>
              <p:cxnSp>
                <p:nvCxnSpPr>
                  <p:cNvPr id="9246" name="Google Shape;9246;p11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9247" name="Google Shape;9247;p11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48" name="Google Shape;9248;p118"/>
                <p:cNvGrpSpPr/>
                <p:nvPr/>
              </p:nvGrpSpPr>
              <p:grpSpPr>
                <a:xfrm>
                  <a:off x="2159908" y="2065057"/>
                  <a:ext cx="550885" cy="310670"/>
                  <a:chOff x="2159908" y="2065057"/>
                  <a:chExt cx="550885" cy="310670"/>
                </a:xfrm>
              </p:grpSpPr>
              <p:cxnSp>
                <p:nvCxnSpPr>
                  <p:cNvPr id="9249" name="Google Shape;9249;p11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9250" name="Google Shape;9250;p11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nvGrpSpPr>
          <p:cNvPr id="9251" name="Google Shape;9251;p118"/>
          <p:cNvGrpSpPr/>
          <p:nvPr/>
        </p:nvGrpSpPr>
        <p:grpSpPr>
          <a:xfrm>
            <a:off x="732462" y="1766083"/>
            <a:ext cx="962651" cy="810058"/>
            <a:chOff x="732462" y="1766083"/>
            <a:chExt cx="962651" cy="810058"/>
          </a:xfrm>
        </p:grpSpPr>
        <p:grpSp>
          <p:nvGrpSpPr>
            <p:cNvPr id="9252" name="Google Shape;9252;p118"/>
            <p:cNvGrpSpPr/>
            <p:nvPr/>
          </p:nvGrpSpPr>
          <p:grpSpPr>
            <a:xfrm>
              <a:off x="732462" y="1908333"/>
              <a:ext cx="339370" cy="524756"/>
              <a:chOff x="844912" y="1819635"/>
              <a:chExt cx="329837" cy="510016"/>
            </a:xfrm>
          </p:grpSpPr>
          <p:sp>
            <p:nvSpPr>
              <p:cNvPr id="9253" name="Google Shape;9253;p11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4" name="Google Shape;9254;p11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5" name="Google Shape;9255;p11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6" name="Google Shape;9256;p11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7" name="Google Shape;9257;p11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8" name="Google Shape;9258;p11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59" name="Google Shape;9259;p118"/>
            <p:cNvGrpSpPr/>
            <p:nvPr/>
          </p:nvGrpSpPr>
          <p:grpSpPr>
            <a:xfrm>
              <a:off x="1184858" y="2256650"/>
              <a:ext cx="510255" cy="319491"/>
              <a:chOff x="1284601" y="2158168"/>
              <a:chExt cx="495923" cy="310517"/>
            </a:xfrm>
          </p:grpSpPr>
          <p:sp>
            <p:nvSpPr>
              <p:cNvPr id="9260" name="Google Shape;9260;p11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261" name="Google Shape;9261;p118"/>
              <p:cNvGrpSpPr/>
              <p:nvPr/>
            </p:nvGrpSpPr>
            <p:grpSpPr>
              <a:xfrm>
                <a:off x="1507666" y="2158168"/>
                <a:ext cx="272858" cy="310517"/>
                <a:chOff x="1507666" y="2158168"/>
                <a:chExt cx="272858" cy="310517"/>
              </a:xfrm>
            </p:grpSpPr>
            <p:grpSp>
              <p:nvGrpSpPr>
                <p:cNvPr id="9262" name="Google Shape;9262;p118"/>
                <p:cNvGrpSpPr/>
                <p:nvPr/>
              </p:nvGrpSpPr>
              <p:grpSpPr>
                <a:xfrm>
                  <a:off x="1507666" y="2176104"/>
                  <a:ext cx="166395" cy="273150"/>
                  <a:chOff x="1507666" y="2176104"/>
                  <a:chExt cx="166395" cy="273150"/>
                </a:xfrm>
              </p:grpSpPr>
              <p:sp>
                <p:nvSpPr>
                  <p:cNvPr id="9263" name="Google Shape;9263;p11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4" name="Google Shape;9264;p11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5" name="Google Shape;9265;p11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6" name="Google Shape;9266;p11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7" name="Google Shape;9267;p11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8" name="Google Shape;9268;p11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9" name="Google Shape;9269;p11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270" name="Google Shape;9270;p11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1" name="Google Shape;9271;p11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272" name="Google Shape;9272;p118"/>
            <p:cNvGrpSpPr/>
            <p:nvPr/>
          </p:nvGrpSpPr>
          <p:grpSpPr>
            <a:xfrm>
              <a:off x="1184858" y="1766083"/>
              <a:ext cx="510255" cy="319491"/>
              <a:chOff x="1284601" y="1681380"/>
              <a:chExt cx="495923" cy="310517"/>
            </a:xfrm>
          </p:grpSpPr>
          <p:sp>
            <p:nvSpPr>
              <p:cNvPr id="9273" name="Google Shape;9273;p11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274" name="Google Shape;9274;p118"/>
              <p:cNvGrpSpPr/>
              <p:nvPr/>
            </p:nvGrpSpPr>
            <p:grpSpPr>
              <a:xfrm>
                <a:off x="1507666" y="1681380"/>
                <a:ext cx="272858" cy="310517"/>
                <a:chOff x="1507666" y="1681380"/>
                <a:chExt cx="272858" cy="310517"/>
              </a:xfrm>
            </p:grpSpPr>
            <p:grpSp>
              <p:nvGrpSpPr>
                <p:cNvPr id="9275" name="Google Shape;9275;p118"/>
                <p:cNvGrpSpPr/>
                <p:nvPr/>
              </p:nvGrpSpPr>
              <p:grpSpPr>
                <a:xfrm>
                  <a:off x="1507666" y="1700120"/>
                  <a:ext cx="166395" cy="272984"/>
                  <a:chOff x="1507666" y="1700120"/>
                  <a:chExt cx="166395" cy="272984"/>
                </a:xfrm>
              </p:grpSpPr>
              <p:sp>
                <p:nvSpPr>
                  <p:cNvPr id="9276" name="Google Shape;9276;p11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7" name="Google Shape;9277;p11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8" name="Google Shape;9278;p11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9" name="Google Shape;9279;p11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0" name="Google Shape;9280;p11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1" name="Google Shape;9281;p11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2" name="Google Shape;9282;p11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283" name="Google Shape;9283;p11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4" name="Google Shape;9284;p11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285" name="Google Shape;9285;p118"/>
          <p:cNvGrpSpPr/>
          <p:nvPr/>
        </p:nvGrpSpPr>
        <p:grpSpPr>
          <a:xfrm>
            <a:off x="6841403" y="2533512"/>
            <a:ext cx="1622269" cy="552443"/>
            <a:chOff x="6894650" y="2574740"/>
            <a:chExt cx="1445100" cy="492111"/>
          </a:xfrm>
        </p:grpSpPr>
        <p:sp>
          <p:nvSpPr>
            <p:cNvPr id="9286" name="Google Shape;9286;p11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7" name="Google Shape;9287;p11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8" name="Google Shape;9288;p11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9" name="Google Shape;9289;p11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0" name="Google Shape;9290;p11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291" name="Google Shape;9291;p118"/>
            <p:cNvCxnSpPr/>
            <p:nvPr/>
          </p:nvCxnSpPr>
          <p:spPr>
            <a:xfrm>
              <a:off x="6894650" y="2821921"/>
              <a:ext cx="1445100" cy="0"/>
            </a:xfrm>
            <a:prstGeom prst="straightConnector1">
              <a:avLst/>
            </a:prstGeom>
            <a:noFill/>
            <a:ln cap="flat" cmpd="sng" w="9525">
              <a:solidFill>
                <a:srgbClr val="869FB2"/>
              </a:solidFill>
              <a:prstDash val="solid"/>
              <a:round/>
              <a:headEnd len="sm" w="sm" type="none"/>
              <a:tailEnd len="sm" w="sm" type="none"/>
            </a:ln>
          </p:spPr>
        </p:cxnSp>
      </p:grpSp>
      <p:grpSp>
        <p:nvGrpSpPr>
          <p:cNvPr id="9292" name="Google Shape;9292;p118"/>
          <p:cNvGrpSpPr/>
          <p:nvPr/>
        </p:nvGrpSpPr>
        <p:grpSpPr>
          <a:xfrm>
            <a:off x="6860946" y="3907768"/>
            <a:ext cx="1583206" cy="475705"/>
            <a:chOff x="6953919" y="3907920"/>
            <a:chExt cx="1377300" cy="475705"/>
          </a:xfrm>
        </p:grpSpPr>
        <p:cxnSp>
          <p:nvCxnSpPr>
            <p:cNvPr id="9293" name="Google Shape;9293;p118"/>
            <p:cNvCxnSpPr/>
            <p:nvPr/>
          </p:nvCxnSpPr>
          <p:spPr>
            <a:xfrm rot="10800000">
              <a:off x="7118546" y="4100689"/>
              <a:ext cx="0" cy="185100"/>
            </a:xfrm>
            <a:prstGeom prst="straightConnector1">
              <a:avLst/>
            </a:prstGeom>
            <a:noFill/>
            <a:ln cap="flat" cmpd="sng" w="19050">
              <a:solidFill>
                <a:srgbClr val="5F7D95"/>
              </a:solidFill>
              <a:prstDash val="solid"/>
              <a:round/>
              <a:headEnd len="sm" w="sm" type="none"/>
              <a:tailEnd len="sm" w="sm" type="none"/>
            </a:ln>
          </p:spPr>
        </p:cxnSp>
        <p:cxnSp>
          <p:nvCxnSpPr>
            <p:cNvPr id="9294" name="Google Shape;9294;p118"/>
            <p:cNvCxnSpPr/>
            <p:nvPr/>
          </p:nvCxnSpPr>
          <p:spPr>
            <a:xfrm>
              <a:off x="7480500" y="4197025"/>
              <a:ext cx="0" cy="186600"/>
            </a:xfrm>
            <a:prstGeom prst="straightConnector1">
              <a:avLst/>
            </a:prstGeom>
            <a:noFill/>
            <a:ln cap="flat" cmpd="sng" w="19050">
              <a:solidFill>
                <a:srgbClr val="5F7D95"/>
              </a:solidFill>
              <a:prstDash val="solid"/>
              <a:round/>
              <a:headEnd len="sm" w="sm" type="none"/>
              <a:tailEnd len="sm" w="sm" type="none"/>
            </a:ln>
          </p:spPr>
        </p:cxnSp>
        <p:cxnSp>
          <p:nvCxnSpPr>
            <p:cNvPr id="9295" name="Google Shape;9295;p118"/>
            <p:cNvCxnSpPr/>
            <p:nvPr/>
          </p:nvCxnSpPr>
          <p:spPr>
            <a:xfrm rot="10800000">
              <a:off x="7848574" y="3907920"/>
              <a:ext cx="0" cy="185100"/>
            </a:xfrm>
            <a:prstGeom prst="straightConnector1">
              <a:avLst/>
            </a:prstGeom>
            <a:noFill/>
            <a:ln cap="flat" cmpd="sng" w="19050">
              <a:solidFill>
                <a:srgbClr val="5F7D95"/>
              </a:solidFill>
              <a:prstDash val="solid"/>
              <a:round/>
              <a:headEnd len="sm" w="sm" type="none"/>
              <a:tailEnd len="sm" w="sm" type="none"/>
            </a:ln>
          </p:spPr>
        </p:cxnSp>
        <p:cxnSp>
          <p:nvCxnSpPr>
            <p:cNvPr id="9296" name="Google Shape;9296;p118"/>
            <p:cNvCxnSpPr/>
            <p:nvPr/>
          </p:nvCxnSpPr>
          <p:spPr>
            <a:xfrm>
              <a:off x="8218032" y="3997243"/>
              <a:ext cx="0" cy="197100"/>
            </a:xfrm>
            <a:prstGeom prst="straightConnector1">
              <a:avLst/>
            </a:prstGeom>
            <a:noFill/>
            <a:ln cap="flat" cmpd="sng" w="19050">
              <a:solidFill>
                <a:srgbClr val="5F7D95"/>
              </a:solidFill>
              <a:prstDash val="solid"/>
              <a:round/>
              <a:headEnd len="sm" w="sm" type="none"/>
              <a:tailEnd len="sm" w="sm" type="none"/>
            </a:ln>
          </p:spPr>
        </p:cxnSp>
        <p:cxnSp>
          <p:nvCxnSpPr>
            <p:cNvPr id="9297" name="Google Shape;9297;p118"/>
            <p:cNvCxnSpPr/>
            <p:nvPr/>
          </p:nvCxnSpPr>
          <p:spPr>
            <a:xfrm flipH="1">
              <a:off x="6953919" y="3961822"/>
              <a:ext cx="1377300" cy="376800"/>
            </a:xfrm>
            <a:prstGeom prst="straightConnector1">
              <a:avLst/>
            </a:prstGeom>
            <a:noFill/>
            <a:ln cap="flat" cmpd="sng" w="19050">
              <a:solidFill>
                <a:srgbClr val="435D74"/>
              </a:solidFill>
              <a:prstDash val="solid"/>
              <a:round/>
              <a:headEnd len="sm" w="sm" type="none"/>
              <a:tailEnd len="sm" w="sm" type="none"/>
            </a:ln>
          </p:spPr>
        </p:cxnSp>
      </p:grpSp>
      <p:grpSp>
        <p:nvGrpSpPr>
          <p:cNvPr id="9298" name="Google Shape;9298;p118"/>
          <p:cNvGrpSpPr/>
          <p:nvPr/>
        </p:nvGrpSpPr>
        <p:grpSpPr>
          <a:xfrm>
            <a:off x="2364534" y="2668913"/>
            <a:ext cx="836286" cy="824529"/>
            <a:chOff x="2389399" y="2595741"/>
            <a:chExt cx="812796" cy="801369"/>
          </a:xfrm>
        </p:grpSpPr>
        <p:grpSp>
          <p:nvGrpSpPr>
            <p:cNvPr id="9299" name="Google Shape;9299;p118"/>
            <p:cNvGrpSpPr/>
            <p:nvPr/>
          </p:nvGrpSpPr>
          <p:grpSpPr>
            <a:xfrm>
              <a:off x="2492145" y="2881565"/>
              <a:ext cx="607299" cy="229751"/>
              <a:chOff x="2492145" y="2881565"/>
              <a:chExt cx="607299" cy="229751"/>
            </a:xfrm>
          </p:grpSpPr>
          <p:sp>
            <p:nvSpPr>
              <p:cNvPr id="9300" name="Google Shape;9300;p11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1" name="Google Shape;9301;p11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2" name="Google Shape;9302;p11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03" name="Google Shape;9303;p118"/>
            <p:cNvGrpSpPr/>
            <p:nvPr/>
          </p:nvGrpSpPr>
          <p:grpSpPr>
            <a:xfrm>
              <a:off x="2389399" y="2595741"/>
              <a:ext cx="812796" cy="296825"/>
              <a:chOff x="2389399" y="2595741"/>
              <a:chExt cx="812796" cy="296825"/>
            </a:xfrm>
          </p:grpSpPr>
          <p:grpSp>
            <p:nvGrpSpPr>
              <p:cNvPr id="9304" name="Google Shape;9304;p118"/>
              <p:cNvGrpSpPr/>
              <p:nvPr/>
            </p:nvGrpSpPr>
            <p:grpSpPr>
              <a:xfrm>
                <a:off x="2389399" y="2595741"/>
                <a:ext cx="363638" cy="296825"/>
                <a:chOff x="2389399" y="2595741"/>
                <a:chExt cx="363638" cy="296825"/>
              </a:xfrm>
            </p:grpSpPr>
            <p:grpSp>
              <p:nvGrpSpPr>
                <p:cNvPr id="9305" name="Google Shape;9305;p118"/>
                <p:cNvGrpSpPr/>
                <p:nvPr/>
              </p:nvGrpSpPr>
              <p:grpSpPr>
                <a:xfrm>
                  <a:off x="2493852" y="2794333"/>
                  <a:ext cx="259185" cy="98233"/>
                  <a:chOff x="2493852" y="2794333"/>
                  <a:chExt cx="259185" cy="98233"/>
                </a:xfrm>
              </p:grpSpPr>
              <p:sp>
                <p:nvSpPr>
                  <p:cNvPr id="9306" name="Google Shape;9306;p11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7" name="Google Shape;9307;p11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8" name="Google Shape;9308;p11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09" name="Google Shape;9309;p118"/>
                <p:cNvGrpSpPr/>
                <p:nvPr/>
              </p:nvGrpSpPr>
              <p:grpSpPr>
                <a:xfrm>
                  <a:off x="2389399" y="2595741"/>
                  <a:ext cx="224343" cy="182054"/>
                  <a:chOff x="2389399" y="2595741"/>
                  <a:chExt cx="224343" cy="182054"/>
                </a:xfrm>
              </p:grpSpPr>
              <p:sp>
                <p:nvSpPr>
                  <p:cNvPr id="9310" name="Google Shape;9310;p11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1" name="Google Shape;9311;p11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312" name="Google Shape;9312;p118"/>
              <p:cNvGrpSpPr/>
              <p:nvPr/>
            </p:nvGrpSpPr>
            <p:grpSpPr>
              <a:xfrm>
                <a:off x="2683630" y="2595741"/>
                <a:ext cx="224334" cy="296825"/>
                <a:chOff x="2683630" y="2595741"/>
                <a:chExt cx="224334" cy="296825"/>
              </a:xfrm>
            </p:grpSpPr>
            <p:grpSp>
              <p:nvGrpSpPr>
                <p:cNvPr id="9313" name="Google Shape;9313;p118"/>
                <p:cNvGrpSpPr/>
                <p:nvPr/>
              </p:nvGrpSpPr>
              <p:grpSpPr>
                <a:xfrm>
                  <a:off x="2788083" y="2794333"/>
                  <a:ext cx="15356" cy="98233"/>
                  <a:chOff x="2788083" y="2794333"/>
                  <a:chExt cx="15356" cy="98233"/>
                </a:xfrm>
              </p:grpSpPr>
              <p:sp>
                <p:nvSpPr>
                  <p:cNvPr id="9314" name="Google Shape;9314;p11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5" name="Google Shape;9315;p11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6" name="Google Shape;9316;p11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17" name="Google Shape;9317;p118"/>
                <p:cNvGrpSpPr/>
                <p:nvPr/>
              </p:nvGrpSpPr>
              <p:grpSpPr>
                <a:xfrm>
                  <a:off x="2683630" y="2595741"/>
                  <a:ext cx="224334" cy="182054"/>
                  <a:chOff x="2683630" y="2595741"/>
                  <a:chExt cx="224334" cy="182054"/>
                </a:xfrm>
              </p:grpSpPr>
              <p:sp>
                <p:nvSpPr>
                  <p:cNvPr id="9318" name="Google Shape;9318;p11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9" name="Google Shape;9319;p11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320" name="Google Shape;9320;p118"/>
              <p:cNvGrpSpPr/>
              <p:nvPr/>
            </p:nvGrpSpPr>
            <p:grpSpPr>
              <a:xfrm>
                <a:off x="2838475" y="2595741"/>
                <a:ext cx="363720" cy="296825"/>
                <a:chOff x="2838475" y="2595741"/>
                <a:chExt cx="363720" cy="296825"/>
              </a:xfrm>
            </p:grpSpPr>
            <p:grpSp>
              <p:nvGrpSpPr>
                <p:cNvPr id="9321" name="Google Shape;9321;p118"/>
                <p:cNvGrpSpPr/>
                <p:nvPr/>
              </p:nvGrpSpPr>
              <p:grpSpPr>
                <a:xfrm>
                  <a:off x="2838475" y="2794333"/>
                  <a:ext cx="259186" cy="98233"/>
                  <a:chOff x="2838475" y="2794333"/>
                  <a:chExt cx="259186" cy="98233"/>
                </a:xfrm>
              </p:grpSpPr>
              <p:sp>
                <p:nvSpPr>
                  <p:cNvPr id="9322" name="Google Shape;9322;p11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3" name="Google Shape;9323;p11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4" name="Google Shape;9324;p11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25" name="Google Shape;9325;p118"/>
                <p:cNvGrpSpPr/>
                <p:nvPr/>
              </p:nvGrpSpPr>
              <p:grpSpPr>
                <a:xfrm>
                  <a:off x="2977852" y="2595741"/>
                  <a:ext cx="224343" cy="182054"/>
                  <a:chOff x="2977852" y="2595741"/>
                  <a:chExt cx="224343" cy="182054"/>
                </a:xfrm>
              </p:grpSpPr>
              <p:sp>
                <p:nvSpPr>
                  <p:cNvPr id="9326" name="Google Shape;9326;p11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7" name="Google Shape;9327;p11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328" name="Google Shape;9328;p118"/>
            <p:cNvGrpSpPr/>
            <p:nvPr/>
          </p:nvGrpSpPr>
          <p:grpSpPr>
            <a:xfrm>
              <a:off x="2389399" y="3100241"/>
              <a:ext cx="812796" cy="296869"/>
              <a:chOff x="2389399" y="3100241"/>
              <a:chExt cx="812796" cy="296869"/>
            </a:xfrm>
          </p:grpSpPr>
          <p:grpSp>
            <p:nvGrpSpPr>
              <p:cNvPr id="9329" name="Google Shape;9329;p118"/>
              <p:cNvGrpSpPr/>
              <p:nvPr/>
            </p:nvGrpSpPr>
            <p:grpSpPr>
              <a:xfrm>
                <a:off x="2683630" y="3100241"/>
                <a:ext cx="224334" cy="296869"/>
                <a:chOff x="2683630" y="3100241"/>
                <a:chExt cx="224334" cy="296869"/>
              </a:xfrm>
            </p:grpSpPr>
            <p:grpSp>
              <p:nvGrpSpPr>
                <p:cNvPr id="9330" name="Google Shape;9330;p118"/>
                <p:cNvGrpSpPr/>
                <p:nvPr/>
              </p:nvGrpSpPr>
              <p:grpSpPr>
                <a:xfrm>
                  <a:off x="2788083" y="3100241"/>
                  <a:ext cx="15356" cy="98236"/>
                  <a:chOff x="2788083" y="3100241"/>
                  <a:chExt cx="15356" cy="98236"/>
                </a:xfrm>
              </p:grpSpPr>
              <p:sp>
                <p:nvSpPr>
                  <p:cNvPr id="9331" name="Google Shape;9331;p11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2" name="Google Shape;9332;p11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3" name="Google Shape;9333;p11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34" name="Google Shape;9334;p118"/>
                <p:cNvGrpSpPr/>
                <p:nvPr/>
              </p:nvGrpSpPr>
              <p:grpSpPr>
                <a:xfrm>
                  <a:off x="2683630" y="3215065"/>
                  <a:ext cx="224334" cy="182045"/>
                  <a:chOff x="2683630" y="3215065"/>
                  <a:chExt cx="224334" cy="182045"/>
                </a:xfrm>
              </p:grpSpPr>
              <p:sp>
                <p:nvSpPr>
                  <p:cNvPr id="9335" name="Google Shape;9335;p11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6" name="Google Shape;9336;p11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337" name="Google Shape;9337;p118"/>
              <p:cNvGrpSpPr/>
              <p:nvPr/>
            </p:nvGrpSpPr>
            <p:grpSpPr>
              <a:xfrm>
                <a:off x="2389399" y="3100241"/>
                <a:ext cx="363638" cy="296869"/>
                <a:chOff x="2389399" y="3100241"/>
                <a:chExt cx="363638" cy="296869"/>
              </a:xfrm>
            </p:grpSpPr>
            <p:grpSp>
              <p:nvGrpSpPr>
                <p:cNvPr id="9338" name="Google Shape;9338;p118"/>
                <p:cNvGrpSpPr/>
                <p:nvPr/>
              </p:nvGrpSpPr>
              <p:grpSpPr>
                <a:xfrm>
                  <a:off x="2493852" y="3100241"/>
                  <a:ext cx="259185" cy="98236"/>
                  <a:chOff x="2493852" y="3100241"/>
                  <a:chExt cx="259185" cy="98236"/>
                </a:xfrm>
              </p:grpSpPr>
              <p:sp>
                <p:nvSpPr>
                  <p:cNvPr id="9339" name="Google Shape;9339;p11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0" name="Google Shape;9340;p11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1" name="Google Shape;9341;p11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42" name="Google Shape;9342;p118"/>
                <p:cNvGrpSpPr/>
                <p:nvPr/>
              </p:nvGrpSpPr>
              <p:grpSpPr>
                <a:xfrm>
                  <a:off x="2389399" y="3215065"/>
                  <a:ext cx="224343" cy="182045"/>
                  <a:chOff x="2389399" y="3215065"/>
                  <a:chExt cx="224343" cy="182045"/>
                </a:xfrm>
              </p:grpSpPr>
              <p:sp>
                <p:nvSpPr>
                  <p:cNvPr id="9343" name="Google Shape;9343;p11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4" name="Google Shape;9344;p11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345" name="Google Shape;9345;p118"/>
              <p:cNvGrpSpPr/>
              <p:nvPr/>
            </p:nvGrpSpPr>
            <p:grpSpPr>
              <a:xfrm>
                <a:off x="2838475" y="3100241"/>
                <a:ext cx="363720" cy="296869"/>
                <a:chOff x="2838475" y="3100241"/>
                <a:chExt cx="363720" cy="296869"/>
              </a:xfrm>
            </p:grpSpPr>
            <p:grpSp>
              <p:nvGrpSpPr>
                <p:cNvPr id="9346" name="Google Shape;9346;p118"/>
                <p:cNvGrpSpPr/>
                <p:nvPr/>
              </p:nvGrpSpPr>
              <p:grpSpPr>
                <a:xfrm>
                  <a:off x="2838475" y="3100241"/>
                  <a:ext cx="259186" cy="98236"/>
                  <a:chOff x="2838475" y="3100241"/>
                  <a:chExt cx="259186" cy="98236"/>
                </a:xfrm>
              </p:grpSpPr>
              <p:sp>
                <p:nvSpPr>
                  <p:cNvPr id="9347" name="Google Shape;9347;p11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8" name="Google Shape;9348;p11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9" name="Google Shape;9349;p11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50" name="Google Shape;9350;p118"/>
                <p:cNvGrpSpPr/>
                <p:nvPr/>
              </p:nvGrpSpPr>
              <p:grpSpPr>
                <a:xfrm>
                  <a:off x="2977852" y="3215065"/>
                  <a:ext cx="224343" cy="182045"/>
                  <a:chOff x="2977852" y="3215065"/>
                  <a:chExt cx="224343" cy="182045"/>
                </a:xfrm>
              </p:grpSpPr>
              <p:sp>
                <p:nvSpPr>
                  <p:cNvPr id="9351" name="Google Shape;9351;p11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2" name="Google Shape;9352;p11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6" name="Shape 9356"/>
        <p:cNvGrpSpPr/>
        <p:nvPr/>
      </p:nvGrpSpPr>
      <p:grpSpPr>
        <a:xfrm>
          <a:off x="0" y="0"/>
          <a:ext cx="0" cy="0"/>
          <a:chOff x="0" y="0"/>
          <a:chExt cx="0" cy="0"/>
        </a:xfrm>
      </p:grpSpPr>
      <p:grpSp>
        <p:nvGrpSpPr>
          <p:cNvPr id="9357" name="Google Shape;9357;p119"/>
          <p:cNvGrpSpPr/>
          <p:nvPr/>
        </p:nvGrpSpPr>
        <p:grpSpPr>
          <a:xfrm>
            <a:off x="718875" y="3363288"/>
            <a:ext cx="2390414" cy="1024800"/>
            <a:chOff x="728925" y="3296613"/>
            <a:chExt cx="2390414" cy="1024800"/>
          </a:xfrm>
        </p:grpSpPr>
        <p:grpSp>
          <p:nvGrpSpPr>
            <p:cNvPr id="9358" name="Google Shape;9358;p119"/>
            <p:cNvGrpSpPr/>
            <p:nvPr/>
          </p:nvGrpSpPr>
          <p:grpSpPr>
            <a:xfrm>
              <a:off x="728925" y="3619800"/>
              <a:ext cx="2390414" cy="500893"/>
              <a:chOff x="728925" y="3619800"/>
              <a:chExt cx="2390414" cy="500893"/>
            </a:xfrm>
          </p:grpSpPr>
          <p:sp>
            <p:nvSpPr>
              <p:cNvPr id="9359" name="Google Shape;9359;p119"/>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360" name="Google Shape;9360;p119"/>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9361" name="Google Shape;9361;p119"/>
            <p:cNvGrpSpPr/>
            <p:nvPr/>
          </p:nvGrpSpPr>
          <p:grpSpPr>
            <a:xfrm>
              <a:off x="1348050" y="3296613"/>
              <a:ext cx="1706152" cy="1024800"/>
              <a:chOff x="1348050" y="3296613"/>
              <a:chExt cx="1706152" cy="1024800"/>
            </a:xfrm>
          </p:grpSpPr>
          <p:sp>
            <p:nvSpPr>
              <p:cNvPr id="9362" name="Google Shape;9362;p119"/>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363" name="Google Shape;9363;p119"/>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364" name="Google Shape;9364;p119"/>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365" name="Google Shape;9365;p119"/>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366" name="Google Shape;9366;p119"/>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9367" name="Google Shape;9367;p119"/>
            <p:cNvGrpSpPr/>
            <p:nvPr/>
          </p:nvGrpSpPr>
          <p:grpSpPr>
            <a:xfrm>
              <a:off x="1455707" y="3654858"/>
              <a:ext cx="1491149" cy="417657"/>
              <a:chOff x="1455707" y="3654858"/>
              <a:chExt cx="1491149" cy="417657"/>
            </a:xfrm>
          </p:grpSpPr>
          <p:sp>
            <p:nvSpPr>
              <p:cNvPr id="9368" name="Google Shape;9368;p119"/>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9" name="Google Shape;9369;p119"/>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0" name="Google Shape;9370;p119"/>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1" name="Google Shape;9371;p119"/>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2" name="Google Shape;9372;p119"/>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3" name="Google Shape;9373;p119"/>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4" name="Google Shape;9374;p119"/>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5" name="Google Shape;9375;p119"/>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6" name="Google Shape;9376;p119"/>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7" name="Google Shape;9377;p119"/>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8" name="Google Shape;9378;p119"/>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9" name="Google Shape;9379;p119"/>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0" name="Google Shape;9380;p119"/>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1" name="Google Shape;9381;p119"/>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2" name="Google Shape;9382;p119"/>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3" name="Google Shape;9383;p119"/>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4" name="Google Shape;9384;p119"/>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5" name="Google Shape;9385;p119"/>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6" name="Google Shape;9386;p119"/>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7" name="Google Shape;9387;p119"/>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9388" name="Google Shape;9388;p119"/>
          <p:cNvGraphicFramePr/>
          <p:nvPr/>
        </p:nvGraphicFramePr>
        <p:xfrm>
          <a:off x="5954575" y="2361200"/>
          <a:ext cx="3000000" cy="3000000"/>
        </p:xfrm>
        <a:graphic>
          <a:graphicData uri="http://schemas.openxmlformats.org/drawingml/2006/table">
            <a:tbl>
              <a:tblPr>
                <a:noFill/>
                <a:tableStyleId>{CF0A47FA-E40C-4D38-BD77-88DCF1A99DD2}</a:tableStyleId>
              </a:tblPr>
              <a:tblGrid>
                <a:gridCol w="626025"/>
                <a:gridCol w="626025"/>
                <a:gridCol w="626025"/>
                <a:gridCol w="626025"/>
              </a:tblGrid>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5"/>
                      </a:srgbClr>
                    </a:solidFill>
                  </a:tcPr>
                </a:tc>
              </a:tr>
            </a:tbl>
          </a:graphicData>
        </a:graphic>
      </p:graphicFrame>
      <p:grpSp>
        <p:nvGrpSpPr>
          <p:cNvPr id="9389" name="Google Shape;9389;p119"/>
          <p:cNvGrpSpPr/>
          <p:nvPr/>
        </p:nvGrpSpPr>
        <p:grpSpPr>
          <a:xfrm>
            <a:off x="727251" y="1188964"/>
            <a:ext cx="2396505" cy="976502"/>
            <a:chOff x="749309" y="1112739"/>
            <a:chExt cx="2371603" cy="976502"/>
          </a:xfrm>
        </p:grpSpPr>
        <p:grpSp>
          <p:nvGrpSpPr>
            <p:cNvPr id="9390" name="Google Shape;9390;p119"/>
            <p:cNvGrpSpPr/>
            <p:nvPr/>
          </p:nvGrpSpPr>
          <p:grpSpPr>
            <a:xfrm>
              <a:off x="1092126" y="1112739"/>
              <a:ext cx="2028786" cy="975465"/>
              <a:chOff x="1092126" y="1112739"/>
              <a:chExt cx="2028786" cy="975465"/>
            </a:xfrm>
          </p:grpSpPr>
          <p:sp>
            <p:nvSpPr>
              <p:cNvPr id="9391" name="Google Shape;9391;p119"/>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2" name="Google Shape;9392;p119"/>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3" name="Google Shape;9393;p119"/>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4" name="Google Shape;9394;p119"/>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5" name="Google Shape;9395;p119"/>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6" name="Google Shape;9396;p119"/>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7" name="Google Shape;9397;p119"/>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8" name="Google Shape;9398;p119"/>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9" name="Google Shape;9399;p119"/>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0" name="Google Shape;9400;p119"/>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1" name="Google Shape;9401;p119"/>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2" name="Google Shape;9402;p119"/>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3" name="Google Shape;9403;p119"/>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4" name="Google Shape;9404;p119"/>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5" name="Google Shape;9405;p119"/>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6" name="Google Shape;9406;p119"/>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7" name="Google Shape;9407;p119"/>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8" name="Google Shape;9408;p119"/>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9" name="Google Shape;9409;p119"/>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0" name="Google Shape;9410;p119"/>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1" name="Google Shape;9411;p119"/>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2" name="Google Shape;9412;p119"/>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3" name="Google Shape;9413;p119"/>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4" name="Google Shape;9414;p119"/>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15" name="Google Shape;9415;p119"/>
            <p:cNvGrpSpPr/>
            <p:nvPr/>
          </p:nvGrpSpPr>
          <p:grpSpPr>
            <a:xfrm>
              <a:off x="749309" y="1112739"/>
              <a:ext cx="314700" cy="975465"/>
              <a:chOff x="749309" y="1112739"/>
              <a:chExt cx="314700" cy="975465"/>
            </a:xfrm>
          </p:grpSpPr>
          <p:sp>
            <p:nvSpPr>
              <p:cNvPr id="9416" name="Google Shape;9416;p119"/>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7" name="Google Shape;9417;p119"/>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8" name="Google Shape;9418;p119"/>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9" name="Google Shape;9419;p119"/>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420" name="Google Shape;9420;p11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1" name="Google Shape;9421;p11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2" name="Google Shape;9422;p11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3" name="Google Shape;9423;p11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aphicFrame>
        <p:nvGraphicFramePr>
          <p:cNvPr id="9424" name="Google Shape;9424;p119"/>
          <p:cNvGraphicFramePr/>
          <p:nvPr/>
        </p:nvGraphicFramePr>
        <p:xfrm>
          <a:off x="5954600" y="1188950"/>
          <a:ext cx="3000000" cy="3000000"/>
        </p:xfrm>
        <a:graphic>
          <a:graphicData uri="http://schemas.openxmlformats.org/drawingml/2006/table">
            <a:tbl>
              <a:tblPr>
                <a:noFill/>
                <a:tableStyleId>{CF0A47FA-E40C-4D38-BD77-88DCF1A99DD2}</a:tableStyleId>
              </a:tblPr>
              <a:tblGrid>
                <a:gridCol w="626025"/>
                <a:gridCol w="626025"/>
                <a:gridCol w="626025"/>
                <a:gridCol w="626025"/>
              </a:tblGrid>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425" name="Google Shape;9425;p119"/>
          <p:cNvGraphicFramePr/>
          <p:nvPr/>
        </p:nvGraphicFramePr>
        <p:xfrm>
          <a:off x="3375463" y="2361200"/>
          <a:ext cx="3000000" cy="3000000"/>
        </p:xfrm>
        <a:graphic>
          <a:graphicData uri="http://schemas.openxmlformats.org/drawingml/2006/table">
            <a:tbl>
              <a:tblPr>
                <a:noFill/>
                <a:tableStyleId>{CF0A47FA-E40C-4D38-BD77-88DCF1A99DD2}</a:tableStyleId>
              </a:tblPr>
              <a:tblGrid>
                <a:gridCol w="590850"/>
                <a:gridCol w="590850"/>
                <a:gridCol w="590850"/>
                <a:gridCol w="590850"/>
              </a:tblGrid>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426" name="Google Shape;9426;p119"/>
          <p:cNvGrpSpPr/>
          <p:nvPr/>
        </p:nvGrpSpPr>
        <p:grpSpPr>
          <a:xfrm>
            <a:off x="3377449" y="3352160"/>
            <a:ext cx="2363377" cy="1047062"/>
            <a:chOff x="3358399" y="3285485"/>
            <a:chExt cx="2363377" cy="1047062"/>
          </a:xfrm>
        </p:grpSpPr>
        <p:grpSp>
          <p:nvGrpSpPr>
            <p:cNvPr id="9427" name="Google Shape;9427;p119"/>
            <p:cNvGrpSpPr/>
            <p:nvPr/>
          </p:nvGrpSpPr>
          <p:grpSpPr>
            <a:xfrm>
              <a:off x="3358412" y="3285485"/>
              <a:ext cx="2363244" cy="139500"/>
              <a:chOff x="3358412" y="3285485"/>
              <a:chExt cx="2363244" cy="139500"/>
            </a:xfrm>
          </p:grpSpPr>
          <p:sp>
            <p:nvSpPr>
              <p:cNvPr id="9428" name="Google Shape;9428;p119"/>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9" name="Google Shape;9429;p119"/>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0" name="Google Shape;9430;p119"/>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1" name="Google Shape;9431;p119"/>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2" name="Google Shape;9432;p119"/>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33" name="Google Shape;9433;p119"/>
            <p:cNvGrpSpPr/>
            <p:nvPr/>
          </p:nvGrpSpPr>
          <p:grpSpPr>
            <a:xfrm>
              <a:off x="3358412" y="3466996"/>
              <a:ext cx="2363244" cy="139500"/>
              <a:chOff x="3358412" y="3466996"/>
              <a:chExt cx="2363244" cy="139500"/>
            </a:xfrm>
          </p:grpSpPr>
          <p:sp>
            <p:nvSpPr>
              <p:cNvPr id="9434" name="Google Shape;9434;p119"/>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5" name="Google Shape;9435;p119"/>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6" name="Google Shape;9436;p119"/>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7" name="Google Shape;9437;p119"/>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8" name="Google Shape;9438;p119"/>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39" name="Google Shape;9439;p119"/>
            <p:cNvGrpSpPr/>
            <p:nvPr/>
          </p:nvGrpSpPr>
          <p:grpSpPr>
            <a:xfrm>
              <a:off x="3358412" y="3648507"/>
              <a:ext cx="2363244" cy="139500"/>
              <a:chOff x="3358412" y="3648507"/>
              <a:chExt cx="2363244" cy="139500"/>
            </a:xfrm>
          </p:grpSpPr>
          <p:sp>
            <p:nvSpPr>
              <p:cNvPr id="9440" name="Google Shape;9440;p119"/>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1" name="Google Shape;9441;p119"/>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2" name="Google Shape;9442;p119"/>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3" name="Google Shape;9443;p119"/>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4" name="Google Shape;9444;p119"/>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45" name="Google Shape;9445;p119"/>
            <p:cNvGrpSpPr/>
            <p:nvPr/>
          </p:nvGrpSpPr>
          <p:grpSpPr>
            <a:xfrm>
              <a:off x="3358412" y="3830018"/>
              <a:ext cx="2363244" cy="139500"/>
              <a:chOff x="3358412" y="3830018"/>
              <a:chExt cx="2363244" cy="139500"/>
            </a:xfrm>
          </p:grpSpPr>
          <p:sp>
            <p:nvSpPr>
              <p:cNvPr id="9446" name="Google Shape;9446;p119"/>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7" name="Google Shape;9447;p119"/>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8" name="Google Shape;9448;p119"/>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9" name="Google Shape;9449;p119"/>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0" name="Google Shape;9450;p119"/>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51" name="Google Shape;9451;p119"/>
            <p:cNvGrpSpPr/>
            <p:nvPr/>
          </p:nvGrpSpPr>
          <p:grpSpPr>
            <a:xfrm>
              <a:off x="3358399" y="4011514"/>
              <a:ext cx="2363377" cy="139537"/>
              <a:chOff x="3294800" y="4134603"/>
              <a:chExt cx="2638876" cy="152400"/>
            </a:xfrm>
          </p:grpSpPr>
          <p:sp>
            <p:nvSpPr>
              <p:cNvPr id="9452" name="Google Shape;9452;p11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3" name="Google Shape;9453;p11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4" name="Google Shape;9454;p11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5" name="Google Shape;9455;p11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6" name="Google Shape;9456;p11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57" name="Google Shape;9457;p119"/>
            <p:cNvGrpSpPr/>
            <p:nvPr/>
          </p:nvGrpSpPr>
          <p:grpSpPr>
            <a:xfrm>
              <a:off x="3358399" y="4193010"/>
              <a:ext cx="2363377" cy="139537"/>
              <a:chOff x="3294800" y="4134603"/>
              <a:chExt cx="2638876" cy="152400"/>
            </a:xfrm>
          </p:grpSpPr>
          <p:sp>
            <p:nvSpPr>
              <p:cNvPr id="9458" name="Google Shape;9458;p11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9" name="Google Shape;9459;p11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0" name="Google Shape;9460;p11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1" name="Google Shape;9461;p11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2" name="Google Shape;9462;p11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9463" name="Google Shape;9463;p119"/>
          <p:cNvGraphicFramePr/>
          <p:nvPr/>
        </p:nvGraphicFramePr>
        <p:xfrm>
          <a:off x="728250" y="2361200"/>
          <a:ext cx="3000000" cy="3000000"/>
        </p:xfrm>
        <a:graphic>
          <a:graphicData uri="http://schemas.openxmlformats.org/drawingml/2006/table">
            <a:tbl>
              <a:tblPr>
                <a:noFill/>
                <a:tableStyleId>{CF0A47FA-E40C-4D38-BD77-88DCF1A99DD2}</a:tableStyleId>
              </a:tblPr>
              <a:tblGrid>
                <a:gridCol w="592450"/>
                <a:gridCol w="592450"/>
                <a:gridCol w="592450"/>
                <a:gridCol w="592450"/>
              </a:tblGrid>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464" name="Google Shape;9464;p119"/>
          <p:cNvGrpSpPr/>
          <p:nvPr/>
        </p:nvGrpSpPr>
        <p:grpSpPr>
          <a:xfrm>
            <a:off x="4177919" y="2765014"/>
            <a:ext cx="1302095" cy="60959"/>
            <a:chOff x="3558802" y="4011427"/>
            <a:chExt cx="1866000" cy="111300"/>
          </a:xfrm>
        </p:grpSpPr>
        <p:sp>
          <p:nvSpPr>
            <p:cNvPr id="9465" name="Google Shape;9465;p11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6" name="Google Shape;9466;p11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67" name="Google Shape;9467;p119"/>
          <p:cNvGrpSpPr/>
          <p:nvPr/>
        </p:nvGrpSpPr>
        <p:grpSpPr>
          <a:xfrm>
            <a:off x="4723407" y="3047174"/>
            <a:ext cx="914340" cy="60959"/>
            <a:chOff x="3558802" y="4011427"/>
            <a:chExt cx="1866000" cy="111300"/>
          </a:xfrm>
        </p:grpSpPr>
        <p:sp>
          <p:nvSpPr>
            <p:cNvPr id="9468" name="Google Shape;9468;p11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9" name="Google Shape;9469;p11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70" name="Google Shape;9470;p119"/>
          <p:cNvGrpSpPr/>
          <p:nvPr/>
        </p:nvGrpSpPr>
        <p:grpSpPr>
          <a:xfrm>
            <a:off x="5926924" y="3381697"/>
            <a:ext cx="2519825" cy="1001454"/>
            <a:chOff x="1906114" y="789980"/>
            <a:chExt cx="1487676" cy="606868"/>
          </a:xfrm>
        </p:grpSpPr>
        <p:cxnSp>
          <p:nvCxnSpPr>
            <p:cNvPr id="9471" name="Google Shape;9471;p119"/>
            <p:cNvCxnSpPr/>
            <p:nvPr/>
          </p:nvCxnSpPr>
          <p:spPr>
            <a:xfrm rot="10800000">
              <a:off x="2109981" y="1180903"/>
              <a:ext cx="1280400" cy="0"/>
            </a:xfrm>
            <a:prstGeom prst="straightConnector1">
              <a:avLst/>
            </a:prstGeom>
            <a:noFill/>
            <a:ln cap="flat" cmpd="sng" w="9525">
              <a:solidFill>
                <a:srgbClr val="B3C3CE"/>
              </a:solidFill>
              <a:prstDash val="solid"/>
              <a:round/>
              <a:headEnd len="sm" w="sm" type="none"/>
              <a:tailEnd len="sm" w="sm" type="none"/>
            </a:ln>
          </p:spPr>
        </p:cxnSp>
        <p:cxnSp>
          <p:nvCxnSpPr>
            <p:cNvPr id="9472" name="Google Shape;9472;p119"/>
            <p:cNvCxnSpPr/>
            <p:nvPr/>
          </p:nvCxnSpPr>
          <p:spPr>
            <a:xfrm rot="10800000">
              <a:off x="2109981" y="985080"/>
              <a:ext cx="1280400" cy="0"/>
            </a:xfrm>
            <a:prstGeom prst="straightConnector1">
              <a:avLst/>
            </a:prstGeom>
            <a:noFill/>
            <a:ln cap="flat" cmpd="sng" w="9525">
              <a:solidFill>
                <a:srgbClr val="B3C3CE"/>
              </a:solidFill>
              <a:prstDash val="solid"/>
              <a:round/>
              <a:headEnd len="sm" w="sm" type="none"/>
              <a:tailEnd len="sm" w="sm" type="none"/>
            </a:ln>
          </p:spPr>
        </p:cxnSp>
        <p:cxnSp>
          <p:nvCxnSpPr>
            <p:cNvPr id="9473" name="Google Shape;9473;p119"/>
            <p:cNvCxnSpPr/>
            <p:nvPr/>
          </p:nvCxnSpPr>
          <p:spPr>
            <a:xfrm rot="10800000">
              <a:off x="2109981" y="1376729"/>
              <a:ext cx="1280400" cy="0"/>
            </a:xfrm>
            <a:prstGeom prst="straightConnector1">
              <a:avLst/>
            </a:prstGeom>
            <a:noFill/>
            <a:ln cap="flat" cmpd="sng" w="9525">
              <a:solidFill>
                <a:srgbClr val="B3C3CE"/>
              </a:solidFill>
              <a:prstDash val="solid"/>
              <a:round/>
              <a:headEnd len="sm" w="sm" type="none"/>
              <a:tailEnd len="sm" w="sm" type="none"/>
            </a:ln>
          </p:spPr>
        </p:cxnSp>
        <p:sp>
          <p:nvSpPr>
            <p:cNvPr id="9474" name="Google Shape;9474;p11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JANUARY</a:t>
              </a:r>
              <a:endParaRPr b="0" i="0" sz="300" u="none" cap="none" strike="noStrike">
                <a:solidFill>
                  <a:srgbClr val="E3E9ED"/>
                </a:solidFill>
                <a:latin typeface="Arial"/>
                <a:ea typeface="Arial"/>
                <a:cs typeface="Arial"/>
                <a:sym typeface="Arial"/>
              </a:endParaRPr>
            </a:p>
          </p:txBody>
        </p:sp>
        <p:sp>
          <p:nvSpPr>
            <p:cNvPr id="9475" name="Google Shape;9475;p11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FEBRUARY</a:t>
              </a:r>
              <a:endParaRPr b="0" i="0" sz="300" u="none" cap="none" strike="noStrike">
                <a:solidFill>
                  <a:srgbClr val="E3E9ED"/>
                </a:solidFill>
                <a:latin typeface="Arial"/>
                <a:ea typeface="Arial"/>
                <a:cs typeface="Arial"/>
                <a:sym typeface="Arial"/>
              </a:endParaRPr>
            </a:p>
          </p:txBody>
        </p:sp>
        <p:sp>
          <p:nvSpPr>
            <p:cNvPr id="9476" name="Google Shape;9476;p11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MARCH</a:t>
              </a:r>
              <a:endParaRPr b="0" i="0" sz="300" u="none" cap="none" strike="noStrike">
                <a:solidFill>
                  <a:srgbClr val="E3E9ED"/>
                </a:solidFill>
                <a:latin typeface="Arial"/>
                <a:ea typeface="Arial"/>
                <a:cs typeface="Arial"/>
                <a:sym typeface="Arial"/>
              </a:endParaRPr>
            </a:p>
          </p:txBody>
        </p:sp>
        <p:sp>
          <p:nvSpPr>
            <p:cNvPr id="9477" name="Google Shape;9477;p11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APRIL</a:t>
              </a:r>
              <a:endParaRPr b="0" i="0" sz="300" u="none" cap="none" strike="noStrike">
                <a:solidFill>
                  <a:srgbClr val="E3E9ED"/>
                </a:solidFill>
                <a:latin typeface="Arial"/>
                <a:ea typeface="Arial"/>
                <a:cs typeface="Arial"/>
                <a:sym typeface="Arial"/>
              </a:endParaRPr>
            </a:p>
          </p:txBody>
        </p:sp>
        <p:sp>
          <p:nvSpPr>
            <p:cNvPr id="9478" name="Google Shape;9478;p11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9" name="Google Shape;9479;p11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0" name="Google Shape;9480;p11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1" name="Google Shape;9481;p11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2" name="Google Shape;9482;p11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3" name="Google Shape;9483;p11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4" name="Google Shape;9484;p11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PHASE 1</a:t>
              </a:r>
              <a:endParaRPr b="0" i="0" sz="300" u="none" cap="none" strike="noStrike">
                <a:solidFill>
                  <a:srgbClr val="E3E9ED"/>
                </a:solidFill>
                <a:latin typeface="Arial"/>
                <a:ea typeface="Arial"/>
                <a:cs typeface="Arial"/>
                <a:sym typeface="Arial"/>
              </a:endParaRPr>
            </a:p>
          </p:txBody>
        </p:sp>
        <p:sp>
          <p:nvSpPr>
            <p:cNvPr id="9485" name="Google Shape;9485;p11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Task 1</a:t>
              </a:r>
              <a:endParaRPr b="0" i="0" sz="300" u="none" cap="none" strike="noStrike">
                <a:solidFill>
                  <a:srgbClr val="E3E9ED"/>
                </a:solidFill>
                <a:latin typeface="Arial"/>
                <a:ea typeface="Arial"/>
                <a:cs typeface="Arial"/>
                <a:sym typeface="Arial"/>
              </a:endParaRPr>
            </a:p>
          </p:txBody>
        </p:sp>
        <p:sp>
          <p:nvSpPr>
            <p:cNvPr id="9486" name="Google Shape;9486;p11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Task 2</a:t>
              </a:r>
              <a:endParaRPr b="0" i="0" sz="300" u="none" cap="none" strike="noStrike">
                <a:solidFill>
                  <a:srgbClr val="E3E9ED"/>
                </a:solidFill>
                <a:latin typeface="Arial"/>
                <a:ea typeface="Arial"/>
                <a:cs typeface="Arial"/>
                <a:sym typeface="Arial"/>
              </a:endParaRPr>
            </a:p>
          </p:txBody>
        </p:sp>
        <p:sp>
          <p:nvSpPr>
            <p:cNvPr id="9487" name="Google Shape;9487;p11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88" name="Google Shape;9488;p119"/>
          <p:cNvGrpSpPr/>
          <p:nvPr/>
        </p:nvGrpSpPr>
        <p:grpSpPr>
          <a:xfrm>
            <a:off x="3372612" y="1159008"/>
            <a:ext cx="2363393" cy="1005865"/>
            <a:chOff x="3292400" y="1193188"/>
            <a:chExt cx="2615240" cy="1131075"/>
          </a:xfrm>
        </p:grpSpPr>
        <p:sp>
          <p:nvSpPr>
            <p:cNvPr id="9489" name="Google Shape;9489;p119"/>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490" name="Google Shape;9490;p119"/>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491" name="Google Shape;9491;p119"/>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JANUARY</a:t>
              </a:r>
              <a:endParaRPr b="0" i="0" sz="200" u="none" cap="none" strike="noStrike">
                <a:solidFill>
                  <a:srgbClr val="FFFFFF"/>
                </a:solidFill>
                <a:latin typeface="Arial"/>
                <a:ea typeface="Arial"/>
                <a:cs typeface="Arial"/>
                <a:sym typeface="Arial"/>
              </a:endParaRPr>
            </a:p>
          </p:txBody>
        </p:sp>
        <p:sp>
          <p:nvSpPr>
            <p:cNvPr id="9492" name="Google Shape;9492;p119"/>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FEBRUARY</a:t>
              </a:r>
              <a:endParaRPr b="0" i="0" sz="200" u="none" cap="none" strike="noStrike">
                <a:solidFill>
                  <a:srgbClr val="FFFFFF"/>
                </a:solidFill>
                <a:latin typeface="Arial"/>
                <a:ea typeface="Arial"/>
                <a:cs typeface="Arial"/>
                <a:sym typeface="Arial"/>
              </a:endParaRPr>
            </a:p>
          </p:txBody>
        </p:sp>
        <p:sp>
          <p:nvSpPr>
            <p:cNvPr id="9493" name="Google Shape;9493;p119"/>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MARCH</a:t>
              </a:r>
              <a:endParaRPr b="0" i="0" sz="200" u="none" cap="none" strike="noStrike">
                <a:solidFill>
                  <a:srgbClr val="FFFFFF"/>
                </a:solidFill>
                <a:latin typeface="Arial"/>
                <a:ea typeface="Arial"/>
                <a:cs typeface="Arial"/>
                <a:sym typeface="Arial"/>
              </a:endParaRPr>
            </a:p>
          </p:txBody>
        </p:sp>
        <p:sp>
          <p:nvSpPr>
            <p:cNvPr id="9494" name="Google Shape;9494;p119"/>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APRIL</a:t>
              </a:r>
              <a:endParaRPr b="0" i="0" sz="200" u="none" cap="none" strike="noStrike">
                <a:solidFill>
                  <a:srgbClr val="FFFFFF"/>
                </a:solidFill>
                <a:latin typeface="Arial"/>
                <a:ea typeface="Arial"/>
                <a:cs typeface="Arial"/>
                <a:sym typeface="Arial"/>
              </a:endParaRPr>
            </a:p>
          </p:txBody>
        </p:sp>
        <p:sp>
          <p:nvSpPr>
            <p:cNvPr id="9495" name="Google Shape;9495;p119"/>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MAY</a:t>
              </a:r>
              <a:endParaRPr b="0" i="0" sz="200" u="none" cap="none" strike="noStrike">
                <a:solidFill>
                  <a:srgbClr val="FFFFFF"/>
                </a:solidFill>
                <a:latin typeface="Arial"/>
                <a:ea typeface="Arial"/>
                <a:cs typeface="Arial"/>
                <a:sym typeface="Arial"/>
              </a:endParaRPr>
            </a:p>
          </p:txBody>
        </p:sp>
        <p:sp>
          <p:nvSpPr>
            <p:cNvPr id="9496" name="Google Shape;9496;p119"/>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JUNE</a:t>
              </a:r>
              <a:endParaRPr b="0" i="0" sz="200" u="none" cap="none" strike="noStrike">
                <a:solidFill>
                  <a:srgbClr val="FFFFFF"/>
                </a:solidFill>
                <a:latin typeface="Arial"/>
                <a:ea typeface="Arial"/>
                <a:cs typeface="Arial"/>
                <a:sym typeface="Arial"/>
              </a:endParaRPr>
            </a:p>
          </p:txBody>
        </p:sp>
        <p:sp>
          <p:nvSpPr>
            <p:cNvPr id="9497" name="Google Shape;9497;p119"/>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PHASE 1</a:t>
              </a:r>
              <a:endParaRPr b="0" i="0" sz="200" u="none" cap="none" strike="noStrike">
                <a:solidFill>
                  <a:srgbClr val="FFFFFF"/>
                </a:solidFill>
                <a:latin typeface="Arial"/>
                <a:ea typeface="Arial"/>
                <a:cs typeface="Arial"/>
                <a:sym typeface="Arial"/>
              </a:endParaRPr>
            </a:p>
          </p:txBody>
        </p:sp>
        <p:sp>
          <p:nvSpPr>
            <p:cNvPr id="9498" name="Google Shape;9498;p119"/>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PHASE 2</a:t>
              </a:r>
              <a:endParaRPr b="0" i="0" sz="200" u="none" cap="none" strike="noStrike">
                <a:solidFill>
                  <a:srgbClr val="FFFFFF"/>
                </a:solidFill>
                <a:latin typeface="Arial"/>
                <a:ea typeface="Arial"/>
                <a:cs typeface="Arial"/>
                <a:sym typeface="Arial"/>
              </a:endParaRPr>
            </a:p>
          </p:txBody>
        </p:sp>
        <p:sp>
          <p:nvSpPr>
            <p:cNvPr id="9499" name="Google Shape;9499;p119"/>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1</a:t>
              </a:r>
              <a:endParaRPr b="0" i="0" sz="200" u="none" cap="none" strike="noStrike">
                <a:solidFill>
                  <a:srgbClr val="FFFFFF"/>
                </a:solidFill>
                <a:latin typeface="Arial"/>
                <a:ea typeface="Arial"/>
                <a:cs typeface="Arial"/>
                <a:sym typeface="Arial"/>
              </a:endParaRPr>
            </a:p>
          </p:txBody>
        </p:sp>
        <p:sp>
          <p:nvSpPr>
            <p:cNvPr id="9500" name="Google Shape;9500;p119"/>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2</a:t>
              </a:r>
              <a:endParaRPr b="0" i="0" sz="200" u="none" cap="none" strike="noStrike">
                <a:solidFill>
                  <a:srgbClr val="FFFFFF"/>
                </a:solidFill>
                <a:latin typeface="Arial"/>
                <a:ea typeface="Arial"/>
                <a:cs typeface="Arial"/>
                <a:sym typeface="Arial"/>
              </a:endParaRPr>
            </a:p>
          </p:txBody>
        </p:sp>
        <p:sp>
          <p:nvSpPr>
            <p:cNvPr id="9501" name="Google Shape;9501;p119"/>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1</a:t>
              </a:r>
              <a:endParaRPr b="0" i="0" sz="200" u="none" cap="none" strike="noStrike">
                <a:solidFill>
                  <a:srgbClr val="FFFFFF"/>
                </a:solidFill>
                <a:latin typeface="Arial"/>
                <a:ea typeface="Arial"/>
                <a:cs typeface="Arial"/>
                <a:sym typeface="Arial"/>
              </a:endParaRPr>
            </a:p>
          </p:txBody>
        </p:sp>
        <p:sp>
          <p:nvSpPr>
            <p:cNvPr id="9502" name="Google Shape;9502;p119"/>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2</a:t>
              </a:r>
              <a:endParaRPr b="0" i="0" sz="200" u="none" cap="none" strike="noStrike">
                <a:solidFill>
                  <a:srgbClr val="FFFFFF"/>
                </a:solidFill>
                <a:latin typeface="Arial"/>
                <a:ea typeface="Arial"/>
                <a:cs typeface="Arial"/>
                <a:sym typeface="Arial"/>
              </a:endParaRPr>
            </a:p>
          </p:txBody>
        </p:sp>
        <p:grpSp>
          <p:nvGrpSpPr>
            <p:cNvPr id="9503" name="Google Shape;9503;p119"/>
            <p:cNvGrpSpPr/>
            <p:nvPr/>
          </p:nvGrpSpPr>
          <p:grpSpPr>
            <a:xfrm>
              <a:off x="3748438" y="1378608"/>
              <a:ext cx="2159202" cy="903971"/>
              <a:chOff x="1683525" y="2179850"/>
              <a:chExt cx="4519050" cy="2134525"/>
            </a:xfrm>
          </p:grpSpPr>
          <p:sp>
            <p:nvSpPr>
              <p:cNvPr id="9504" name="Google Shape;9504;p11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05" name="Google Shape;9505;p11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06" name="Google Shape;9506;p11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07" name="Google Shape;9507;p11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08" name="Google Shape;9508;p11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09" name="Google Shape;9509;p11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10" name="Google Shape;9510;p11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11" name="Google Shape;9511;p11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12" name="Google Shape;9512;p11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13" name="Google Shape;9513;p11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14" name="Google Shape;9514;p11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515" name="Google Shape;9515;p11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9" name="Shape 9519"/>
        <p:cNvGrpSpPr/>
        <p:nvPr/>
      </p:nvGrpSpPr>
      <p:grpSpPr>
        <a:xfrm>
          <a:off x="0" y="0"/>
          <a:ext cx="0" cy="0"/>
          <a:chOff x="0" y="0"/>
          <a:chExt cx="0" cy="0"/>
        </a:xfrm>
      </p:grpSpPr>
      <p:grpSp>
        <p:nvGrpSpPr>
          <p:cNvPr id="9520" name="Google Shape;9520;p120"/>
          <p:cNvGrpSpPr/>
          <p:nvPr/>
        </p:nvGrpSpPr>
        <p:grpSpPr>
          <a:xfrm>
            <a:off x="4814684" y="1191441"/>
            <a:ext cx="745431" cy="718863"/>
            <a:chOff x="4249973" y="1201875"/>
            <a:chExt cx="1958567" cy="1888763"/>
          </a:xfrm>
        </p:grpSpPr>
        <p:sp>
          <p:nvSpPr>
            <p:cNvPr id="9521" name="Google Shape;9521;p120"/>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22" name="Google Shape;9522;p120"/>
            <p:cNvGrpSpPr/>
            <p:nvPr/>
          </p:nvGrpSpPr>
          <p:grpSpPr>
            <a:xfrm>
              <a:off x="5853086" y="1789142"/>
              <a:ext cx="355454" cy="1047937"/>
              <a:chOff x="5576108" y="2016725"/>
              <a:chExt cx="565200" cy="1666302"/>
            </a:xfrm>
          </p:grpSpPr>
          <p:sp>
            <p:nvSpPr>
              <p:cNvPr id="9523" name="Google Shape;9523;p120"/>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524" name="Google Shape;9524;p12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25" name="Google Shape;9525;p120"/>
            <p:cNvGrpSpPr/>
            <p:nvPr/>
          </p:nvGrpSpPr>
          <p:grpSpPr>
            <a:xfrm>
              <a:off x="4869725" y="2691676"/>
              <a:ext cx="1013627" cy="398962"/>
              <a:chOff x="4012487" y="3451825"/>
              <a:chExt cx="1611746" cy="634381"/>
            </a:xfrm>
          </p:grpSpPr>
          <p:sp>
            <p:nvSpPr>
              <p:cNvPr id="9526" name="Google Shape;9526;p120"/>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527" name="Google Shape;9527;p12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28" name="Google Shape;9528;p120"/>
            <p:cNvGrpSpPr/>
            <p:nvPr/>
          </p:nvGrpSpPr>
          <p:grpSpPr>
            <a:xfrm>
              <a:off x="4276993" y="2155787"/>
              <a:ext cx="651909" cy="891532"/>
              <a:chOff x="3069997" y="2599721"/>
              <a:chExt cx="1036586" cy="1417604"/>
            </a:xfrm>
          </p:grpSpPr>
          <p:sp>
            <p:nvSpPr>
              <p:cNvPr id="9529" name="Google Shape;9529;p120"/>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530" name="Google Shape;9530;p12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31" name="Google Shape;9531;p120"/>
            <p:cNvGrpSpPr/>
            <p:nvPr/>
          </p:nvGrpSpPr>
          <p:grpSpPr>
            <a:xfrm>
              <a:off x="5054918" y="1201875"/>
              <a:ext cx="999521" cy="602731"/>
              <a:chOff x="4306958" y="1082925"/>
              <a:chExt cx="1589315" cy="958389"/>
            </a:xfrm>
          </p:grpSpPr>
          <p:sp>
            <p:nvSpPr>
              <p:cNvPr id="9532" name="Google Shape;9532;p120"/>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533" name="Google Shape;9533;p12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34" name="Google Shape;9534;p120"/>
            <p:cNvGrpSpPr/>
            <p:nvPr/>
          </p:nvGrpSpPr>
          <p:grpSpPr>
            <a:xfrm>
              <a:off x="4249973" y="1303601"/>
              <a:ext cx="799524" cy="841184"/>
              <a:chOff x="3027033" y="1244677"/>
              <a:chExt cx="1271307" cy="1337548"/>
            </a:xfrm>
          </p:grpSpPr>
          <p:sp>
            <p:nvSpPr>
              <p:cNvPr id="9535" name="Google Shape;9535;p120"/>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536" name="Google Shape;9536;p12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537" name="Google Shape;9537;p120"/>
          <p:cNvGrpSpPr/>
          <p:nvPr/>
        </p:nvGrpSpPr>
        <p:grpSpPr>
          <a:xfrm>
            <a:off x="731057" y="2069890"/>
            <a:ext cx="761767" cy="729896"/>
            <a:chOff x="2657744" y="2337745"/>
            <a:chExt cx="832987" cy="798137"/>
          </a:xfrm>
        </p:grpSpPr>
        <p:sp>
          <p:nvSpPr>
            <p:cNvPr id="9538" name="Google Shape;9538;p120"/>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9" name="Google Shape;9539;p120"/>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0" name="Google Shape;9540;p12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1" name="Google Shape;9541;p120"/>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2" name="Google Shape;9542;p12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3" name="Google Shape;9543;p12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44" name="Google Shape;9544;p120"/>
          <p:cNvGrpSpPr/>
          <p:nvPr/>
        </p:nvGrpSpPr>
        <p:grpSpPr>
          <a:xfrm>
            <a:off x="3242022" y="2073097"/>
            <a:ext cx="685569" cy="723586"/>
            <a:chOff x="3398134" y="2057755"/>
            <a:chExt cx="704087" cy="743130"/>
          </a:xfrm>
        </p:grpSpPr>
        <p:grpSp>
          <p:nvGrpSpPr>
            <p:cNvPr id="9545" name="Google Shape;9545;p120"/>
            <p:cNvGrpSpPr/>
            <p:nvPr/>
          </p:nvGrpSpPr>
          <p:grpSpPr>
            <a:xfrm>
              <a:off x="3398134" y="2290183"/>
              <a:ext cx="315300" cy="219900"/>
              <a:chOff x="3398134" y="2290183"/>
              <a:chExt cx="315300" cy="219900"/>
            </a:xfrm>
          </p:grpSpPr>
          <p:sp>
            <p:nvSpPr>
              <p:cNvPr id="9546" name="Google Shape;9546;p120"/>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547" name="Google Shape;9547;p120"/>
              <p:cNvCxnSpPr>
                <a:stCxn id="9546" idx="2"/>
              </p:cNvCxnSpPr>
              <p:nvPr/>
            </p:nvCxnSpPr>
            <p:spPr>
              <a:xfrm rot="10800000">
                <a:off x="3398134" y="2400133"/>
                <a:ext cx="95400" cy="0"/>
              </a:xfrm>
              <a:prstGeom prst="straightConnector1">
                <a:avLst/>
              </a:prstGeom>
              <a:noFill/>
              <a:ln cap="flat" cmpd="sng" w="9525">
                <a:solidFill>
                  <a:srgbClr val="435D74"/>
                </a:solidFill>
                <a:prstDash val="solid"/>
                <a:round/>
                <a:headEnd len="sm" w="sm" type="none"/>
                <a:tailEnd len="sm" w="sm" type="none"/>
              </a:ln>
            </p:spPr>
          </p:cxnSp>
        </p:grpSp>
        <p:grpSp>
          <p:nvGrpSpPr>
            <p:cNvPr id="9548" name="Google Shape;9548;p120"/>
            <p:cNvGrpSpPr/>
            <p:nvPr/>
          </p:nvGrpSpPr>
          <p:grpSpPr>
            <a:xfrm>
              <a:off x="3547823" y="2467358"/>
              <a:ext cx="219900" cy="333527"/>
              <a:chOff x="3547823" y="2467358"/>
              <a:chExt cx="219900" cy="333527"/>
            </a:xfrm>
          </p:grpSpPr>
          <p:sp>
            <p:nvSpPr>
              <p:cNvPr id="9549" name="Google Shape;9549;p120"/>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550" name="Google Shape;9550;p120"/>
              <p:cNvCxnSpPr/>
              <p:nvPr/>
            </p:nvCxnSpPr>
            <p:spPr>
              <a:xfrm rot="10800000">
                <a:off x="3657701" y="2687185"/>
                <a:ext cx="0" cy="113700"/>
              </a:xfrm>
              <a:prstGeom prst="straightConnector1">
                <a:avLst/>
              </a:prstGeom>
              <a:noFill/>
              <a:ln cap="flat" cmpd="sng" w="9525">
                <a:solidFill>
                  <a:srgbClr val="5F7D95"/>
                </a:solidFill>
                <a:prstDash val="solid"/>
                <a:round/>
                <a:headEnd len="sm" w="sm" type="none"/>
                <a:tailEnd len="sm" w="sm" type="none"/>
              </a:ln>
            </p:spPr>
          </p:cxnSp>
        </p:grpSp>
        <p:grpSp>
          <p:nvGrpSpPr>
            <p:cNvPr id="9551" name="Google Shape;9551;p120"/>
            <p:cNvGrpSpPr/>
            <p:nvPr/>
          </p:nvGrpSpPr>
          <p:grpSpPr>
            <a:xfrm>
              <a:off x="3734138" y="2467358"/>
              <a:ext cx="219900" cy="333527"/>
              <a:chOff x="3734138" y="2467358"/>
              <a:chExt cx="219900" cy="333527"/>
            </a:xfrm>
          </p:grpSpPr>
          <p:sp>
            <p:nvSpPr>
              <p:cNvPr id="9552" name="Google Shape;9552;p120"/>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553" name="Google Shape;9553;p120"/>
              <p:cNvCxnSpPr/>
              <p:nvPr/>
            </p:nvCxnSpPr>
            <p:spPr>
              <a:xfrm rot="10800000">
                <a:off x="3844020" y="2687185"/>
                <a:ext cx="0" cy="113700"/>
              </a:xfrm>
              <a:prstGeom prst="straightConnector1">
                <a:avLst/>
              </a:prstGeom>
              <a:noFill/>
              <a:ln cap="flat" cmpd="sng" w="9525">
                <a:solidFill>
                  <a:srgbClr val="869FB2"/>
                </a:solidFill>
                <a:prstDash val="solid"/>
                <a:round/>
                <a:headEnd len="sm" w="sm" type="none"/>
                <a:tailEnd len="sm" w="sm" type="none"/>
              </a:ln>
            </p:spPr>
          </p:cxnSp>
        </p:grpSp>
        <p:grpSp>
          <p:nvGrpSpPr>
            <p:cNvPr id="9554" name="Google Shape;9554;p120"/>
            <p:cNvGrpSpPr/>
            <p:nvPr/>
          </p:nvGrpSpPr>
          <p:grpSpPr>
            <a:xfrm>
              <a:off x="3787560" y="2288011"/>
              <a:ext cx="314661" cy="219900"/>
              <a:chOff x="3787560" y="2288011"/>
              <a:chExt cx="314661" cy="219900"/>
            </a:xfrm>
          </p:grpSpPr>
          <p:sp>
            <p:nvSpPr>
              <p:cNvPr id="9555" name="Google Shape;9555;p120"/>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556" name="Google Shape;9556;p120"/>
              <p:cNvCxnSpPr/>
              <p:nvPr/>
            </p:nvCxnSpPr>
            <p:spPr>
              <a:xfrm rot="10800000">
                <a:off x="4007421" y="2400064"/>
                <a:ext cx="94800" cy="0"/>
              </a:xfrm>
              <a:prstGeom prst="straightConnector1">
                <a:avLst/>
              </a:prstGeom>
              <a:noFill/>
              <a:ln cap="flat" cmpd="sng" w="9525">
                <a:solidFill>
                  <a:srgbClr val="A5B7C6"/>
                </a:solidFill>
                <a:prstDash val="solid"/>
                <a:round/>
                <a:headEnd len="sm" w="sm" type="none"/>
                <a:tailEnd len="sm" w="sm" type="none"/>
              </a:ln>
            </p:spPr>
          </p:cxnSp>
        </p:grpSp>
        <p:grpSp>
          <p:nvGrpSpPr>
            <p:cNvPr id="9557" name="Google Shape;9557;p120"/>
            <p:cNvGrpSpPr/>
            <p:nvPr/>
          </p:nvGrpSpPr>
          <p:grpSpPr>
            <a:xfrm>
              <a:off x="3637290" y="2057755"/>
              <a:ext cx="219900" cy="335499"/>
              <a:chOff x="3637290" y="2057755"/>
              <a:chExt cx="219900" cy="335499"/>
            </a:xfrm>
          </p:grpSpPr>
          <p:sp>
            <p:nvSpPr>
              <p:cNvPr id="9558" name="Google Shape;9558;p120"/>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cxnSp>
            <p:nvCxnSpPr>
              <p:cNvPr id="9559" name="Google Shape;9559;p120"/>
              <p:cNvCxnSpPr/>
              <p:nvPr/>
            </p:nvCxnSpPr>
            <p:spPr>
              <a:xfrm rot="10800000">
                <a:off x="3747169" y="2057755"/>
                <a:ext cx="0" cy="113700"/>
              </a:xfrm>
              <a:prstGeom prst="straightConnector1">
                <a:avLst/>
              </a:prstGeom>
              <a:noFill/>
              <a:ln cap="flat" cmpd="sng" w="9525">
                <a:solidFill>
                  <a:srgbClr val="BAC8D3"/>
                </a:solidFill>
                <a:prstDash val="solid"/>
                <a:round/>
                <a:headEnd len="sm" w="sm" type="none"/>
                <a:tailEnd len="sm" w="sm" type="none"/>
              </a:ln>
            </p:spPr>
          </p:cxnSp>
        </p:grpSp>
      </p:grpSp>
      <p:grpSp>
        <p:nvGrpSpPr>
          <p:cNvPr id="9560" name="Google Shape;9560;p120"/>
          <p:cNvGrpSpPr/>
          <p:nvPr/>
        </p:nvGrpSpPr>
        <p:grpSpPr>
          <a:xfrm>
            <a:off x="4917244" y="2079792"/>
            <a:ext cx="710153" cy="710153"/>
            <a:chOff x="5007123" y="2079403"/>
            <a:chExt cx="687600" cy="687600"/>
          </a:xfrm>
        </p:grpSpPr>
        <p:sp>
          <p:nvSpPr>
            <p:cNvPr id="9561" name="Google Shape;9561;p120"/>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2" name="Google Shape;9562;p120"/>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3" name="Google Shape;9563;p120"/>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4" name="Google Shape;9564;p120"/>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65" name="Google Shape;9565;p120"/>
          <p:cNvGrpSpPr/>
          <p:nvPr/>
        </p:nvGrpSpPr>
        <p:grpSpPr>
          <a:xfrm>
            <a:off x="5726681" y="2074299"/>
            <a:ext cx="720998" cy="721183"/>
            <a:chOff x="5797446" y="2063053"/>
            <a:chExt cx="698100" cy="698280"/>
          </a:xfrm>
        </p:grpSpPr>
        <p:sp>
          <p:nvSpPr>
            <p:cNvPr id="9566" name="Google Shape;9566;p120"/>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7" name="Google Shape;9567;p120"/>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8" name="Google Shape;9568;p120"/>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9" name="Google Shape;9569;p120"/>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70" name="Google Shape;9570;p120"/>
          <p:cNvGrpSpPr/>
          <p:nvPr/>
        </p:nvGrpSpPr>
        <p:grpSpPr>
          <a:xfrm>
            <a:off x="8171828" y="3719904"/>
            <a:ext cx="280585" cy="673164"/>
            <a:chOff x="8075075" y="3754290"/>
            <a:chExt cx="255612" cy="613194"/>
          </a:xfrm>
        </p:grpSpPr>
        <p:grpSp>
          <p:nvGrpSpPr>
            <p:cNvPr id="9571" name="Google Shape;9571;p120"/>
            <p:cNvGrpSpPr/>
            <p:nvPr/>
          </p:nvGrpSpPr>
          <p:grpSpPr>
            <a:xfrm>
              <a:off x="8075075" y="3754290"/>
              <a:ext cx="255612" cy="613194"/>
              <a:chOff x="8075075" y="3754290"/>
              <a:chExt cx="255612" cy="613194"/>
            </a:xfrm>
          </p:grpSpPr>
          <p:sp>
            <p:nvSpPr>
              <p:cNvPr id="9572" name="Google Shape;9572;p120"/>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3" name="Google Shape;9573;p120"/>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74" name="Google Shape;9574;p120"/>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75" name="Google Shape;9575;p120"/>
          <p:cNvGrpSpPr/>
          <p:nvPr/>
        </p:nvGrpSpPr>
        <p:grpSpPr>
          <a:xfrm>
            <a:off x="5288887" y="3708700"/>
            <a:ext cx="470352" cy="683745"/>
            <a:chOff x="1697726" y="3244179"/>
            <a:chExt cx="788124" cy="1146069"/>
          </a:xfrm>
        </p:grpSpPr>
        <p:sp>
          <p:nvSpPr>
            <p:cNvPr id="9576" name="Google Shape;9576;p12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7" name="Google Shape;9577;p12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78" name="Google Shape;9578;p12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79" name="Google Shape;9579;p120"/>
          <p:cNvGrpSpPr/>
          <p:nvPr/>
        </p:nvGrpSpPr>
        <p:grpSpPr>
          <a:xfrm>
            <a:off x="5910037" y="3719902"/>
            <a:ext cx="293891" cy="293845"/>
            <a:chOff x="6134814" y="3754290"/>
            <a:chExt cx="293891" cy="293845"/>
          </a:xfrm>
        </p:grpSpPr>
        <p:sp>
          <p:nvSpPr>
            <p:cNvPr id="9580" name="Google Shape;9580;p120"/>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1" name="Google Shape;9581;p120"/>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82" name="Google Shape;9582;p120"/>
          <p:cNvGrpSpPr/>
          <p:nvPr/>
        </p:nvGrpSpPr>
        <p:grpSpPr>
          <a:xfrm>
            <a:off x="5910037" y="4098574"/>
            <a:ext cx="293891" cy="293891"/>
            <a:chOff x="6134814" y="4086186"/>
            <a:chExt cx="293891" cy="293891"/>
          </a:xfrm>
        </p:grpSpPr>
        <p:sp>
          <p:nvSpPr>
            <p:cNvPr id="9583" name="Google Shape;9583;p120"/>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4" name="Google Shape;9584;p120"/>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85" name="Google Shape;9585;p120"/>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6" name="Google Shape;9586;p120"/>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87" name="Google Shape;9587;p120"/>
          <p:cNvGrpSpPr/>
          <p:nvPr/>
        </p:nvGrpSpPr>
        <p:grpSpPr>
          <a:xfrm>
            <a:off x="7835013" y="2927266"/>
            <a:ext cx="622883" cy="621944"/>
            <a:chOff x="1187048" y="238125"/>
            <a:chExt cx="5256397" cy="5248476"/>
          </a:xfrm>
        </p:grpSpPr>
        <p:sp>
          <p:nvSpPr>
            <p:cNvPr id="9588" name="Google Shape;9588;p12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9" name="Google Shape;9589;p120"/>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0" name="Google Shape;9590;p120"/>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1" name="Google Shape;9591;p120"/>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92" name="Google Shape;9592;p120"/>
          <p:cNvGrpSpPr/>
          <p:nvPr/>
        </p:nvGrpSpPr>
        <p:grpSpPr>
          <a:xfrm>
            <a:off x="2292118" y="2936875"/>
            <a:ext cx="1310987" cy="612407"/>
            <a:chOff x="238125" y="1188750"/>
            <a:chExt cx="7140450" cy="3335550"/>
          </a:xfrm>
        </p:grpSpPr>
        <p:sp>
          <p:nvSpPr>
            <p:cNvPr id="9593" name="Google Shape;9593;p12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4" name="Google Shape;9594;p12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5" name="Google Shape;9595;p12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6" name="Google Shape;9596;p12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7" name="Google Shape;9597;p12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98" name="Google Shape;9598;p120"/>
          <p:cNvGrpSpPr/>
          <p:nvPr/>
        </p:nvGrpSpPr>
        <p:grpSpPr>
          <a:xfrm>
            <a:off x="6617990" y="2927430"/>
            <a:ext cx="1110299" cy="621702"/>
            <a:chOff x="238125" y="1335475"/>
            <a:chExt cx="5418735" cy="3034175"/>
          </a:xfrm>
        </p:grpSpPr>
        <p:sp>
          <p:nvSpPr>
            <p:cNvPr id="9599" name="Google Shape;9599;p12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0" name="Google Shape;9600;p12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1" name="Google Shape;9601;p12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02" name="Google Shape;9602;p120"/>
          <p:cNvGrpSpPr/>
          <p:nvPr/>
        </p:nvGrpSpPr>
        <p:grpSpPr>
          <a:xfrm>
            <a:off x="5435649" y="2924327"/>
            <a:ext cx="1074451" cy="627181"/>
            <a:chOff x="5359127" y="2910889"/>
            <a:chExt cx="1097723" cy="640831"/>
          </a:xfrm>
        </p:grpSpPr>
        <p:grpSp>
          <p:nvGrpSpPr>
            <p:cNvPr id="9603" name="Google Shape;9603;p120"/>
            <p:cNvGrpSpPr/>
            <p:nvPr/>
          </p:nvGrpSpPr>
          <p:grpSpPr>
            <a:xfrm>
              <a:off x="5929791" y="3263088"/>
              <a:ext cx="527059" cy="287098"/>
              <a:chOff x="5929791" y="3263088"/>
              <a:chExt cx="527059" cy="287098"/>
            </a:xfrm>
          </p:grpSpPr>
          <p:sp>
            <p:nvSpPr>
              <p:cNvPr id="9604" name="Google Shape;9604;p120"/>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605" name="Google Shape;9605;p120"/>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9606" name="Google Shape;9606;p120"/>
            <p:cNvGrpSpPr/>
            <p:nvPr/>
          </p:nvGrpSpPr>
          <p:grpSpPr>
            <a:xfrm>
              <a:off x="5359127" y="3263089"/>
              <a:ext cx="526428" cy="288631"/>
              <a:chOff x="5359127" y="3263089"/>
              <a:chExt cx="526428" cy="288631"/>
            </a:xfrm>
          </p:grpSpPr>
          <p:sp>
            <p:nvSpPr>
              <p:cNvPr id="9607" name="Google Shape;9607;p120"/>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608" name="Google Shape;9608;p120"/>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9609" name="Google Shape;9609;p120"/>
            <p:cNvGrpSpPr/>
            <p:nvPr/>
          </p:nvGrpSpPr>
          <p:grpSpPr>
            <a:xfrm>
              <a:off x="5551525" y="2910889"/>
              <a:ext cx="520902" cy="610282"/>
              <a:chOff x="5551525" y="2910889"/>
              <a:chExt cx="520902" cy="610282"/>
            </a:xfrm>
          </p:grpSpPr>
          <p:sp>
            <p:nvSpPr>
              <p:cNvPr id="9610" name="Google Shape;9610;p120"/>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611" name="Google Shape;9611;p120"/>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9612" name="Google Shape;9612;p120"/>
            <p:cNvGrpSpPr/>
            <p:nvPr/>
          </p:nvGrpSpPr>
          <p:grpSpPr>
            <a:xfrm>
              <a:off x="5743962" y="2919100"/>
              <a:ext cx="623673" cy="284502"/>
              <a:chOff x="5743962" y="2919100"/>
              <a:chExt cx="623673" cy="284502"/>
            </a:xfrm>
          </p:grpSpPr>
          <p:sp>
            <p:nvSpPr>
              <p:cNvPr id="9613" name="Google Shape;9613;p120"/>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614" name="Google Shape;9614;p120"/>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grpSp>
        <p:nvGrpSpPr>
          <p:cNvPr id="9615" name="Google Shape;9615;p120"/>
          <p:cNvGrpSpPr/>
          <p:nvPr/>
        </p:nvGrpSpPr>
        <p:grpSpPr>
          <a:xfrm>
            <a:off x="7586863" y="2075038"/>
            <a:ext cx="874977" cy="719600"/>
            <a:chOff x="7608988" y="2093194"/>
            <a:chExt cx="817277" cy="672147"/>
          </a:xfrm>
        </p:grpSpPr>
        <p:cxnSp>
          <p:nvCxnSpPr>
            <p:cNvPr id="9616" name="Google Shape;9616;p120"/>
            <p:cNvCxnSpPr/>
            <p:nvPr/>
          </p:nvCxnSpPr>
          <p:spPr>
            <a:xfrm flipH="1" rot="5400000">
              <a:off x="7620257" y="2136491"/>
              <a:ext cx="129900" cy="111300"/>
            </a:xfrm>
            <a:prstGeom prst="bentConnector3">
              <a:avLst>
                <a:gd fmla="val 41968" name="adj1"/>
              </a:avLst>
            </a:prstGeom>
            <a:noFill/>
            <a:ln cap="flat" cmpd="sng" w="9525">
              <a:solidFill>
                <a:srgbClr val="667E92"/>
              </a:solidFill>
              <a:prstDash val="solid"/>
              <a:round/>
              <a:headEnd len="sm" w="sm" type="none"/>
              <a:tailEnd len="sm" w="sm" type="none"/>
            </a:ln>
          </p:spPr>
        </p:cxnSp>
        <p:cxnSp>
          <p:nvCxnSpPr>
            <p:cNvPr id="9617" name="Google Shape;9617;p120"/>
            <p:cNvCxnSpPr/>
            <p:nvPr/>
          </p:nvCxnSpPr>
          <p:spPr>
            <a:xfrm rot="-5400000">
              <a:off x="8285120" y="2136491"/>
              <a:ext cx="129900" cy="111300"/>
            </a:xfrm>
            <a:prstGeom prst="bentConnector3">
              <a:avLst>
                <a:gd fmla="val 41968" name="adj1"/>
              </a:avLst>
            </a:prstGeom>
            <a:noFill/>
            <a:ln cap="flat" cmpd="sng" w="9525">
              <a:solidFill>
                <a:srgbClr val="667E92"/>
              </a:solidFill>
              <a:prstDash val="solid"/>
              <a:round/>
              <a:headEnd len="sm" w="sm" type="none"/>
              <a:tailEnd len="sm" w="sm" type="none"/>
            </a:ln>
          </p:spPr>
        </p:cxnSp>
        <p:cxnSp>
          <p:nvCxnSpPr>
            <p:cNvPr id="9618" name="Google Shape;9618;p120"/>
            <p:cNvCxnSpPr/>
            <p:nvPr/>
          </p:nvCxnSpPr>
          <p:spPr>
            <a:xfrm rot="5400000">
              <a:off x="7620257" y="2644741"/>
              <a:ext cx="129900" cy="111300"/>
            </a:xfrm>
            <a:prstGeom prst="bentConnector3">
              <a:avLst>
                <a:gd fmla="val 32231" name="adj1"/>
              </a:avLst>
            </a:prstGeom>
            <a:noFill/>
            <a:ln cap="flat" cmpd="sng" w="9525">
              <a:solidFill>
                <a:srgbClr val="667E92"/>
              </a:solidFill>
              <a:prstDash val="solid"/>
              <a:round/>
              <a:headEnd len="sm" w="sm" type="none"/>
              <a:tailEnd len="sm" w="sm" type="none"/>
            </a:ln>
          </p:spPr>
        </p:cxnSp>
        <p:cxnSp>
          <p:nvCxnSpPr>
            <p:cNvPr id="9619" name="Google Shape;9619;p120"/>
            <p:cNvCxnSpPr/>
            <p:nvPr/>
          </p:nvCxnSpPr>
          <p:spPr>
            <a:xfrm flipH="1" rot="-5400000">
              <a:off x="8285120" y="2644741"/>
              <a:ext cx="129900" cy="111300"/>
            </a:xfrm>
            <a:prstGeom prst="bentConnector3">
              <a:avLst>
                <a:gd fmla="val 32231" name="adj1"/>
              </a:avLst>
            </a:prstGeom>
            <a:noFill/>
            <a:ln cap="flat" cmpd="sng" w="9525">
              <a:solidFill>
                <a:srgbClr val="667E92"/>
              </a:solidFill>
              <a:prstDash val="solid"/>
              <a:round/>
              <a:headEnd len="sm" w="sm" type="none"/>
              <a:tailEnd len="sm" w="sm" type="none"/>
            </a:ln>
          </p:spPr>
        </p:cxnSp>
        <p:cxnSp>
          <p:nvCxnSpPr>
            <p:cNvPr id="9620" name="Google Shape;9620;p120"/>
            <p:cNvCxnSpPr/>
            <p:nvPr/>
          </p:nvCxnSpPr>
          <p:spPr>
            <a:xfrm rot="10800000">
              <a:off x="7608988" y="2425132"/>
              <a:ext cx="83400" cy="0"/>
            </a:xfrm>
            <a:prstGeom prst="straightConnector1">
              <a:avLst/>
            </a:prstGeom>
            <a:noFill/>
            <a:ln cap="flat" cmpd="sng" w="9525">
              <a:solidFill>
                <a:srgbClr val="667E92"/>
              </a:solidFill>
              <a:prstDash val="solid"/>
              <a:round/>
              <a:headEnd len="sm" w="sm" type="none"/>
              <a:tailEnd len="sm" w="sm" type="none"/>
            </a:ln>
          </p:spPr>
        </p:cxnSp>
        <p:cxnSp>
          <p:nvCxnSpPr>
            <p:cNvPr id="9621" name="Google Shape;9621;p120"/>
            <p:cNvCxnSpPr/>
            <p:nvPr/>
          </p:nvCxnSpPr>
          <p:spPr>
            <a:xfrm rot="10800000">
              <a:off x="8342865" y="2425132"/>
              <a:ext cx="83400" cy="0"/>
            </a:xfrm>
            <a:prstGeom prst="straightConnector1">
              <a:avLst/>
            </a:prstGeom>
            <a:noFill/>
            <a:ln cap="flat" cmpd="sng" w="9525">
              <a:solidFill>
                <a:srgbClr val="667E92"/>
              </a:solidFill>
              <a:prstDash val="solid"/>
              <a:round/>
              <a:headEnd len="sm" w="sm" type="none"/>
              <a:tailEnd len="sm" w="sm" type="none"/>
            </a:ln>
          </p:spPr>
        </p:cxnSp>
        <p:grpSp>
          <p:nvGrpSpPr>
            <p:cNvPr id="9622" name="Google Shape;9622;p120"/>
            <p:cNvGrpSpPr/>
            <p:nvPr/>
          </p:nvGrpSpPr>
          <p:grpSpPr>
            <a:xfrm>
              <a:off x="7721175" y="2093194"/>
              <a:ext cx="599587" cy="623846"/>
              <a:chOff x="7721175" y="2093194"/>
              <a:chExt cx="599587" cy="623846"/>
            </a:xfrm>
          </p:grpSpPr>
          <p:grpSp>
            <p:nvGrpSpPr>
              <p:cNvPr id="9623" name="Google Shape;9623;p120"/>
              <p:cNvGrpSpPr/>
              <p:nvPr/>
            </p:nvGrpSpPr>
            <p:grpSpPr>
              <a:xfrm>
                <a:off x="7721175" y="2093194"/>
                <a:ext cx="291605" cy="623846"/>
                <a:chOff x="9405575" y="2061418"/>
                <a:chExt cx="291605" cy="623846"/>
              </a:xfrm>
            </p:grpSpPr>
            <p:sp>
              <p:nvSpPr>
                <p:cNvPr id="9624" name="Google Shape;9624;p12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5" name="Google Shape;9625;p12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6" name="Google Shape;9626;p12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7" name="Google Shape;9627;p12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8" name="Google Shape;9628;p12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9" name="Google Shape;9629;p12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0" name="Google Shape;9630;p12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31" name="Google Shape;9631;p120"/>
              <p:cNvGrpSpPr/>
              <p:nvPr/>
            </p:nvGrpSpPr>
            <p:grpSpPr>
              <a:xfrm flipH="1">
                <a:off x="8029157" y="2093194"/>
                <a:ext cx="291605" cy="623846"/>
                <a:chOff x="9405575" y="2061418"/>
                <a:chExt cx="291605" cy="623846"/>
              </a:xfrm>
            </p:grpSpPr>
            <p:sp>
              <p:nvSpPr>
                <p:cNvPr id="9632" name="Google Shape;9632;p12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3" name="Google Shape;9633;p12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4" name="Google Shape;9634;p12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5" name="Google Shape;9635;p12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6" name="Google Shape;9636;p12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7" name="Google Shape;9637;p12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8" name="Google Shape;9638;p12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639" name="Google Shape;9639;p120"/>
          <p:cNvGrpSpPr/>
          <p:nvPr/>
        </p:nvGrpSpPr>
        <p:grpSpPr>
          <a:xfrm>
            <a:off x="4031299" y="1191441"/>
            <a:ext cx="712556" cy="785901"/>
            <a:chOff x="4206459" y="1191441"/>
            <a:chExt cx="712556" cy="785901"/>
          </a:xfrm>
        </p:grpSpPr>
        <p:sp>
          <p:nvSpPr>
            <p:cNvPr id="9640" name="Google Shape;9640;p120"/>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1" name="Google Shape;9641;p120"/>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2" name="Google Shape;9642;p120"/>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3" name="Google Shape;9643;p120"/>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44" name="Google Shape;9644;p120"/>
            <p:cNvGrpSpPr/>
            <p:nvPr/>
          </p:nvGrpSpPr>
          <p:grpSpPr>
            <a:xfrm>
              <a:off x="4644280" y="1290523"/>
              <a:ext cx="143716" cy="29462"/>
              <a:chOff x="4644280" y="1290523"/>
              <a:chExt cx="143716" cy="29462"/>
            </a:xfrm>
          </p:grpSpPr>
          <p:sp>
            <p:nvSpPr>
              <p:cNvPr id="9645" name="Google Shape;9645;p120"/>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6" name="Google Shape;9646;p120"/>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7" name="Google Shape;9647;p120"/>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8" name="Google Shape;9648;p120"/>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49" name="Google Shape;9649;p120"/>
            <p:cNvGrpSpPr/>
            <p:nvPr/>
          </p:nvGrpSpPr>
          <p:grpSpPr>
            <a:xfrm>
              <a:off x="4356567" y="1191441"/>
              <a:ext cx="143691" cy="29488"/>
              <a:chOff x="4356567" y="1191441"/>
              <a:chExt cx="143691" cy="29488"/>
            </a:xfrm>
          </p:grpSpPr>
          <p:sp>
            <p:nvSpPr>
              <p:cNvPr id="9650" name="Google Shape;9650;p120"/>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1" name="Google Shape;9651;p120"/>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2" name="Google Shape;9652;p120"/>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3" name="Google Shape;9653;p120"/>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54" name="Google Shape;9654;p120"/>
            <p:cNvGrpSpPr/>
            <p:nvPr/>
          </p:nvGrpSpPr>
          <p:grpSpPr>
            <a:xfrm>
              <a:off x="4339009" y="1863727"/>
              <a:ext cx="143704" cy="29476"/>
              <a:chOff x="4339009" y="1863727"/>
              <a:chExt cx="143704" cy="29476"/>
            </a:xfrm>
          </p:grpSpPr>
          <p:sp>
            <p:nvSpPr>
              <p:cNvPr id="9655" name="Google Shape;9655;p120"/>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6" name="Google Shape;9656;p120"/>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7" name="Google Shape;9657;p120"/>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8" name="Google Shape;9658;p120"/>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59" name="Google Shape;9659;p120"/>
            <p:cNvGrpSpPr/>
            <p:nvPr/>
          </p:nvGrpSpPr>
          <p:grpSpPr>
            <a:xfrm>
              <a:off x="4206459" y="1607315"/>
              <a:ext cx="29539" cy="142899"/>
              <a:chOff x="4206459" y="1607315"/>
              <a:chExt cx="29539" cy="142899"/>
            </a:xfrm>
          </p:grpSpPr>
          <p:sp>
            <p:nvSpPr>
              <p:cNvPr id="9660" name="Google Shape;9660;p120"/>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1" name="Google Shape;9661;p120"/>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2" name="Google Shape;9662;p120"/>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3" name="Google Shape;9663;p120"/>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64" name="Google Shape;9664;p120"/>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5" name="Google Shape;9665;p120"/>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6" name="Google Shape;9666;p120"/>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7" name="Google Shape;9667;p120"/>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68" name="Google Shape;9668;p120"/>
            <p:cNvGrpSpPr/>
            <p:nvPr/>
          </p:nvGrpSpPr>
          <p:grpSpPr>
            <a:xfrm>
              <a:off x="4889463" y="1423737"/>
              <a:ext cx="29552" cy="142899"/>
              <a:chOff x="4889463" y="1423737"/>
              <a:chExt cx="29552" cy="142899"/>
            </a:xfrm>
          </p:grpSpPr>
          <p:sp>
            <p:nvSpPr>
              <p:cNvPr id="9669" name="Google Shape;9669;p120"/>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0" name="Google Shape;9670;p120"/>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1" name="Google Shape;9671;p120"/>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2" name="Google Shape;9672;p120"/>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73" name="Google Shape;9673;p120"/>
            <p:cNvGrpSpPr/>
            <p:nvPr/>
          </p:nvGrpSpPr>
          <p:grpSpPr>
            <a:xfrm>
              <a:off x="4771663" y="1876896"/>
              <a:ext cx="108651" cy="100446"/>
              <a:chOff x="4771663" y="1876896"/>
              <a:chExt cx="108651" cy="100446"/>
            </a:xfrm>
          </p:grpSpPr>
          <p:sp>
            <p:nvSpPr>
              <p:cNvPr id="9674" name="Google Shape;9674;p120"/>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5" name="Google Shape;9675;p120"/>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6" name="Google Shape;9676;p120"/>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7" name="Google Shape;9677;p120"/>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678" name="Google Shape;9678;p120"/>
          <p:cNvGrpSpPr/>
          <p:nvPr/>
        </p:nvGrpSpPr>
        <p:grpSpPr>
          <a:xfrm>
            <a:off x="4026774" y="2074664"/>
            <a:ext cx="791287" cy="720350"/>
            <a:chOff x="267375" y="1071875"/>
            <a:chExt cx="470500" cy="428550"/>
          </a:xfrm>
        </p:grpSpPr>
        <p:sp>
          <p:nvSpPr>
            <p:cNvPr id="9679" name="Google Shape;9679;p120"/>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0" name="Google Shape;9680;p120"/>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1" name="Google Shape;9681;p120"/>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2" name="Google Shape;9682;p120"/>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3" name="Google Shape;9683;p120"/>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4" name="Google Shape;9684;p120"/>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5" name="Google Shape;9685;p120"/>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6" name="Google Shape;9686;p120"/>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87" name="Google Shape;9687;p120"/>
          <p:cNvGrpSpPr/>
          <p:nvPr/>
        </p:nvGrpSpPr>
        <p:grpSpPr>
          <a:xfrm>
            <a:off x="727269" y="3719294"/>
            <a:ext cx="1408445" cy="673166"/>
            <a:chOff x="712664" y="3693287"/>
            <a:chExt cx="1460739" cy="698160"/>
          </a:xfrm>
        </p:grpSpPr>
        <p:grpSp>
          <p:nvGrpSpPr>
            <p:cNvPr id="9688" name="Google Shape;9688;p120"/>
            <p:cNvGrpSpPr/>
            <p:nvPr/>
          </p:nvGrpSpPr>
          <p:grpSpPr>
            <a:xfrm>
              <a:off x="1380079" y="4133090"/>
              <a:ext cx="234047" cy="258099"/>
              <a:chOff x="1380079" y="4133090"/>
              <a:chExt cx="234047" cy="258099"/>
            </a:xfrm>
          </p:grpSpPr>
          <p:sp>
            <p:nvSpPr>
              <p:cNvPr id="9689" name="Google Shape;9689;p120"/>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0" name="Google Shape;9690;p120"/>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1" name="Google Shape;9691;p120"/>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92" name="Google Shape;9692;p120"/>
            <p:cNvGrpSpPr/>
            <p:nvPr/>
          </p:nvGrpSpPr>
          <p:grpSpPr>
            <a:xfrm>
              <a:off x="884610" y="3864082"/>
              <a:ext cx="1118565" cy="527275"/>
              <a:chOff x="890961" y="3865463"/>
              <a:chExt cx="1115220" cy="525698"/>
            </a:xfrm>
          </p:grpSpPr>
          <p:sp>
            <p:nvSpPr>
              <p:cNvPr id="9693" name="Google Shape;9693;p120"/>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4" name="Google Shape;9694;p120"/>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5" name="Google Shape;9695;p120"/>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96" name="Google Shape;9696;p120"/>
            <p:cNvGrpSpPr/>
            <p:nvPr/>
          </p:nvGrpSpPr>
          <p:grpSpPr>
            <a:xfrm>
              <a:off x="712664" y="3693287"/>
              <a:ext cx="1460739" cy="698160"/>
              <a:chOff x="712664" y="3693025"/>
              <a:chExt cx="1460739" cy="698160"/>
            </a:xfrm>
          </p:grpSpPr>
          <p:sp>
            <p:nvSpPr>
              <p:cNvPr id="9697" name="Google Shape;9697;p120"/>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8" name="Google Shape;9698;p120"/>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9" name="Google Shape;9699;p120"/>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0" name="Google Shape;9700;p120"/>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1" name="Google Shape;9701;p120"/>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2" name="Google Shape;9702;p120"/>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703" name="Google Shape;9703;p120"/>
          <p:cNvGrpSpPr/>
          <p:nvPr/>
        </p:nvGrpSpPr>
        <p:grpSpPr>
          <a:xfrm>
            <a:off x="3164985" y="1191441"/>
            <a:ext cx="795485" cy="738831"/>
            <a:chOff x="3348603" y="1236445"/>
            <a:chExt cx="749256" cy="695894"/>
          </a:xfrm>
        </p:grpSpPr>
        <p:grpSp>
          <p:nvGrpSpPr>
            <p:cNvPr id="9704" name="Google Shape;9704;p120"/>
            <p:cNvGrpSpPr/>
            <p:nvPr/>
          </p:nvGrpSpPr>
          <p:grpSpPr>
            <a:xfrm>
              <a:off x="3583779" y="1236445"/>
              <a:ext cx="293795" cy="285811"/>
              <a:chOff x="3750225" y="1774000"/>
              <a:chExt cx="149575" cy="145525"/>
            </a:xfrm>
          </p:grpSpPr>
          <p:sp>
            <p:nvSpPr>
              <p:cNvPr id="9705" name="Google Shape;9705;p12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6" name="Google Shape;9706;p12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07" name="Google Shape;9707;p120"/>
            <p:cNvGrpSpPr/>
            <p:nvPr/>
          </p:nvGrpSpPr>
          <p:grpSpPr>
            <a:xfrm>
              <a:off x="3775534" y="1462599"/>
              <a:ext cx="322325" cy="285958"/>
              <a:chOff x="3847850" y="1889150"/>
              <a:chExt cx="164100" cy="145600"/>
            </a:xfrm>
          </p:grpSpPr>
          <p:sp>
            <p:nvSpPr>
              <p:cNvPr id="9708" name="Google Shape;9708;p12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9" name="Google Shape;9709;p12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10" name="Google Shape;9710;p120"/>
            <p:cNvGrpSpPr/>
            <p:nvPr/>
          </p:nvGrpSpPr>
          <p:grpSpPr>
            <a:xfrm>
              <a:off x="3545329" y="1646528"/>
              <a:ext cx="293746" cy="285811"/>
              <a:chOff x="3730650" y="1982800"/>
              <a:chExt cx="149550" cy="145525"/>
            </a:xfrm>
          </p:grpSpPr>
          <p:sp>
            <p:nvSpPr>
              <p:cNvPr id="9711" name="Google Shape;9711;p12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2" name="Google Shape;9712;p12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13" name="Google Shape;9713;p120"/>
            <p:cNvGrpSpPr/>
            <p:nvPr/>
          </p:nvGrpSpPr>
          <p:grpSpPr>
            <a:xfrm>
              <a:off x="3348603" y="1415046"/>
              <a:ext cx="294384" cy="284387"/>
              <a:chOff x="3630494" y="1864938"/>
              <a:chExt cx="149875" cy="144800"/>
            </a:xfrm>
          </p:grpSpPr>
          <p:sp>
            <p:nvSpPr>
              <p:cNvPr id="9714" name="Google Shape;9714;p120"/>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5" name="Google Shape;9715;p120"/>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716" name="Google Shape;9716;p120"/>
          <p:cNvGrpSpPr/>
          <p:nvPr/>
        </p:nvGrpSpPr>
        <p:grpSpPr>
          <a:xfrm>
            <a:off x="2286512" y="3714337"/>
            <a:ext cx="1324924" cy="678083"/>
            <a:chOff x="2413923" y="3711366"/>
            <a:chExt cx="1374117" cy="703260"/>
          </a:xfrm>
        </p:grpSpPr>
        <p:grpSp>
          <p:nvGrpSpPr>
            <p:cNvPr id="9717" name="Google Shape;9717;p120"/>
            <p:cNvGrpSpPr/>
            <p:nvPr/>
          </p:nvGrpSpPr>
          <p:grpSpPr>
            <a:xfrm>
              <a:off x="2413923" y="3711366"/>
              <a:ext cx="1374117" cy="703260"/>
              <a:chOff x="2413923" y="3711366"/>
              <a:chExt cx="1374117" cy="703260"/>
            </a:xfrm>
          </p:grpSpPr>
          <p:sp>
            <p:nvSpPr>
              <p:cNvPr id="9718" name="Google Shape;9718;p120"/>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719" name="Google Shape;9719;p120"/>
              <p:cNvGrpSpPr/>
              <p:nvPr/>
            </p:nvGrpSpPr>
            <p:grpSpPr>
              <a:xfrm>
                <a:off x="2600284" y="3808654"/>
                <a:ext cx="234506" cy="138010"/>
                <a:chOff x="2600284" y="3808654"/>
                <a:chExt cx="234506" cy="138010"/>
              </a:xfrm>
            </p:grpSpPr>
            <p:sp>
              <p:nvSpPr>
                <p:cNvPr id="9720" name="Google Shape;9720;p120"/>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721" name="Google Shape;9721;p120"/>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9722" name="Google Shape;9722;p120"/>
              <p:cNvGrpSpPr/>
              <p:nvPr/>
            </p:nvGrpSpPr>
            <p:grpSpPr>
              <a:xfrm>
                <a:off x="3359659" y="3805664"/>
                <a:ext cx="232294" cy="141000"/>
                <a:chOff x="3359659" y="3805664"/>
                <a:chExt cx="232294" cy="141000"/>
              </a:xfrm>
            </p:grpSpPr>
            <p:sp>
              <p:nvSpPr>
                <p:cNvPr id="9723" name="Google Shape;9723;p120"/>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724" name="Google Shape;9724;p120"/>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9725" name="Google Shape;9725;p120"/>
              <p:cNvGrpSpPr/>
              <p:nvPr/>
            </p:nvGrpSpPr>
            <p:grpSpPr>
              <a:xfrm>
                <a:off x="3067316" y="3711366"/>
                <a:ext cx="66900" cy="166810"/>
                <a:chOff x="3067316" y="3711366"/>
                <a:chExt cx="66900" cy="166810"/>
              </a:xfrm>
            </p:grpSpPr>
            <p:sp>
              <p:nvSpPr>
                <p:cNvPr id="9726" name="Google Shape;9726;p120"/>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727" name="Google Shape;9727;p120"/>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9728" name="Google Shape;9728;p120"/>
              <p:cNvGrpSpPr/>
              <p:nvPr/>
            </p:nvGrpSpPr>
            <p:grpSpPr>
              <a:xfrm>
                <a:off x="2413923" y="4058666"/>
                <a:ext cx="224119" cy="66900"/>
                <a:chOff x="2413923" y="4058666"/>
                <a:chExt cx="224119" cy="66900"/>
              </a:xfrm>
            </p:grpSpPr>
            <p:sp>
              <p:nvSpPr>
                <p:cNvPr id="9729" name="Google Shape;9729;p120"/>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730" name="Google Shape;9730;p120"/>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9731" name="Google Shape;9731;p120"/>
              <p:cNvGrpSpPr/>
              <p:nvPr/>
            </p:nvGrpSpPr>
            <p:grpSpPr>
              <a:xfrm>
                <a:off x="3564643" y="4058666"/>
                <a:ext cx="223397" cy="66900"/>
                <a:chOff x="3564643" y="4058666"/>
                <a:chExt cx="223397" cy="66900"/>
              </a:xfrm>
            </p:grpSpPr>
            <p:sp>
              <p:nvSpPr>
                <p:cNvPr id="9732" name="Google Shape;9732;p120"/>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733" name="Google Shape;9733;p120"/>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grpSp>
          <p:nvGrpSpPr>
            <p:cNvPr id="9734" name="Google Shape;9734;p120"/>
            <p:cNvGrpSpPr/>
            <p:nvPr/>
          </p:nvGrpSpPr>
          <p:grpSpPr>
            <a:xfrm>
              <a:off x="2633353" y="3965763"/>
              <a:ext cx="933975" cy="445687"/>
              <a:chOff x="2633353" y="3965763"/>
              <a:chExt cx="933975" cy="445687"/>
            </a:xfrm>
          </p:grpSpPr>
          <p:sp>
            <p:nvSpPr>
              <p:cNvPr id="9735" name="Google Shape;9735;p120"/>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6" name="Google Shape;9736;p120"/>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737" name="Google Shape;9737;p120"/>
          <p:cNvGrpSpPr/>
          <p:nvPr/>
        </p:nvGrpSpPr>
        <p:grpSpPr>
          <a:xfrm>
            <a:off x="6410784" y="1264884"/>
            <a:ext cx="1131087" cy="587383"/>
            <a:chOff x="238125" y="999450"/>
            <a:chExt cx="7140700" cy="3708225"/>
          </a:xfrm>
        </p:grpSpPr>
        <p:sp>
          <p:nvSpPr>
            <p:cNvPr id="9738" name="Google Shape;9738;p120"/>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9" name="Google Shape;9739;p12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0" name="Google Shape;9740;p12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1" name="Google Shape;9741;p12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2" name="Google Shape;9742;p120"/>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3" name="Google Shape;9743;p12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4" name="Google Shape;9744;p12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5" name="Google Shape;9745;p12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6" name="Google Shape;9746;p12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47" name="Google Shape;9747;p120"/>
          <p:cNvGrpSpPr/>
          <p:nvPr/>
        </p:nvGrpSpPr>
        <p:grpSpPr>
          <a:xfrm>
            <a:off x="3762234" y="3714379"/>
            <a:ext cx="1375853" cy="678131"/>
            <a:chOff x="3913765" y="3641905"/>
            <a:chExt cx="1522804" cy="750560"/>
          </a:xfrm>
        </p:grpSpPr>
        <p:grpSp>
          <p:nvGrpSpPr>
            <p:cNvPr id="9748" name="Google Shape;9748;p120"/>
            <p:cNvGrpSpPr/>
            <p:nvPr/>
          </p:nvGrpSpPr>
          <p:grpSpPr>
            <a:xfrm>
              <a:off x="3913765" y="3997002"/>
              <a:ext cx="1522804" cy="395463"/>
              <a:chOff x="3913765" y="3997002"/>
              <a:chExt cx="1522804" cy="395463"/>
            </a:xfrm>
          </p:grpSpPr>
          <p:grpSp>
            <p:nvGrpSpPr>
              <p:cNvPr id="9749" name="Google Shape;9749;p120"/>
              <p:cNvGrpSpPr/>
              <p:nvPr/>
            </p:nvGrpSpPr>
            <p:grpSpPr>
              <a:xfrm>
                <a:off x="3913765" y="4138659"/>
                <a:ext cx="507602" cy="253806"/>
                <a:chOff x="3913765" y="4138659"/>
                <a:chExt cx="507602" cy="253806"/>
              </a:xfrm>
            </p:grpSpPr>
            <p:sp>
              <p:nvSpPr>
                <p:cNvPr id="9750" name="Google Shape;9750;p120"/>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1" name="Google Shape;9751;p120"/>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rgbClr val="000000"/>
                      </a:solidFill>
                      <a:latin typeface="Arial"/>
                      <a:ea typeface="Arial"/>
                      <a:cs typeface="Arial"/>
                      <a:sym typeface="Arial"/>
                    </a:rPr>
                    <a:t>     </a:t>
                  </a:r>
                  <a:endParaRPr b="0" i="0" sz="1400" u="none" cap="none" strike="noStrike">
                    <a:solidFill>
                      <a:srgbClr val="000000"/>
                    </a:solidFill>
                    <a:latin typeface="Arial"/>
                    <a:ea typeface="Arial"/>
                    <a:cs typeface="Arial"/>
                    <a:sym typeface="Arial"/>
                  </a:endParaRPr>
                </a:p>
              </p:txBody>
            </p:sp>
          </p:grpSp>
          <p:grpSp>
            <p:nvGrpSpPr>
              <p:cNvPr id="9752" name="Google Shape;9752;p120"/>
              <p:cNvGrpSpPr/>
              <p:nvPr/>
            </p:nvGrpSpPr>
            <p:grpSpPr>
              <a:xfrm>
                <a:off x="4421361" y="3997002"/>
                <a:ext cx="507618" cy="395463"/>
                <a:chOff x="4421361" y="3997002"/>
                <a:chExt cx="507618" cy="395463"/>
              </a:xfrm>
            </p:grpSpPr>
            <p:sp>
              <p:nvSpPr>
                <p:cNvPr id="9753" name="Google Shape;9753;p120"/>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4" name="Google Shape;9754;p120"/>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55" name="Google Shape;9755;p120"/>
              <p:cNvGrpSpPr/>
              <p:nvPr/>
            </p:nvGrpSpPr>
            <p:grpSpPr>
              <a:xfrm>
                <a:off x="4928973" y="4189418"/>
                <a:ext cx="507596" cy="203047"/>
                <a:chOff x="4928973" y="4189418"/>
                <a:chExt cx="507596" cy="203047"/>
              </a:xfrm>
            </p:grpSpPr>
            <p:sp>
              <p:nvSpPr>
                <p:cNvPr id="9756" name="Google Shape;9756;p120"/>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7" name="Google Shape;9757;p120"/>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758" name="Google Shape;9758;p120"/>
            <p:cNvGrpSpPr/>
            <p:nvPr/>
          </p:nvGrpSpPr>
          <p:grpSpPr>
            <a:xfrm>
              <a:off x="4482186" y="3641905"/>
              <a:ext cx="397605" cy="349784"/>
              <a:chOff x="2906375" y="1159725"/>
              <a:chExt cx="1860575" cy="1636800"/>
            </a:xfrm>
          </p:grpSpPr>
          <p:sp>
            <p:nvSpPr>
              <p:cNvPr id="9759" name="Google Shape;9759;p120"/>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0" name="Google Shape;9760;p120"/>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1" name="Google Shape;9761;p120"/>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2" name="Google Shape;9762;p120"/>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763" name="Google Shape;9763;p120"/>
          <p:cNvGrpSpPr/>
          <p:nvPr/>
        </p:nvGrpSpPr>
        <p:grpSpPr>
          <a:xfrm>
            <a:off x="6546943" y="2074305"/>
            <a:ext cx="940737" cy="721067"/>
            <a:chOff x="6599718" y="2068734"/>
            <a:chExt cx="940737" cy="721067"/>
          </a:xfrm>
        </p:grpSpPr>
        <p:sp>
          <p:nvSpPr>
            <p:cNvPr id="9764" name="Google Shape;9764;p120"/>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5" name="Google Shape;9765;p120"/>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6" name="Google Shape;9766;p120"/>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7" name="Google Shape;9767;p120"/>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8" name="Google Shape;9768;p120"/>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9" name="Google Shape;9769;p120"/>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770" name="Google Shape;9770;p120"/>
            <p:cNvGrpSpPr/>
            <p:nvPr/>
          </p:nvGrpSpPr>
          <p:grpSpPr>
            <a:xfrm>
              <a:off x="6836957" y="2068734"/>
              <a:ext cx="461892" cy="721067"/>
              <a:chOff x="6836957" y="2068734"/>
              <a:chExt cx="461892" cy="721067"/>
            </a:xfrm>
          </p:grpSpPr>
          <p:sp>
            <p:nvSpPr>
              <p:cNvPr id="9771" name="Google Shape;9771;p120"/>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2" name="Google Shape;9772;p120"/>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3" name="Google Shape;9773;p120"/>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4" name="Google Shape;9774;p120"/>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5" name="Google Shape;9775;p120"/>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6" name="Google Shape;9776;p120"/>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777" name="Google Shape;9777;p120"/>
              <p:cNvGrpSpPr/>
              <p:nvPr/>
            </p:nvGrpSpPr>
            <p:grpSpPr>
              <a:xfrm>
                <a:off x="6836957" y="2068734"/>
                <a:ext cx="461892" cy="721067"/>
                <a:chOff x="6836957" y="2068734"/>
                <a:chExt cx="461892" cy="721067"/>
              </a:xfrm>
            </p:grpSpPr>
            <p:sp>
              <p:nvSpPr>
                <p:cNvPr id="9778" name="Google Shape;9778;p120"/>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9" name="Google Shape;9779;p120"/>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0" name="Google Shape;9780;p120"/>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1" name="Google Shape;9781;p120"/>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2" name="Google Shape;9782;p120"/>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3" name="Google Shape;9783;p120"/>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4" name="Google Shape;9784;p120"/>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785" name="Google Shape;9785;p120"/>
          <p:cNvGrpSpPr/>
          <p:nvPr/>
        </p:nvGrpSpPr>
        <p:grpSpPr>
          <a:xfrm>
            <a:off x="2430262" y="2078652"/>
            <a:ext cx="712576" cy="712375"/>
            <a:chOff x="2559249" y="2069323"/>
            <a:chExt cx="685565" cy="685635"/>
          </a:xfrm>
        </p:grpSpPr>
        <p:sp>
          <p:nvSpPr>
            <p:cNvPr id="9786" name="Google Shape;9786;p120"/>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7" name="Google Shape;9787;p120"/>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8" name="Google Shape;9788;p120"/>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9" name="Google Shape;9789;p120"/>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0" name="Google Shape;9790;p120"/>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1" name="Google Shape;9791;p120"/>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2" name="Google Shape;9792;p120"/>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3" name="Google Shape;9793;p120"/>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4" name="Google Shape;9794;p120"/>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5" name="Google Shape;9795;p120"/>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6" name="Google Shape;9796;p120"/>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7" name="Google Shape;9797;p120"/>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8" name="Google Shape;9798;p120"/>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99" name="Google Shape;9799;p120"/>
          <p:cNvGrpSpPr/>
          <p:nvPr/>
        </p:nvGrpSpPr>
        <p:grpSpPr>
          <a:xfrm>
            <a:off x="7612699" y="1191441"/>
            <a:ext cx="845645" cy="711911"/>
            <a:chOff x="951975" y="315800"/>
            <a:chExt cx="5860325" cy="4933550"/>
          </a:xfrm>
        </p:grpSpPr>
        <p:sp>
          <p:nvSpPr>
            <p:cNvPr id="9800" name="Google Shape;9800;p120"/>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1" name="Google Shape;9801;p120"/>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2" name="Google Shape;9802;p120"/>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3" name="Google Shape;9803;p120"/>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4" name="Google Shape;9804;p120"/>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5" name="Google Shape;9805;p120"/>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6" name="Google Shape;9806;p120"/>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7" name="Google Shape;9807;p120"/>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08" name="Google Shape;9808;p120"/>
          <p:cNvGrpSpPr/>
          <p:nvPr/>
        </p:nvGrpSpPr>
        <p:grpSpPr>
          <a:xfrm>
            <a:off x="3709828" y="2927550"/>
            <a:ext cx="1617932" cy="621724"/>
            <a:chOff x="3862800" y="3038525"/>
            <a:chExt cx="1329006" cy="510698"/>
          </a:xfrm>
        </p:grpSpPr>
        <p:sp>
          <p:nvSpPr>
            <p:cNvPr id="9809" name="Google Shape;9809;p120"/>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0" name="Google Shape;9810;p120"/>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811" name="Google Shape;9811;p120"/>
            <p:cNvGrpSpPr/>
            <p:nvPr/>
          </p:nvGrpSpPr>
          <p:grpSpPr>
            <a:xfrm>
              <a:off x="3967075" y="3040337"/>
              <a:ext cx="1019927" cy="402126"/>
              <a:chOff x="3967075" y="3040337"/>
              <a:chExt cx="1019927" cy="402126"/>
            </a:xfrm>
          </p:grpSpPr>
          <p:sp>
            <p:nvSpPr>
              <p:cNvPr id="9812" name="Google Shape;9812;p120"/>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3" name="Google Shape;9813;p120"/>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14" name="Google Shape;9814;p120"/>
            <p:cNvGrpSpPr/>
            <p:nvPr/>
          </p:nvGrpSpPr>
          <p:grpSpPr>
            <a:xfrm>
              <a:off x="4186700" y="3040337"/>
              <a:ext cx="390475" cy="183289"/>
              <a:chOff x="4186700" y="3040337"/>
              <a:chExt cx="390475" cy="183289"/>
            </a:xfrm>
          </p:grpSpPr>
          <p:sp>
            <p:nvSpPr>
              <p:cNvPr id="9815" name="Google Shape;9815;p120"/>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6" name="Google Shape;9816;p120"/>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17" name="Google Shape;9817;p120"/>
            <p:cNvGrpSpPr/>
            <p:nvPr/>
          </p:nvGrpSpPr>
          <p:grpSpPr>
            <a:xfrm>
              <a:off x="4073727" y="3040337"/>
              <a:ext cx="697793" cy="296263"/>
              <a:chOff x="4073727" y="3040337"/>
              <a:chExt cx="697793" cy="296263"/>
            </a:xfrm>
          </p:grpSpPr>
          <p:sp>
            <p:nvSpPr>
              <p:cNvPr id="9818" name="Google Shape;9818;p120"/>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9" name="Google Shape;9819;p120"/>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20" name="Google Shape;9820;p120"/>
            <p:cNvGrpSpPr/>
            <p:nvPr/>
          </p:nvGrpSpPr>
          <p:grpSpPr>
            <a:xfrm>
              <a:off x="3862800" y="3038525"/>
              <a:ext cx="1329006" cy="510698"/>
              <a:chOff x="3862800" y="3038525"/>
              <a:chExt cx="1329006" cy="510698"/>
            </a:xfrm>
          </p:grpSpPr>
          <p:sp>
            <p:nvSpPr>
              <p:cNvPr id="9821" name="Google Shape;9821;p120"/>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2" name="Google Shape;9822;p120"/>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823" name="Google Shape;9823;p120"/>
          <p:cNvGrpSpPr/>
          <p:nvPr/>
        </p:nvGrpSpPr>
        <p:grpSpPr>
          <a:xfrm>
            <a:off x="718150" y="1191441"/>
            <a:ext cx="883205" cy="775176"/>
            <a:chOff x="649648" y="271400"/>
            <a:chExt cx="6215377" cy="5455143"/>
          </a:xfrm>
        </p:grpSpPr>
        <p:sp>
          <p:nvSpPr>
            <p:cNvPr id="9824" name="Google Shape;9824;p120"/>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5" name="Google Shape;9825;p120"/>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6" name="Google Shape;9826;p120"/>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7" name="Google Shape;9827;p120"/>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8" name="Google Shape;9828;p120"/>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9" name="Google Shape;9829;p120"/>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0" name="Google Shape;9830;p120"/>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1" name="Google Shape;9831;p120"/>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2" name="Google Shape;9832;p120"/>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3" name="Google Shape;9833;p120"/>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4" name="Google Shape;9834;p120"/>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5" name="Google Shape;9835;p120"/>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36" name="Google Shape;9836;p120"/>
          <p:cNvGrpSpPr/>
          <p:nvPr/>
        </p:nvGrpSpPr>
        <p:grpSpPr>
          <a:xfrm>
            <a:off x="2326452" y="1191441"/>
            <a:ext cx="767704" cy="815488"/>
            <a:chOff x="2499700" y="1135950"/>
            <a:chExt cx="732402" cy="777989"/>
          </a:xfrm>
        </p:grpSpPr>
        <p:grpSp>
          <p:nvGrpSpPr>
            <p:cNvPr id="9837" name="Google Shape;9837;p120"/>
            <p:cNvGrpSpPr/>
            <p:nvPr/>
          </p:nvGrpSpPr>
          <p:grpSpPr>
            <a:xfrm>
              <a:off x="2499700" y="1135950"/>
              <a:ext cx="732402" cy="694706"/>
              <a:chOff x="2499700" y="1135950"/>
              <a:chExt cx="732402" cy="694706"/>
            </a:xfrm>
          </p:grpSpPr>
          <p:sp>
            <p:nvSpPr>
              <p:cNvPr id="9838" name="Google Shape;9838;p120"/>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9" name="Google Shape;9839;p120"/>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0" name="Google Shape;9840;p120"/>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1" name="Google Shape;9841;p120"/>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2" name="Google Shape;9842;p120"/>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3" name="Google Shape;9843;p120"/>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4" name="Google Shape;9844;p120"/>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5" name="Google Shape;9845;p120"/>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6" name="Google Shape;9846;p120"/>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7" name="Google Shape;9847;p120"/>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8" name="Google Shape;9848;p120"/>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9" name="Google Shape;9849;p120"/>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0" name="Google Shape;9850;p120"/>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1" name="Google Shape;9851;p120"/>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2" name="Google Shape;9852;p120"/>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3" name="Google Shape;9853;p120"/>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4" name="Google Shape;9854;p120"/>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5" name="Google Shape;9855;p120"/>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6" name="Google Shape;9856;p120"/>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7" name="Google Shape;9857;p120"/>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8" name="Google Shape;9858;p120"/>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9" name="Google Shape;9859;p120"/>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0" name="Google Shape;9860;p120"/>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1" name="Google Shape;9861;p120"/>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2" name="Google Shape;9862;p120"/>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3" name="Google Shape;9863;p120"/>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4" name="Google Shape;9864;p120"/>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65" name="Google Shape;9865;p120"/>
            <p:cNvGrpSpPr/>
            <p:nvPr/>
          </p:nvGrpSpPr>
          <p:grpSpPr>
            <a:xfrm>
              <a:off x="2517909" y="1188726"/>
              <a:ext cx="702702" cy="725213"/>
              <a:chOff x="2517909" y="1188726"/>
              <a:chExt cx="702702" cy="725213"/>
            </a:xfrm>
          </p:grpSpPr>
          <p:sp>
            <p:nvSpPr>
              <p:cNvPr id="9866" name="Google Shape;9866;p120"/>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7" name="Google Shape;9867;p120"/>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8" name="Google Shape;9868;p120"/>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9" name="Google Shape;9869;p120"/>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0" name="Google Shape;9870;p120"/>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871" name="Google Shape;9871;p120"/>
          <p:cNvGrpSpPr/>
          <p:nvPr/>
        </p:nvGrpSpPr>
        <p:grpSpPr>
          <a:xfrm>
            <a:off x="1672184" y="1191441"/>
            <a:ext cx="583439" cy="870229"/>
            <a:chOff x="1716825" y="1121550"/>
            <a:chExt cx="622800" cy="928938"/>
          </a:xfrm>
        </p:grpSpPr>
        <p:grpSp>
          <p:nvGrpSpPr>
            <p:cNvPr id="9872" name="Google Shape;9872;p120"/>
            <p:cNvGrpSpPr/>
            <p:nvPr/>
          </p:nvGrpSpPr>
          <p:grpSpPr>
            <a:xfrm>
              <a:off x="1716825" y="1121550"/>
              <a:ext cx="622800" cy="928938"/>
              <a:chOff x="1716825" y="1121550"/>
              <a:chExt cx="622800" cy="928938"/>
            </a:xfrm>
          </p:grpSpPr>
          <p:cxnSp>
            <p:nvCxnSpPr>
              <p:cNvPr id="9873" name="Google Shape;9873;p120"/>
              <p:cNvCxnSpPr/>
              <p:nvPr/>
            </p:nvCxnSpPr>
            <p:spPr>
              <a:xfrm>
                <a:off x="1954750" y="1738188"/>
                <a:ext cx="0" cy="312300"/>
              </a:xfrm>
              <a:prstGeom prst="straightConnector1">
                <a:avLst/>
              </a:prstGeom>
              <a:noFill/>
              <a:ln cap="flat" cmpd="sng" w="9525">
                <a:solidFill>
                  <a:srgbClr val="213B55"/>
                </a:solidFill>
                <a:prstDash val="solid"/>
                <a:round/>
                <a:headEnd len="sm" w="sm" type="none"/>
                <a:tailEnd len="sm" w="sm" type="none"/>
              </a:ln>
            </p:spPr>
          </p:cxnSp>
          <p:sp>
            <p:nvSpPr>
              <p:cNvPr id="9874" name="Google Shape;9874;p120"/>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75" name="Google Shape;9875;p120"/>
            <p:cNvGrpSpPr/>
            <p:nvPr/>
          </p:nvGrpSpPr>
          <p:grpSpPr>
            <a:xfrm>
              <a:off x="1768050" y="1172775"/>
              <a:ext cx="520200" cy="832000"/>
              <a:chOff x="1768050" y="1172775"/>
              <a:chExt cx="520200" cy="832000"/>
            </a:xfrm>
          </p:grpSpPr>
          <p:cxnSp>
            <p:nvCxnSpPr>
              <p:cNvPr id="9876" name="Google Shape;9876;p120"/>
              <p:cNvCxnSpPr/>
              <p:nvPr/>
            </p:nvCxnSpPr>
            <p:spPr>
              <a:xfrm>
                <a:off x="2003025" y="1692475"/>
                <a:ext cx="0" cy="312300"/>
              </a:xfrm>
              <a:prstGeom prst="straightConnector1">
                <a:avLst/>
              </a:prstGeom>
              <a:noFill/>
              <a:ln cap="flat" cmpd="sng" w="9525">
                <a:solidFill>
                  <a:srgbClr val="667E92"/>
                </a:solidFill>
                <a:prstDash val="solid"/>
                <a:round/>
                <a:headEnd len="sm" w="sm" type="none"/>
                <a:tailEnd len="sm" w="sm" type="none"/>
              </a:ln>
            </p:spPr>
          </p:cxnSp>
          <p:sp>
            <p:nvSpPr>
              <p:cNvPr id="9877" name="Google Shape;9877;p120"/>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78" name="Google Shape;9878;p120"/>
            <p:cNvGrpSpPr/>
            <p:nvPr/>
          </p:nvGrpSpPr>
          <p:grpSpPr>
            <a:xfrm>
              <a:off x="1820100" y="1225475"/>
              <a:ext cx="416400" cy="729575"/>
              <a:chOff x="1820100" y="1225475"/>
              <a:chExt cx="416400" cy="729575"/>
            </a:xfrm>
          </p:grpSpPr>
          <p:cxnSp>
            <p:nvCxnSpPr>
              <p:cNvPr id="9879" name="Google Shape;9879;p120"/>
              <p:cNvCxnSpPr/>
              <p:nvPr/>
            </p:nvCxnSpPr>
            <p:spPr>
              <a:xfrm>
                <a:off x="2051300" y="1642750"/>
                <a:ext cx="0" cy="312300"/>
              </a:xfrm>
              <a:prstGeom prst="straightConnector1">
                <a:avLst/>
              </a:prstGeom>
              <a:noFill/>
              <a:ln cap="flat" cmpd="sng" w="9525">
                <a:solidFill>
                  <a:srgbClr val="445D73"/>
                </a:solidFill>
                <a:prstDash val="solid"/>
                <a:round/>
                <a:headEnd len="sm" w="sm" type="none"/>
                <a:tailEnd len="sm" w="sm" type="none"/>
              </a:ln>
            </p:spPr>
          </p:cxnSp>
          <p:sp>
            <p:nvSpPr>
              <p:cNvPr id="9880" name="Google Shape;9880;p120"/>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81" name="Google Shape;9881;p120"/>
            <p:cNvGrpSpPr/>
            <p:nvPr/>
          </p:nvGrpSpPr>
          <p:grpSpPr>
            <a:xfrm>
              <a:off x="1874250" y="1278825"/>
              <a:ext cx="308100" cy="605275"/>
              <a:chOff x="1874250" y="1278825"/>
              <a:chExt cx="308100" cy="605275"/>
            </a:xfrm>
          </p:grpSpPr>
          <p:cxnSp>
            <p:nvCxnSpPr>
              <p:cNvPr id="9882" name="Google Shape;9882;p120"/>
              <p:cNvCxnSpPr/>
              <p:nvPr/>
            </p:nvCxnSpPr>
            <p:spPr>
              <a:xfrm>
                <a:off x="2099575" y="1571800"/>
                <a:ext cx="0" cy="312300"/>
              </a:xfrm>
              <a:prstGeom prst="straightConnector1">
                <a:avLst/>
              </a:prstGeom>
              <a:noFill/>
              <a:ln cap="flat" cmpd="sng" w="9525">
                <a:solidFill>
                  <a:srgbClr val="E3E9ED"/>
                </a:solidFill>
                <a:prstDash val="solid"/>
                <a:round/>
                <a:headEnd len="sm" w="sm" type="none"/>
                <a:tailEnd len="sm" w="sm" type="none"/>
              </a:ln>
            </p:spPr>
          </p:cxnSp>
          <p:sp>
            <p:nvSpPr>
              <p:cNvPr id="9883" name="Google Shape;9883;p120"/>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884" name="Google Shape;9884;p120"/>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85" name="Google Shape;9885;p120"/>
          <p:cNvGrpSpPr/>
          <p:nvPr/>
        </p:nvGrpSpPr>
        <p:grpSpPr>
          <a:xfrm>
            <a:off x="1592007" y="2077763"/>
            <a:ext cx="739072" cy="714152"/>
            <a:chOff x="4334725" y="1355875"/>
            <a:chExt cx="3106650" cy="3001900"/>
          </a:xfrm>
        </p:grpSpPr>
        <p:grpSp>
          <p:nvGrpSpPr>
            <p:cNvPr id="9886" name="Google Shape;9886;p120"/>
            <p:cNvGrpSpPr/>
            <p:nvPr/>
          </p:nvGrpSpPr>
          <p:grpSpPr>
            <a:xfrm>
              <a:off x="4516050" y="1724875"/>
              <a:ext cx="2693725" cy="2632900"/>
              <a:chOff x="4516050" y="1724875"/>
              <a:chExt cx="2693725" cy="2632900"/>
            </a:xfrm>
          </p:grpSpPr>
          <p:sp>
            <p:nvSpPr>
              <p:cNvPr id="9887" name="Google Shape;9887;p120"/>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8" name="Google Shape;9888;p120"/>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9" name="Google Shape;9889;p120"/>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90" name="Google Shape;9890;p120"/>
            <p:cNvGrpSpPr/>
            <p:nvPr/>
          </p:nvGrpSpPr>
          <p:grpSpPr>
            <a:xfrm>
              <a:off x="4334725" y="1355875"/>
              <a:ext cx="3106650" cy="2709650"/>
              <a:chOff x="4334725" y="1355875"/>
              <a:chExt cx="3106650" cy="2709650"/>
            </a:xfrm>
          </p:grpSpPr>
          <p:sp>
            <p:nvSpPr>
              <p:cNvPr id="9891" name="Google Shape;9891;p120"/>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2" name="Google Shape;9892;p120"/>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3" name="Google Shape;9893;p120"/>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894" name="Google Shape;9894;p120"/>
          <p:cNvGrpSpPr/>
          <p:nvPr/>
        </p:nvGrpSpPr>
        <p:grpSpPr>
          <a:xfrm>
            <a:off x="7708956" y="3708534"/>
            <a:ext cx="312074" cy="684173"/>
            <a:chOff x="7645573" y="3754300"/>
            <a:chExt cx="293855" cy="644170"/>
          </a:xfrm>
        </p:grpSpPr>
        <p:sp>
          <p:nvSpPr>
            <p:cNvPr id="9895" name="Google Shape;9895;p120"/>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6" name="Google Shape;9896;p120"/>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97" name="Google Shape;9897;p120"/>
          <p:cNvGrpSpPr/>
          <p:nvPr/>
        </p:nvGrpSpPr>
        <p:grpSpPr>
          <a:xfrm>
            <a:off x="5630944" y="1191441"/>
            <a:ext cx="709011" cy="739359"/>
            <a:chOff x="5830645" y="1256617"/>
            <a:chExt cx="530340" cy="553040"/>
          </a:xfrm>
        </p:grpSpPr>
        <p:grpSp>
          <p:nvGrpSpPr>
            <p:cNvPr id="9898" name="Google Shape;9898;p120"/>
            <p:cNvGrpSpPr/>
            <p:nvPr/>
          </p:nvGrpSpPr>
          <p:grpSpPr>
            <a:xfrm>
              <a:off x="5830645" y="1256617"/>
              <a:ext cx="259743" cy="269908"/>
              <a:chOff x="5830645" y="1256617"/>
              <a:chExt cx="259743" cy="269908"/>
            </a:xfrm>
          </p:grpSpPr>
          <p:sp>
            <p:nvSpPr>
              <p:cNvPr id="9899" name="Google Shape;9899;p120"/>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0" name="Google Shape;9900;p120"/>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01" name="Google Shape;9901;p120"/>
            <p:cNvGrpSpPr/>
            <p:nvPr/>
          </p:nvGrpSpPr>
          <p:grpSpPr>
            <a:xfrm>
              <a:off x="6101293" y="1256617"/>
              <a:ext cx="259692" cy="269908"/>
              <a:chOff x="6101293" y="1256617"/>
              <a:chExt cx="259692" cy="269908"/>
            </a:xfrm>
          </p:grpSpPr>
          <p:sp>
            <p:nvSpPr>
              <p:cNvPr id="9902" name="Google Shape;9902;p120"/>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3" name="Google Shape;9903;p120"/>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04" name="Google Shape;9904;p120"/>
            <p:cNvGrpSpPr/>
            <p:nvPr/>
          </p:nvGrpSpPr>
          <p:grpSpPr>
            <a:xfrm>
              <a:off x="5830645" y="1539749"/>
              <a:ext cx="259692" cy="269908"/>
              <a:chOff x="5830645" y="1539749"/>
              <a:chExt cx="259692" cy="269908"/>
            </a:xfrm>
          </p:grpSpPr>
          <p:sp>
            <p:nvSpPr>
              <p:cNvPr id="9905" name="Google Shape;9905;p120"/>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6" name="Google Shape;9906;p120"/>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07" name="Google Shape;9907;p120"/>
            <p:cNvGrpSpPr/>
            <p:nvPr/>
          </p:nvGrpSpPr>
          <p:grpSpPr>
            <a:xfrm>
              <a:off x="6101293" y="1539749"/>
              <a:ext cx="259692" cy="269908"/>
              <a:chOff x="6101293" y="1539749"/>
              <a:chExt cx="259692" cy="269908"/>
            </a:xfrm>
          </p:grpSpPr>
          <p:sp>
            <p:nvSpPr>
              <p:cNvPr id="9908" name="Google Shape;9908;p120"/>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9" name="Google Shape;9909;p120"/>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910" name="Google Shape;9910;p120"/>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11" name="Google Shape;9911;p120"/>
          <p:cNvGrpSpPr/>
          <p:nvPr/>
        </p:nvGrpSpPr>
        <p:grpSpPr>
          <a:xfrm>
            <a:off x="732438" y="2927557"/>
            <a:ext cx="1452955" cy="621361"/>
            <a:chOff x="732422" y="2990152"/>
            <a:chExt cx="1337773" cy="572103"/>
          </a:xfrm>
        </p:grpSpPr>
        <p:sp>
          <p:nvSpPr>
            <p:cNvPr id="9912" name="Google Shape;9912;p120"/>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3" name="Google Shape;9913;p120"/>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4" name="Google Shape;9914;p120"/>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5" name="Google Shape;9915;p120"/>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6" name="Google Shape;9916;p120"/>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7" name="Google Shape;9917;p120"/>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21" name="Shape 9921"/>
        <p:cNvGrpSpPr/>
        <p:nvPr/>
      </p:nvGrpSpPr>
      <p:grpSpPr>
        <a:xfrm>
          <a:off x="0" y="0"/>
          <a:ext cx="0" cy="0"/>
          <a:chOff x="0" y="0"/>
          <a:chExt cx="0" cy="0"/>
        </a:xfrm>
      </p:grpSpPr>
      <p:grpSp>
        <p:nvGrpSpPr>
          <p:cNvPr id="9922" name="Google Shape;9922;p121"/>
          <p:cNvGrpSpPr/>
          <p:nvPr/>
        </p:nvGrpSpPr>
        <p:grpSpPr>
          <a:xfrm>
            <a:off x="729238" y="1179665"/>
            <a:ext cx="1636117" cy="1526144"/>
            <a:chOff x="729238" y="1179665"/>
            <a:chExt cx="1636117" cy="1526144"/>
          </a:xfrm>
        </p:grpSpPr>
        <p:grpSp>
          <p:nvGrpSpPr>
            <p:cNvPr id="9923" name="Google Shape;9923;p121"/>
            <p:cNvGrpSpPr/>
            <p:nvPr/>
          </p:nvGrpSpPr>
          <p:grpSpPr>
            <a:xfrm>
              <a:off x="729238" y="1179665"/>
              <a:ext cx="80700" cy="1526144"/>
              <a:chOff x="729238" y="1179665"/>
              <a:chExt cx="80700" cy="1526144"/>
            </a:xfrm>
          </p:grpSpPr>
          <p:sp>
            <p:nvSpPr>
              <p:cNvPr id="9924" name="Google Shape;9924;p121"/>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5" name="Google Shape;9925;p121"/>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6" name="Google Shape;9926;p121"/>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7" name="Google Shape;9927;p121"/>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8" name="Google Shape;9928;p12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9" name="Google Shape;9929;p12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0" name="Google Shape;9930;p12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1" name="Google Shape;9931;p12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2" name="Google Shape;9932;p12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3" name="Google Shape;9933;p12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34" name="Google Shape;9934;p121"/>
            <p:cNvGrpSpPr/>
            <p:nvPr/>
          </p:nvGrpSpPr>
          <p:grpSpPr>
            <a:xfrm>
              <a:off x="903098" y="1179665"/>
              <a:ext cx="80700" cy="1526144"/>
              <a:chOff x="903098" y="1179665"/>
              <a:chExt cx="80700" cy="1526144"/>
            </a:xfrm>
          </p:grpSpPr>
          <p:sp>
            <p:nvSpPr>
              <p:cNvPr id="9935" name="Google Shape;9935;p121"/>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6" name="Google Shape;9936;p121"/>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7" name="Google Shape;9937;p121"/>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8" name="Google Shape;9938;p121"/>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9" name="Google Shape;9939;p121"/>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0" name="Google Shape;9940;p121"/>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1" name="Google Shape;9941;p12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2" name="Google Shape;9942;p12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3" name="Google Shape;9943;p12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4" name="Google Shape;9944;p12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45" name="Google Shape;9945;p121"/>
            <p:cNvGrpSpPr/>
            <p:nvPr/>
          </p:nvGrpSpPr>
          <p:grpSpPr>
            <a:xfrm>
              <a:off x="1076958" y="1179665"/>
              <a:ext cx="80700" cy="1526144"/>
              <a:chOff x="1076958" y="1179665"/>
              <a:chExt cx="80700" cy="1526144"/>
            </a:xfrm>
          </p:grpSpPr>
          <p:sp>
            <p:nvSpPr>
              <p:cNvPr id="9946" name="Google Shape;9946;p121"/>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7" name="Google Shape;9947;p121"/>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8" name="Google Shape;9948;p121"/>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9" name="Google Shape;9949;p121"/>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0" name="Google Shape;9950;p121"/>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1" name="Google Shape;9951;p121"/>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2" name="Google Shape;9952;p121"/>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3" name="Google Shape;9953;p12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4" name="Google Shape;9954;p12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5" name="Google Shape;9955;p12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56" name="Google Shape;9956;p121"/>
            <p:cNvGrpSpPr/>
            <p:nvPr/>
          </p:nvGrpSpPr>
          <p:grpSpPr>
            <a:xfrm>
              <a:off x="1247707" y="1179665"/>
              <a:ext cx="80700" cy="1526144"/>
              <a:chOff x="1247707" y="1179665"/>
              <a:chExt cx="80700" cy="1526144"/>
            </a:xfrm>
          </p:grpSpPr>
          <p:sp>
            <p:nvSpPr>
              <p:cNvPr id="9957" name="Google Shape;9957;p121"/>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8" name="Google Shape;9958;p121"/>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9" name="Google Shape;9959;p121"/>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0" name="Google Shape;9960;p12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1" name="Google Shape;9961;p12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2" name="Google Shape;9962;p12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3" name="Google Shape;9963;p12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4" name="Google Shape;9964;p12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5" name="Google Shape;9965;p12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6" name="Google Shape;9966;p12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67" name="Google Shape;9967;p121"/>
            <p:cNvGrpSpPr/>
            <p:nvPr/>
          </p:nvGrpSpPr>
          <p:grpSpPr>
            <a:xfrm>
              <a:off x="1421567" y="1179665"/>
              <a:ext cx="80700" cy="1526144"/>
              <a:chOff x="1421567" y="1179665"/>
              <a:chExt cx="80700" cy="1526144"/>
            </a:xfrm>
          </p:grpSpPr>
          <p:sp>
            <p:nvSpPr>
              <p:cNvPr id="9968" name="Google Shape;9968;p121"/>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9" name="Google Shape;9969;p121"/>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0" name="Google Shape;9970;p121"/>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1" name="Google Shape;9971;p121"/>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2" name="Google Shape;9972;p121"/>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3" name="Google Shape;9973;p121"/>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4" name="Google Shape;9974;p121"/>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5" name="Google Shape;9975;p121"/>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6" name="Google Shape;9976;p12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7" name="Google Shape;9977;p12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78" name="Google Shape;9978;p121"/>
            <p:cNvGrpSpPr/>
            <p:nvPr/>
          </p:nvGrpSpPr>
          <p:grpSpPr>
            <a:xfrm>
              <a:off x="1592327" y="1179665"/>
              <a:ext cx="80700" cy="1526144"/>
              <a:chOff x="1592327" y="1179665"/>
              <a:chExt cx="80700" cy="1526144"/>
            </a:xfrm>
          </p:grpSpPr>
          <p:sp>
            <p:nvSpPr>
              <p:cNvPr id="9979" name="Google Shape;9979;p121"/>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0" name="Google Shape;9980;p121"/>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1" name="Google Shape;9981;p121"/>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2" name="Google Shape;9982;p121"/>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3" name="Google Shape;9983;p121"/>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4" name="Google Shape;9984;p121"/>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5" name="Google Shape;9985;p12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6" name="Google Shape;9986;p12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7" name="Google Shape;9987;p12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8" name="Google Shape;9988;p12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89" name="Google Shape;9989;p121"/>
            <p:cNvGrpSpPr/>
            <p:nvPr/>
          </p:nvGrpSpPr>
          <p:grpSpPr>
            <a:xfrm>
              <a:off x="1766187" y="1179665"/>
              <a:ext cx="80700" cy="1526144"/>
              <a:chOff x="1766187" y="1179665"/>
              <a:chExt cx="80700" cy="1526144"/>
            </a:xfrm>
          </p:grpSpPr>
          <p:sp>
            <p:nvSpPr>
              <p:cNvPr id="9990" name="Google Shape;9990;p121"/>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1" name="Google Shape;9991;p121"/>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2" name="Google Shape;9992;p121"/>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3" name="Google Shape;9993;p121"/>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4" name="Google Shape;9994;p121"/>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5" name="Google Shape;9995;p121"/>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6" name="Google Shape;9996;p121"/>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7" name="Google Shape;9997;p121"/>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8" name="Google Shape;9998;p121"/>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9" name="Google Shape;9999;p12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00" name="Google Shape;10000;p121"/>
            <p:cNvGrpSpPr/>
            <p:nvPr/>
          </p:nvGrpSpPr>
          <p:grpSpPr>
            <a:xfrm>
              <a:off x="1936935" y="1179665"/>
              <a:ext cx="80700" cy="1526144"/>
              <a:chOff x="1936935" y="1179665"/>
              <a:chExt cx="80700" cy="1526144"/>
            </a:xfrm>
          </p:grpSpPr>
          <p:sp>
            <p:nvSpPr>
              <p:cNvPr id="10001" name="Google Shape;10001;p121"/>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2" name="Google Shape;10002;p121"/>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3" name="Google Shape;10003;p121"/>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4" name="Google Shape;10004;p121"/>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5" name="Google Shape;10005;p121"/>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6" name="Google Shape;10006;p12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7" name="Google Shape;10007;p12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8" name="Google Shape;10008;p12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9" name="Google Shape;10009;p12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0" name="Google Shape;10010;p12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11" name="Google Shape;10011;p121"/>
            <p:cNvGrpSpPr/>
            <p:nvPr/>
          </p:nvGrpSpPr>
          <p:grpSpPr>
            <a:xfrm>
              <a:off x="2110795" y="1179665"/>
              <a:ext cx="80700" cy="1526144"/>
              <a:chOff x="2110795" y="1179665"/>
              <a:chExt cx="80700" cy="1526144"/>
            </a:xfrm>
          </p:grpSpPr>
          <p:sp>
            <p:nvSpPr>
              <p:cNvPr id="10012" name="Google Shape;10012;p121"/>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3" name="Google Shape;10013;p121"/>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4" name="Google Shape;10014;p121"/>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5" name="Google Shape;10015;p121"/>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6" name="Google Shape;10016;p12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7" name="Google Shape;10017;p12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8" name="Google Shape;10018;p12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9" name="Google Shape;10019;p12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0" name="Google Shape;10020;p12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1" name="Google Shape;10021;p12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22" name="Google Shape;10022;p121"/>
            <p:cNvGrpSpPr/>
            <p:nvPr/>
          </p:nvGrpSpPr>
          <p:grpSpPr>
            <a:xfrm>
              <a:off x="2284655" y="1179665"/>
              <a:ext cx="80700" cy="1526144"/>
              <a:chOff x="2284655" y="1179665"/>
              <a:chExt cx="80700" cy="1526144"/>
            </a:xfrm>
          </p:grpSpPr>
          <p:sp>
            <p:nvSpPr>
              <p:cNvPr id="10023" name="Google Shape;10023;p121"/>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4" name="Google Shape;10024;p121"/>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5" name="Google Shape;10025;p121"/>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6" name="Google Shape;10026;p121"/>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7" name="Google Shape;10027;p121"/>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8" name="Google Shape;10028;p121"/>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9" name="Google Shape;10029;p12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0" name="Google Shape;10030;p12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1" name="Google Shape;10031;p12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2" name="Google Shape;10032;p12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033" name="Google Shape;10033;p121"/>
          <p:cNvGrpSpPr/>
          <p:nvPr/>
        </p:nvGrpSpPr>
        <p:grpSpPr>
          <a:xfrm>
            <a:off x="2623904" y="1198803"/>
            <a:ext cx="1364248" cy="1102133"/>
            <a:chOff x="2623904" y="1198803"/>
            <a:chExt cx="1364248" cy="1102133"/>
          </a:xfrm>
        </p:grpSpPr>
        <p:grpSp>
          <p:nvGrpSpPr>
            <p:cNvPr id="10034" name="Google Shape;10034;p121"/>
            <p:cNvGrpSpPr/>
            <p:nvPr/>
          </p:nvGrpSpPr>
          <p:grpSpPr>
            <a:xfrm>
              <a:off x="2623907" y="1198803"/>
              <a:ext cx="1364245" cy="273000"/>
              <a:chOff x="2623907" y="1198803"/>
              <a:chExt cx="1364245" cy="273000"/>
            </a:xfrm>
          </p:grpSpPr>
          <p:sp>
            <p:nvSpPr>
              <p:cNvPr id="10035" name="Google Shape;10035;p121"/>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6" name="Google Shape;10036;p12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7" name="Google Shape;10037;p12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8" name="Google Shape;10038;p12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9" name="Google Shape;10039;p12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40" name="Google Shape;10040;p121"/>
            <p:cNvGrpSpPr/>
            <p:nvPr/>
          </p:nvGrpSpPr>
          <p:grpSpPr>
            <a:xfrm>
              <a:off x="2623904" y="1476964"/>
              <a:ext cx="1364245" cy="273000"/>
              <a:chOff x="2623904" y="1476964"/>
              <a:chExt cx="1364245" cy="273000"/>
            </a:xfrm>
          </p:grpSpPr>
          <p:sp>
            <p:nvSpPr>
              <p:cNvPr id="10041" name="Google Shape;10041;p121"/>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2" name="Google Shape;10042;p121"/>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3" name="Google Shape;10043;p121"/>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4" name="Google Shape;10044;p12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5" name="Google Shape;10045;p12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46" name="Google Shape;10046;p121"/>
            <p:cNvGrpSpPr/>
            <p:nvPr/>
          </p:nvGrpSpPr>
          <p:grpSpPr>
            <a:xfrm>
              <a:off x="2623907" y="1749775"/>
              <a:ext cx="1364245" cy="273000"/>
              <a:chOff x="2623907" y="1749775"/>
              <a:chExt cx="1364245" cy="273000"/>
            </a:xfrm>
          </p:grpSpPr>
          <p:sp>
            <p:nvSpPr>
              <p:cNvPr id="10047" name="Google Shape;10047;p121"/>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8" name="Google Shape;10048;p121"/>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9" name="Google Shape;10049;p12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0" name="Google Shape;10050;p12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1" name="Google Shape;10051;p12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52" name="Google Shape;10052;p121"/>
            <p:cNvGrpSpPr/>
            <p:nvPr/>
          </p:nvGrpSpPr>
          <p:grpSpPr>
            <a:xfrm>
              <a:off x="2623904" y="2027936"/>
              <a:ext cx="1364245" cy="273000"/>
              <a:chOff x="2623904" y="2027936"/>
              <a:chExt cx="1364245" cy="273000"/>
            </a:xfrm>
          </p:grpSpPr>
          <p:sp>
            <p:nvSpPr>
              <p:cNvPr id="10053" name="Google Shape;10053;p12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4" name="Google Shape;10054;p12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5" name="Google Shape;10055;p12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6" name="Google Shape;10056;p12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7" name="Google Shape;10057;p12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058" name="Google Shape;10058;p121"/>
          <p:cNvGrpSpPr/>
          <p:nvPr/>
        </p:nvGrpSpPr>
        <p:grpSpPr>
          <a:xfrm>
            <a:off x="2613365" y="2657986"/>
            <a:ext cx="1387540" cy="159124"/>
            <a:chOff x="3200660" y="2180272"/>
            <a:chExt cx="2563823" cy="378237"/>
          </a:xfrm>
        </p:grpSpPr>
        <p:sp>
          <p:nvSpPr>
            <p:cNvPr id="10059" name="Google Shape;10059;p12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0" name="Google Shape;10060;p12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1" name="Google Shape;10061;p12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2" name="Google Shape;10062;p12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3" name="Google Shape;10063;p12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4" name="Google Shape;10064;p12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5" name="Google Shape;10065;p12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6" name="Google Shape;10066;p12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7" name="Google Shape;10067;p12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8" name="Google Shape;10068;p12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9" name="Google Shape;10069;p12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0" name="Google Shape;10070;p12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1" name="Google Shape;10071;p12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2" name="Google Shape;10072;p12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3" name="Google Shape;10073;p12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4" name="Google Shape;10074;p12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5" name="Google Shape;10075;p12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6" name="Google Shape;10076;p12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77" name="Google Shape;10077;p121"/>
          <p:cNvGrpSpPr/>
          <p:nvPr/>
        </p:nvGrpSpPr>
        <p:grpSpPr>
          <a:xfrm>
            <a:off x="2609890" y="2935811"/>
            <a:ext cx="1390502" cy="159625"/>
            <a:chOff x="3530150" y="2790075"/>
            <a:chExt cx="1962600" cy="225300"/>
          </a:xfrm>
        </p:grpSpPr>
        <p:sp>
          <p:nvSpPr>
            <p:cNvPr id="10078" name="Google Shape;10078;p121"/>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9" name="Google Shape;10079;p121"/>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80" name="Google Shape;10080;p121"/>
          <p:cNvGrpSpPr/>
          <p:nvPr/>
        </p:nvGrpSpPr>
        <p:grpSpPr>
          <a:xfrm>
            <a:off x="2610543" y="3214137"/>
            <a:ext cx="1411629" cy="153761"/>
            <a:chOff x="3558802" y="4011427"/>
            <a:chExt cx="1866000" cy="111300"/>
          </a:xfrm>
        </p:grpSpPr>
        <p:sp>
          <p:nvSpPr>
            <p:cNvPr id="10081" name="Google Shape;10081;p12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2" name="Google Shape;10082;p121"/>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83" name="Google Shape;10083;p121"/>
          <p:cNvGrpSpPr/>
          <p:nvPr/>
        </p:nvGrpSpPr>
        <p:grpSpPr>
          <a:xfrm>
            <a:off x="2610235" y="2419536"/>
            <a:ext cx="1383504" cy="119749"/>
            <a:chOff x="3465975" y="2270276"/>
            <a:chExt cx="1986365" cy="171929"/>
          </a:xfrm>
        </p:grpSpPr>
        <p:sp>
          <p:nvSpPr>
            <p:cNvPr id="10084" name="Google Shape;10084;p12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5" name="Google Shape;10085;p12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6" name="Google Shape;10086;p121"/>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7" name="Google Shape;10087;p121"/>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8" name="Google Shape;10088;p121"/>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9" name="Google Shape;10089;p12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0" name="Google Shape;10090;p121"/>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1" name="Google Shape;10091;p121"/>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92" name="Google Shape;10092;p121"/>
          <p:cNvGrpSpPr/>
          <p:nvPr/>
        </p:nvGrpSpPr>
        <p:grpSpPr>
          <a:xfrm>
            <a:off x="2621243" y="3783187"/>
            <a:ext cx="1369531" cy="195460"/>
            <a:chOff x="723300" y="4253549"/>
            <a:chExt cx="2276482" cy="324900"/>
          </a:xfrm>
        </p:grpSpPr>
        <p:sp>
          <p:nvSpPr>
            <p:cNvPr id="10093" name="Google Shape;10093;p12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4" name="Google Shape;10094;p12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5" name="Google Shape;10095;p12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6" name="Google Shape;10096;p12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7" name="Google Shape;10097;p121"/>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98" name="Google Shape;10098;p121"/>
          <p:cNvGrpSpPr/>
          <p:nvPr/>
        </p:nvGrpSpPr>
        <p:grpSpPr>
          <a:xfrm>
            <a:off x="2610803" y="3484367"/>
            <a:ext cx="1389065" cy="180119"/>
            <a:chOff x="705948" y="3788465"/>
            <a:chExt cx="2308952" cy="299400"/>
          </a:xfrm>
        </p:grpSpPr>
        <p:sp>
          <p:nvSpPr>
            <p:cNvPr id="10099" name="Google Shape;10099;p12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0" name="Google Shape;10100;p12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1" name="Google Shape;10101;p12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2" name="Google Shape;10102;p121"/>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3" name="Google Shape;10103;p121"/>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04" name="Google Shape;10104;p121"/>
          <p:cNvGrpSpPr/>
          <p:nvPr/>
        </p:nvGrpSpPr>
        <p:grpSpPr>
          <a:xfrm>
            <a:off x="2658741" y="4097347"/>
            <a:ext cx="1304609" cy="294074"/>
            <a:chOff x="2658741" y="4097347"/>
            <a:chExt cx="1304609" cy="294074"/>
          </a:xfrm>
        </p:grpSpPr>
        <p:grpSp>
          <p:nvGrpSpPr>
            <p:cNvPr id="10105" name="Google Shape;10105;p121"/>
            <p:cNvGrpSpPr/>
            <p:nvPr/>
          </p:nvGrpSpPr>
          <p:grpSpPr>
            <a:xfrm>
              <a:off x="2658741" y="4097347"/>
              <a:ext cx="118572" cy="294074"/>
              <a:chOff x="3343310" y="4475555"/>
              <a:chExt cx="127717" cy="316753"/>
            </a:xfrm>
          </p:grpSpPr>
          <p:sp>
            <p:nvSpPr>
              <p:cNvPr id="10106" name="Google Shape;10106;p12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7" name="Google Shape;10107;p12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08" name="Google Shape;10108;p121"/>
            <p:cNvGrpSpPr/>
            <p:nvPr/>
          </p:nvGrpSpPr>
          <p:grpSpPr>
            <a:xfrm>
              <a:off x="3815519" y="4098388"/>
              <a:ext cx="147831" cy="291991"/>
              <a:chOff x="3527539" y="4476677"/>
              <a:chExt cx="159232" cy="314510"/>
            </a:xfrm>
          </p:grpSpPr>
          <p:sp>
            <p:nvSpPr>
              <p:cNvPr id="10109" name="Google Shape;10109;p12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0" name="Google Shape;10110;p12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11" name="Google Shape;10111;p121"/>
            <p:cNvGrpSpPr/>
            <p:nvPr/>
          </p:nvGrpSpPr>
          <p:grpSpPr>
            <a:xfrm>
              <a:off x="3511696" y="4098388"/>
              <a:ext cx="147831" cy="291991"/>
              <a:chOff x="3527539" y="4476677"/>
              <a:chExt cx="159232" cy="314510"/>
            </a:xfrm>
          </p:grpSpPr>
          <p:sp>
            <p:nvSpPr>
              <p:cNvPr id="10112" name="Google Shape;10112;p12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3" name="Google Shape;10113;p12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14" name="Google Shape;10114;p121"/>
            <p:cNvGrpSpPr/>
            <p:nvPr/>
          </p:nvGrpSpPr>
          <p:grpSpPr>
            <a:xfrm>
              <a:off x="3207874" y="4098388"/>
              <a:ext cx="147831" cy="291991"/>
              <a:chOff x="3527539" y="4476677"/>
              <a:chExt cx="159232" cy="314510"/>
            </a:xfrm>
          </p:grpSpPr>
          <p:sp>
            <p:nvSpPr>
              <p:cNvPr id="10115" name="Google Shape;10115;p12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6" name="Google Shape;10116;p12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17" name="Google Shape;10117;p121"/>
            <p:cNvGrpSpPr/>
            <p:nvPr/>
          </p:nvGrpSpPr>
          <p:grpSpPr>
            <a:xfrm>
              <a:off x="2933305" y="4097347"/>
              <a:ext cx="118572" cy="294074"/>
              <a:chOff x="3343310" y="4475555"/>
              <a:chExt cx="127717" cy="316753"/>
            </a:xfrm>
          </p:grpSpPr>
          <p:sp>
            <p:nvSpPr>
              <p:cNvPr id="10118" name="Google Shape;10118;p12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9" name="Google Shape;10119;p12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120" name="Google Shape;10120;p121"/>
          <p:cNvGrpSpPr/>
          <p:nvPr/>
        </p:nvGrpSpPr>
        <p:grpSpPr>
          <a:xfrm>
            <a:off x="4277571" y="2080469"/>
            <a:ext cx="1433821" cy="191500"/>
            <a:chOff x="4273350" y="2080469"/>
            <a:chExt cx="1433821" cy="191500"/>
          </a:xfrm>
        </p:grpSpPr>
        <p:grpSp>
          <p:nvGrpSpPr>
            <p:cNvPr id="10121" name="Google Shape;10121;p121"/>
            <p:cNvGrpSpPr/>
            <p:nvPr/>
          </p:nvGrpSpPr>
          <p:grpSpPr>
            <a:xfrm>
              <a:off x="4273350" y="2080469"/>
              <a:ext cx="1433821" cy="0"/>
              <a:chOff x="5224975" y="2962250"/>
              <a:chExt cx="1544400" cy="0"/>
            </a:xfrm>
          </p:grpSpPr>
          <p:cxnSp>
            <p:nvCxnSpPr>
              <p:cNvPr id="10122" name="Google Shape;10122;p121"/>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10123" name="Google Shape;10123;p121"/>
              <p:cNvCxnSpPr/>
              <p:nvPr/>
            </p:nvCxnSpPr>
            <p:spPr>
              <a:xfrm>
                <a:off x="5225150" y="2962250"/>
                <a:ext cx="453300" cy="0"/>
              </a:xfrm>
              <a:prstGeom prst="straightConnector1">
                <a:avLst/>
              </a:prstGeom>
              <a:noFill/>
              <a:ln cap="flat" cmpd="sng" w="9525">
                <a:solidFill>
                  <a:srgbClr val="7994A9"/>
                </a:solidFill>
                <a:prstDash val="solid"/>
                <a:round/>
                <a:headEnd len="sm" w="sm" type="none"/>
                <a:tailEnd len="med" w="med" type="oval"/>
              </a:ln>
            </p:spPr>
          </p:cxnSp>
        </p:grpSp>
        <p:grpSp>
          <p:nvGrpSpPr>
            <p:cNvPr id="10124" name="Google Shape;10124;p121"/>
            <p:cNvGrpSpPr/>
            <p:nvPr/>
          </p:nvGrpSpPr>
          <p:grpSpPr>
            <a:xfrm>
              <a:off x="4273350" y="2271969"/>
              <a:ext cx="1433821" cy="0"/>
              <a:chOff x="5224975" y="2962250"/>
              <a:chExt cx="1544400" cy="0"/>
            </a:xfrm>
          </p:grpSpPr>
          <p:cxnSp>
            <p:nvCxnSpPr>
              <p:cNvPr id="10125" name="Google Shape;10125;p121"/>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10126" name="Google Shape;10126;p121"/>
              <p:cNvCxnSpPr/>
              <p:nvPr/>
            </p:nvCxnSpPr>
            <p:spPr>
              <a:xfrm>
                <a:off x="5225150" y="2962250"/>
                <a:ext cx="998700" cy="0"/>
              </a:xfrm>
              <a:prstGeom prst="straightConnector1">
                <a:avLst/>
              </a:prstGeom>
              <a:noFill/>
              <a:ln cap="flat" cmpd="sng" w="9525">
                <a:solidFill>
                  <a:srgbClr val="7994A9"/>
                </a:solidFill>
                <a:prstDash val="solid"/>
                <a:round/>
                <a:headEnd len="sm" w="sm" type="none"/>
                <a:tailEnd len="med" w="med" type="oval"/>
              </a:ln>
            </p:spPr>
          </p:cxnSp>
        </p:grpSp>
      </p:grpSp>
      <p:grpSp>
        <p:nvGrpSpPr>
          <p:cNvPr id="10127" name="Google Shape;10127;p121"/>
          <p:cNvGrpSpPr/>
          <p:nvPr/>
        </p:nvGrpSpPr>
        <p:grpSpPr>
          <a:xfrm>
            <a:off x="4279126" y="1183036"/>
            <a:ext cx="1430711" cy="743389"/>
            <a:chOff x="5159450" y="1919950"/>
            <a:chExt cx="1541050" cy="862500"/>
          </a:xfrm>
        </p:grpSpPr>
        <p:sp>
          <p:nvSpPr>
            <p:cNvPr id="10128" name="Google Shape;10128;p12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9" name="Google Shape;10129;p121"/>
            <p:cNvGrpSpPr/>
            <p:nvPr/>
          </p:nvGrpSpPr>
          <p:grpSpPr>
            <a:xfrm>
              <a:off x="5159450" y="1919950"/>
              <a:ext cx="1541050" cy="862500"/>
              <a:chOff x="5159450" y="1919950"/>
              <a:chExt cx="1541050" cy="862500"/>
            </a:xfrm>
          </p:grpSpPr>
          <p:cxnSp>
            <p:nvCxnSpPr>
              <p:cNvPr id="10130" name="Google Shape;10130;p121"/>
              <p:cNvCxnSpPr/>
              <p:nvPr/>
            </p:nvCxnSpPr>
            <p:spPr>
              <a:xfrm>
                <a:off x="5159450" y="1919950"/>
                <a:ext cx="0" cy="862500"/>
              </a:xfrm>
              <a:prstGeom prst="straightConnector1">
                <a:avLst/>
              </a:prstGeom>
              <a:noFill/>
              <a:ln cap="flat" cmpd="sng" w="9525">
                <a:solidFill>
                  <a:srgbClr val="E3E9ED"/>
                </a:solidFill>
                <a:prstDash val="solid"/>
                <a:round/>
                <a:headEnd len="sm" w="sm" type="none"/>
                <a:tailEnd len="sm" w="sm" type="none"/>
              </a:ln>
            </p:spPr>
          </p:cxnSp>
          <p:cxnSp>
            <p:nvCxnSpPr>
              <p:cNvPr id="10131" name="Google Shape;10131;p121"/>
              <p:cNvCxnSpPr/>
              <p:nvPr/>
            </p:nvCxnSpPr>
            <p:spPr>
              <a:xfrm>
                <a:off x="5161200" y="2778975"/>
                <a:ext cx="1539300" cy="0"/>
              </a:xfrm>
              <a:prstGeom prst="straightConnector1">
                <a:avLst/>
              </a:prstGeom>
              <a:noFill/>
              <a:ln cap="flat" cmpd="sng" w="9525">
                <a:solidFill>
                  <a:srgbClr val="E3E9ED"/>
                </a:solidFill>
                <a:prstDash val="solid"/>
                <a:round/>
                <a:headEnd len="sm" w="sm" type="none"/>
                <a:tailEnd len="sm" w="sm" type="none"/>
              </a:ln>
            </p:spPr>
          </p:cxnSp>
        </p:grpSp>
      </p:grpSp>
      <p:grpSp>
        <p:nvGrpSpPr>
          <p:cNvPr id="10132" name="Google Shape;10132;p121"/>
          <p:cNvGrpSpPr/>
          <p:nvPr/>
        </p:nvGrpSpPr>
        <p:grpSpPr>
          <a:xfrm>
            <a:off x="4269239" y="2406364"/>
            <a:ext cx="1450484" cy="1052087"/>
            <a:chOff x="5230575" y="1554475"/>
            <a:chExt cx="2137150" cy="1550150"/>
          </a:xfrm>
        </p:grpSpPr>
        <p:sp>
          <p:nvSpPr>
            <p:cNvPr id="10133" name="Google Shape;10133;p121"/>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4" name="Google Shape;10134;p121"/>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5" name="Google Shape;10135;p121"/>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6" name="Google Shape;10136;p121"/>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7" name="Google Shape;10137;p121"/>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8" name="Google Shape;10138;p121"/>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9" name="Google Shape;10139;p121"/>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0" name="Google Shape;10140;p121"/>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1" name="Google Shape;10141;p121"/>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2" name="Google Shape;10142;p121"/>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3" name="Google Shape;10143;p121"/>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4" name="Google Shape;10144;p121"/>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5" name="Google Shape;10145;p121"/>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46" name="Google Shape;10146;p121"/>
          <p:cNvGrpSpPr/>
          <p:nvPr/>
        </p:nvGrpSpPr>
        <p:grpSpPr>
          <a:xfrm rot="10800000">
            <a:off x="4285790" y="3498553"/>
            <a:ext cx="1417383" cy="887946"/>
            <a:chOff x="5645403" y="2920021"/>
            <a:chExt cx="2650800" cy="2180614"/>
          </a:xfrm>
        </p:grpSpPr>
        <p:sp>
          <p:nvSpPr>
            <p:cNvPr id="10147" name="Google Shape;10147;p121"/>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148" name="Google Shape;10148;p121"/>
            <p:cNvCxnSpPr>
              <a:stCxn id="10147" idx="1"/>
            </p:cNvCxnSpPr>
            <p:nvPr/>
          </p:nvCxnSpPr>
          <p:spPr>
            <a:xfrm rot="10800000">
              <a:off x="5645403" y="3154021"/>
              <a:ext cx="127500" cy="600"/>
            </a:xfrm>
            <a:prstGeom prst="straightConnector1">
              <a:avLst/>
            </a:prstGeom>
            <a:noFill/>
            <a:ln cap="flat" cmpd="sng" w="9525">
              <a:solidFill>
                <a:srgbClr val="435D74"/>
              </a:solidFill>
              <a:prstDash val="solid"/>
              <a:round/>
              <a:headEnd len="sm" w="sm" type="none"/>
              <a:tailEnd len="sm" w="sm" type="none"/>
            </a:ln>
          </p:spPr>
        </p:cxnSp>
        <p:sp>
          <p:nvSpPr>
            <p:cNvPr id="10149" name="Google Shape;10149;p121"/>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150" name="Google Shape;10150;p121"/>
            <p:cNvCxnSpPr>
              <a:endCxn id="10149" idx="3"/>
            </p:cNvCxnSpPr>
            <p:nvPr/>
          </p:nvCxnSpPr>
          <p:spPr>
            <a:xfrm rot="10800000">
              <a:off x="8059040" y="3735532"/>
              <a:ext cx="135300" cy="0"/>
            </a:xfrm>
            <a:prstGeom prst="straightConnector1">
              <a:avLst/>
            </a:prstGeom>
            <a:noFill/>
            <a:ln cap="flat" cmpd="sng" w="9525">
              <a:solidFill>
                <a:srgbClr val="5F7D95"/>
              </a:solidFill>
              <a:prstDash val="solid"/>
              <a:round/>
              <a:headEnd len="sm" w="sm" type="none"/>
              <a:tailEnd len="sm" w="sm" type="none"/>
            </a:ln>
          </p:spPr>
        </p:cxnSp>
        <p:sp>
          <p:nvSpPr>
            <p:cNvPr id="10151" name="Google Shape;10151;p121"/>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152" name="Google Shape;10152;p121"/>
            <p:cNvCxnSpPr>
              <a:stCxn id="10151" idx="1"/>
            </p:cNvCxnSpPr>
            <p:nvPr/>
          </p:nvCxnSpPr>
          <p:spPr>
            <a:xfrm rot="10800000">
              <a:off x="6175223" y="4300183"/>
              <a:ext cx="123900" cy="600"/>
            </a:xfrm>
            <a:prstGeom prst="straightConnector1">
              <a:avLst/>
            </a:prstGeom>
            <a:noFill/>
            <a:ln cap="flat" cmpd="sng" w="9525">
              <a:solidFill>
                <a:srgbClr val="869FB2"/>
              </a:solidFill>
              <a:prstDash val="solid"/>
              <a:round/>
              <a:headEnd len="sm" w="sm" type="none"/>
              <a:tailEnd len="sm" w="sm" type="none"/>
            </a:ln>
          </p:spPr>
        </p:cxnSp>
        <p:sp>
          <p:nvSpPr>
            <p:cNvPr id="10153" name="Google Shape;10153;p121"/>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154" name="Google Shape;10154;p121"/>
            <p:cNvCxnSpPr>
              <a:endCxn id="10153" idx="3"/>
            </p:cNvCxnSpPr>
            <p:nvPr/>
          </p:nvCxnSpPr>
          <p:spPr>
            <a:xfrm flipH="1">
              <a:off x="7439761" y="4864535"/>
              <a:ext cx="104400" cy="1500"/>
            </a:xfrm>
            <a:prstGeom prst="straightConnector1">
              <a:avLst/>
            </a:prstGeom>
            <a:noFill/>
            <a:ln cap="flat" cmpd="sng" w="9525">
              <a:solidFill>
                <a:srgbClr val="BAC8D3"/>
              </a:solidFill>
              <a:prstDash val="solid"/>
              <a:round/>
              <a:headEnd len="sm" w="sm" type="none"/>
              <a:tailEnd len="sm" w="sm" type="none"/>
            </a:ln>
          </p:spPr>
        </p:cxnSp>
      </p:grpSp>
      <p:grpSp>
        <p:nvGrpSpPr>
          <p:cNvPr id="10155" name="Google Shape;10155;p121"/>
          <p:cNvGrpSpPr/>
          <p:nvPr/>
        </p:nvGrpSpPr>
        <p:grpSpPr>
          <a:xfrm>
            <a:off x="7386150" y="2401908"/>
            <a:ext cx="1071743" cy="1021579"/>
            <a:chOff x="7189833" y="2022667"/>
            <a:chExt cx="1251159" cy="1192597"/>
          </a:xfrm>
        </p:grpSpPr>
        <p:sp>
          <p:nvSpPr>
            <p:cNvPr id="10156" name="Google Shape;10156;p121"/>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7" name="Google Shape;10157;p121"/>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8" name="Google Shape;10158;p121"/>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9" name="Google Shape;10159;p121"/>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60" name="Google Shape;10160;p121"/>
          <p:cNvGrpSpPr/>
          <p:nvPr/>
        </p:nvGrpSpPr>
        <p:grpSpPr>
          <a:xfrm>
            <a:off x="727421" y="2828315"/>
            <a:ext cx="1695374" cy="1560837"/>
            <a:chOff x="727421" y="2828315"/>
            <a:chExt cx="1695374" cy="1560837"/>
          </a:xfrm>
        </p:grpSpPr>
        <p:grpSp>
          <p:nvGrpSpPr>
            <p:cNvPr id="10161" name="Google Shape;10161;p121"/>
            <p:cNvGrpSpPr/>
            <p:nvPr/>
          </p:nvGrpSpPr>
          <p:grpSpPr>
            <a:xfrm>
              <a:off x="819108" y="2882501"/>
              <a:ext cx="103104" cy="1426186"/>
              <a:chOff x="4674013" y="3100904"/>
              <a:chExt cx="122758" cy="1698043"/>
            </a:xfrm>
          </p:grpSpPr>
          <p:sp>
            <p:nvSpPr>
              <p:cNvPr id="10162" name="Google Shape;10162;p12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3" name="Google Shape;10163;p12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4" name="Google Shape;10164;p12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5" name="Google Shape;10165;p12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6" name="Google Shape;10166;p12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7" name="Google Shape;10167;p12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8" name="Google Shape;10168;p12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69" name="Google Shape;10169;p121"/>
            <p:cNvGrpSpPr/>
            <p:nvPr/>
          </p:nvGrpSpPr>
          <p:grpSpPr>
            <a:xfrm>
              <a:off x="1062475" y="2882501"/>
              <a:ext cx="103104" cy="1426186"/>
              <a:chOff x="4940438" y="3100904"/>
              <a:chExt cx="122758" cy="1698043"/>
            </a:xfrm>
          </p:grpSpPr>
          <p:sp>
            <p:nvSpPr>
              <p:cNvPr id="10170" name="Google Shape;10170;p12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1" name="Google Shape;10171;p12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2" name="Google Shape;10172;p12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3" name="Google Shape;10173;p12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4" name="Google Shape;10174;p12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5" name="Google Shape;10175;p12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6" name="Google Shape;10176;p12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77" name="Google Shape;10177;p121"/>
            <p:cNvGrpSpPr/>
            <p:nvPr/>
          </p:nvGrpSpPr>
          <p:grpSpPr>
            <a:xfrm>
              <a:off x="1299324" y="2882501"/>
              <a:ext cx="103104" cy="1426186"/>
              <a:chOff x="5206863" y="3100904"/>
              <a:chExt cx="122758" cy="1698043"/>
            </a:xfrm>
          </p:grpSpPr>
          <p:sp>
            <p:nvSpPr>
              <p:cNvPr id="10178" name="Google Shape;10178;p12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9" name="Google Shape;10179;p12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0" name="Google Shape;10180;p12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1" name="Google Shape;10181;p12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2" name="Google Shape;10182;p12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3" name="Google Shape;10183;p12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4" name="Google Shape;10184;p12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85" name="Google Shape;10185;p121"/>
            <p:cNvGrpSpPr/>
            <p:nvPr/>
          </p:nvGrpSpPr>
          <p:grpSpPr>
            <a:xfrm>
              <a:off x="1786057" y="2882501"/>
              <a:ext cx="103104" cy="1426186"/>
              <a:chOff x="6006138" y="3143629"/>
              <a:chExt cx="122758" cy="1698043"/>
            </a:xfrm>
          </p:grpSpPr>
          <p:sp>
            <p:nvSpPr>
              <p:cNvPr id="10186" name="Google Shape;10186;p12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7" name="Google Shape;10187;p12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8" name="Google Shape;10188;p12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9" name="Google Shape;10189;p12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0" name="Google Shape;10190;p12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1" name="Google Shape;10191;p12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2" name="Google Shape;10192;p12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93" name="Google Shape;10193;p121"/>
            <p:cNvGrpSpPr/>
            <p:nvPr/>
          </p:nvGrpSpPr>
          <p:grpSpPr>
            <a:xfrm>
              <a:off x="2029422" y="2882501"/>
              <a:ext cx="103104" cy="1426186"/>
              <a:chOff x="6805413" y="3100904"/>
              <a:chExt cx="122758" cy="1698043"/>
            </a:xfrm>
          </p:grpSpPr>
          <p:sp>
            <p:nvSpPr>
              <p:cNvPr id="10194" name="Google Shape;10194;p12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5" name="Google Shape;10195;p12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6" name="Google Shape;10196;p12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7" name="Google Shape;10197;p12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8" name="Google Shape;10198;p12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9" name="Google Shape;10199;p12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0" name="Google Shape;10200;p12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01" name="Google Shape;10201;p121"/>
            <p:cNvGrpSpPr/>
            <p:nvPr/>
          </p:nvGrpSpPr>
          <p:grpSpPr>
            <a:xfrm>
              <a:off x="727421" y="2828315"/>
              <a:ext cx="1695374" cy="1560837"/>
              <a:chOff x="734799" y="2782450"/>
              <a:chExt cx="1571100" cy="1577400"/>
            </a:xfrm>
          </p:grpSpPr>
          <p:cxnSp>
            <p:nvCxnSpPr>
              <p:cNvPr id="10202" name="Google Shape;10202;p121"/>
              <p:cNvCxnSpPr/>
              <p:nvPr/>
            </p:nvCxnSpPr>
            <p:spPr>
              <a:xfrm>
                <a:off x="743025" y="2782450"/>
                <a:ext cx="0" cy="1577400"/>
              </a:xfrm>
              <a:prstGeom prst="straightConnector1">
                <a:avLst/>
              </a:prstGeom>
              <a:noFill/>
              <a:ln cap="flat" cmpd="sng" w="19050">
                <a:solidFill>
                  <a:srgbClr val="E3E7EA"/>
                </a:solidFill>
                <a:prstDash val="solid"/>
                <a:round/>
                <a:headEnd len="sm" w="sm" type="none"/>
                <a:tailEnd len="sm" w="sm" type="none"/>
              </a:ln>
            </p:spPr>
          </p:cxnSp>
          <p:cxnSp>
            <p:nvCxnSpPr>
              <p:cNvPr id="10203" name="Google Shape;10203;p121"/>
              <p:cNvCxnSpPr/>
              <p:nvPr/>
            </p:nvCxnSpPr>
            <p:spPr>
              <a:xfrm rot="10800000">
                <a:off x="734799" y="4359850"/>
                <a:ext cx="1571100" cy="0"/>
              </a:xfrm>
              <a:prstGeom prst="straightConnector1">
                <a:avLst/>
              </a:prstGeom>
              <a:noFill/>
              <a:ln cap="flat" cmpd="sng" w="19050">
                <a:solidFill>
                  <a:srgbClr val="E3E7EA"/>
                </a:solidFill>
                <a:prstDash val="solid"/>
                <a:round/>
                <a:headEnd len="sm" w="sm" type="none"/>
                <a:tailEnd len="sm" w="sm" type="none"/>
              </a:ln>
            </p:spPr>
          </p:cxnSp>
        </p:grpSp>
        <p:grpSp>
          <p:nvGrpSpPr>
            <p:cNvPr id="10204" name="Google Shape;10204;p121"/>
            <p:cNvGrpSpPr/>
            <p:nvPr/>
          </p:nvGrpSpPr>
          <p:grpSpPr>
            <a:xfrm>
              <a:off x="2272795" y="2882501"/>
              <a:ext cx="103104" cy="1426186"/>
              <a:chOff x="5206863" y="3100904"/>
              <a:chExt cx="122758" cy="1698043"/>
            </a:xfrm>
          </p:grpSpPr>
          <p:sp>
            <p:nvSpPr>
              <p:cNvPr id="10205" name="Google Shape;10205;p12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6" name="Google Shape;10206;p12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7" name="Google Shape;10207;p12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8" name="Google Shape;10208;p12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9" name="Google Shape;10209;p12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0" name="Google Shape;10210;p12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1" name="Google Shape;10211;p12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12" name="Google Shape;10212;p121"/>
            <p:cNvGrpSpPr/>
            <p:nvPr/>
          </p:nvGrpSpPr>
          <p:grpSpPr>
            <a:xfrm>
              <a:off x="1542694" y="2882501"/>
              <a:ext cx="103104" cy="1426186"/>
              <a:chOff x="6006138" y="3143629"/>
              <a:chExt cx="122758" cy="1698043"/>
            </a:xfrm>
          </p:grpSpPr>
          <p:sp>
            <p:nvSpPr>
              <p:cNvPr id="10213" name="Google Shape;10213;p12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4" name="Google Shape;10214;p12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5" name="Google Shape;10215;p12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6" name="Google Shape;10216;p12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7" name="Google Shape;10217;p12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8" name="Google Shape;10218;p12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9" name="Google Shape;10219;p12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220" name="Google Shape;10220;p121"/>
          <p:cNvGrpSpPr/>
          <p:nvPr/>
        </p:nvGrpSpPr>
        <p:grpSpPr>
          <a:xfrm>
            <a:off x="5936000" y="2405887"/>
            <a:ext cx="1248543" cy="1025319"/>
            <a:chOff x="5183758" y="1210600"/>
            <a:chExt cx="3605380" cy="2960783"/>
          </a:xfrm>
        </p:grpSpPr>
        <p:sp>
          <p:nvSpPr>
            <p:cNvPr id="10221" name="Google Shape;10221;p12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2" name="Google Shape;10222;p12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3" name="Google Shape;10223;p12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4" name="Google Shape;10224;p12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225" name="Google Shape;10225;p121"/>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sm" w="sm" type="none"/>
            </a:ln>
          </p:spPr>
        </p:cxnSp>
        <p:cxnSp>
          <p:nvCxnSpPr>
            <p:cNvPr id="10226" name="Google Shape;10226;p121"/>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sm" w="sm" type="none"/>
            </a:ln>
          </p:spPr>
        </p:cxnSp>
        <p:cxnSp>
          <p:nvCxnSpPr>
            <p:cNvPr id="10227" name="Google Shape;10227;p121"/>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sm" w="sm" type="none"/>
            </a:ln>
          </p:spPr>
        </p:cxnSp>
        <p:cxnSp>
          <p:nvCxnSpPr>
            <p:cNvPr id="10228" name="Google Shape;10228;p121"/>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sm" w="sm" type="none"/>
            </a:ln>
          </p:spPr>
        </p:cxnSp>
        <p:sp>
          <p:nvSpPr>
            <p:cNvPr id="10229" name="Google Shape;10229;p121"/>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30" name="Google Shape;10230;p121"/>
          <p:cNvGrpSpPr/>
          <p:nvPr/>
        </p:nvGrpSpPr>
        <p:grpSpPr>
          <a:xfrm>
            <a:off x="5793062" y="3544204"/>
            <a:ext cx="2664832" cy="843440"/>
            <a:chOff x="5916567" y="1099697"/>
            <a:chExt cx="2556684" cy="809211"/>
          </a:xfrm>
        </p:grpSpPr>
        <p:sp>
          <p:nvSpPr>
            <p:cNvPr id="10231" name="Google Shape;10231;p121"/>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2" name="Google Shape;10232;p121"/>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3" name="Google Shape;10233;p121"/>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4" name="Google Shape;10234;p121"/>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5" name="Google Shape;10235;p121"/>
            <p:cNvSpPr/>
            <p:nvPr/>
          </p:nvSpPr>
          <p:spPr>
            <a:xfrm>
              <a:off x="8279421" y="1099697"/>
              <a:ext cx="54" cy="0"/>
            </a:xfrm>
            <a:custGeom>
              <a:rect b="b" l="l" r="r" t="t"/>
              <a:pathLst>
                <a:path extrusionOk="0" h="12000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6" name="Google Shape;10236;p121"/>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7" name="Google Shape;10237;p121"/>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8" name="Google Shape;10238;p121"/>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39" name="Google Shape;10239;p121"/>
          <p:cNvGrpSpPr/>
          <p:nvPr/>
        </p:nvGrpSpPr>
        <p:grpSpPr>
          <a:xfrm>
            <a:off x="5900602" y="1193063"/>
            <a:ext cx="1299850" cy="1023337"/>
            <a:chOff x="5900602" y="1193063"/>
            <a:chExt cx="1299850" cy="1023337"/>
          </a:xfrm>
        </p:grpSpPr>
        <p:grpSp>
          <p:nvGrpSpPr>
            <p:cNvPr id="10240" name="Google Shape;10240;p121"/>
            <p:cNvGrpSpPr/>
            <p:nvPr/>
          </p:nvGrpSpPr>
          <p:grpSpPr>
            <a:xfrm>
              <a:off x="6743564" y="1193063"/>
              <a:ext cx="456888" cy="700378"/>
              <a:chOff x="6743564" y="1193063"/>
              <a:chExt cx="456888" cy="700378"/>
            </a:xfrm>
          </p:grpSpPr>
          <p:grpSp>
            <p:nvGrpSpPr>
              <p:cNvPr id="10241" name="Google Shape;10241;p121"/>
              <p:cNvGrpSpPr/>
              <p:nvPr/>
            </p:nvGrpSpPr>
            <p:grpSpPr>
              <a:xfrm>
                <a:off x="6743564" y="1690732"/>
                <a:ext cx="214402" cy="202709"/>
                <a:chOff x="6743564" y="1690732"/>
                <a:chExt cx="214402" cy="202709"/>
              </a:xfrm>
            </p:grpSpPr>
            <p:sp>
              <p:nvSpPr>
                <p:cNvPr id="10242" name="Google Shape;10242;p121"/>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3" name="Google Shape;10243;p121"/>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44" name="Google Shape;10244;p121"/>
              <p:cNvGrpSpPr/>
              <p:nvPr/>
            </p:nvGrpSpPr>
            <p:grpSpPr>
              <a:xfrm>
                <a:off x="6915505" y="1193063"/>
                <a:ext cx="284947" cy="589637"/>
                <a:chOff x="6915505" y="1193063"/>
                <a:chExt cx="284947" cy="589637"/>
              </a:xfrm>
            </p:grpSpPr>
            <p:sp>
              <p:nvSpPr>
                <p:cNvPr id="10245" name="Google Shape;10245;p12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246" name="Google Shape;10246;p121"/>
                <p:cNvCxnSpPr/>
                <p:nvPr/>
              </p:nvCxnSpPr>
              <p:spPr>
                <a:xfrm rot="10800000">
                  <a:off x="6938275" y="1279600"/>
                  <a:ext cx="0" cy="503100"/>
                </a:xfrm>
                <a:prstGeom prst="straightConnector1">
                  <a:avLst/>
                </a:prstGeom>
                <a:noFill/>
                <a:ln cap="flat" cmpd="sng" w="9525">
                  <a:solidFill>
                    <a:srgbClr val="CFD9E0"/>
                  </a:solidFill>
                  <a:prstDash val="solid"/>
                  <a:round/>
                  <a:headEnd len="sm" w="sm" type="none"/>
                  <a:tailEnd len="med" w="med" type="oval"/>
                </a:ln>
              </p:spPr>
            </p:cxnSp>
          </p:grpSp>
        </p:grpSp>
        <p:grpSp>
          <p:nvGrpSpPr>
            <p:cNvPr id="10247" name="Google Shape;10247;p121"/>
            <p:cNvGrpSpPr/>
            <p:nvPr/>
          </p:nvGrpSpPr>
          <p:grpSpPr>
            <a:xfrm>
              <a:off x="6520338" y="1193063"/>
              <a:ext cx="341813" cy="801589"/>
              <a:chOff x="6520338" y="1193063"/>
              <a:chExt cx="341813" cy="801589"/>
            </a:xfrm>
          </p:grpSpPr>
          <p:grpSp>
            <p:nvGrpSpPr>
              <p:cNvPr id="10248" name="Google Shape;10248;p121"/>
              <p:cNvGrpSpPr/>
              <p:nvPr/>
            </p:nvGrpSpPr>
            <p:grpSpPr>
              <a:xfrm>
                <a:off x="6520337" y="1589528"/>
                <a:ext cx="213949" cy="405124"/>
                <a:chOff x="6520338" y="1589528"/>
                <a:chExt cx="213949" cy="405124"/>
              </a:xfrm>
            </p:grpSpPr>
            <p:sp>
              <p:nvSpPr>
                <p:cNvPr id="10249" name="Google Shape;10249;p12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0" name="Google Shape;10250;p121"/>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51" name="Google Shape;10251;p121"/>
              <p:cNvGrpSpPr/>
              <p:nvPr/>
            </p:nvGrpSpPr>
            <p:grpSpPr>
              <a:xfrm>
                <a:off x="6577204" y="1193063"/>
                <a:ext cx="284947" cy="453562"/>
                <a:chOff x="6577204" y="1193063"/>
                <a:chExt cx="284947" cy="453562"/>
              </a:xfrm>
            </p:grpSpPr>
            <p:sp>
              <p:nvSpPr>
                <p:cNvPr id="10252" name="Google Shape;10252;p12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253" name="Google Shape;10253;p121"/>
                <p:cNvCxnSpPr/>
                <p:nvPr/>
              </p:nvCxnSpPr>
              <p:spPr>
                <a:xfrm rot="10800000">
                  <a:off x="6677825" y="1279425"/>
                  <a:ext cx="0" cy="367200"/>
                </a:xfrm>
                <a:prstGeom prst="straightConnector1">
                  <a:avLst/>
                </a:prstGeom>
                <a:noFill/>
                <a:ln cap="flat" cmpd="sng" w="9525">
                  <a:solidFill>
                    <a:srgbClr val="A5B7C6"/>
                  </a:solidFill>
                  <a:prstDash val="solid"/>
                  <a:round/>
                  <a:headEnd len="sm" w="sm" type="none"/>
                  <a:tailEnd len="med" w="med" type="oval"/>
                </a:ln>
              </p:spPr>
            </p:cxnSp>
          </p:grpSp>
        </p:grpSp>
        <p:grpSp>
          <p:nvGrpSpPr>
            <p:cNvPr id="10254" name="Google Shape;10254;p121"/>
            <p:cNvGrpSpPr/>
            <p:nvPr/>
          </p:nvGrpSpPr>
          <p:grpSpPr>
            <a:xfrm>
              <a:off x="6238903" y="1193063"/>
              <a:ext cx="300476" cy="901783"/>
              <a:chOff x="6238903" y="1193063"/>
              <a:chExt cx="300476" cy="901783"/>
            </a:xfrm>
          </p:grpSpPr>
          <p:grpSp>
            <p:nvGrpSpPr>
              <p:cNvPr id="10255" name="Google Shape;10255;p121"/>
              <p:cNvGrpSpPr/>
              <p:nvPr/>
            </p:nvGrpSpPr>
            <p:grpSpPr>
              <a:xfrm>
                <a:off x="6290865" y="1489315"/>
                <a:ext cx="248514" cy="605531"/>
                <a:chOff x="6290865" y="1489315"/>
                <a:chExt cx="248514" cy="605531"/>
              </a:xfrm>
            </p:grpSpPr>
            <p:sp>
              <p:nvSpPr>
                <p:cNvPr id="10256" name="Google Shape;10256;p12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7" name="Google Shape;10257;p121"/>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58" name="Google Shape;10258;p121"/>
              <p:cNvGrpSpPr/>
              <p:nvPr/>
            </p:nvGrpSpPr>
            <p:grpSpPr>
              <a:xfrm>
                <a:off x="6238903" y="1193063"/>
                <a:ext cx="284947" cy="327512"/>
                <a:chOff x="6238903" y="1193063"/>
                <a:chExt cx="284947" cy="327512"/>
              </a:xfrm>
            </p:grpSpPr>
            <p:sp>
              <p:nvSpPr>
                <p:cNvPr id="10259" name="Google Shape;10259;p12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260" name="Google Shape;10260;p121"/>
                <p:cNvCxnSpPr/>
                <p:nvPr/>
              </p:nvCxnSpPr>
              <p:spPr>
                <a:xfrm rot="10800000">
                  <a:off x="6431250" y="1279375"/>
                  <a:ext cx="0" cy="241200"/>
                </a:xfrm>
                <a:prstGeom prst="straightConnector1">
                  <a:avLst/>
                </a:prstGeom>
                <a:noFill/>
                <a:ln cap="flat" cmpd="sng" w="9525">
                  <a:solidFill>
                    <a:srgbClr val="869FB2"/>
                  </a:solidFill>
                  <a:prstDash val="solid"/>
                  <a:round/>
                  <a:headEnd len="sm" w="sm" type="none"/>
                  <a:tailEnd len="med" w="med" type="oval"/>
                </a:ln>
              </p:spPr>
            </p:cxnSp>
          </p:grpSp>
        </p:grpSp>
        <p:grpSp>
          <p:nvGrpSpPr>
            <p:cNvPr id="10261" name="Google Shape;10261;p121"/>
            <p:cNvGrpSpPr/>
            <p:nvPr/>
          </p:nvGrpSpPr>
          <p:grpSpPr>
            <a:xfrm>
              <a:off x="5900602" y="1193063"/>
              <a:ext cx="444346" cy="1023337"/>
              <a:chOff x="5900602" y="1193063"/>
              <a:chExt cx="444346" cy="1023337"/>
            </a:xfrm>
          </p:grpSpPr>
          <p:grpSp>
            <p:nvGrpSpPr>
              <p:cNvPr id="10262" name="Google Shape;10262;p121"/>
              <p:cNvGrpSpPr/>
              <p:nvPr/>
            </p:nvGrpSpPr>
            <p:grpSpPr>
              <a:xfrm>
                <a:off x="6046502" y="1367785"/>
                <a:ext cx="298446" cy="848616"/>
                <a:chOff x="6046502" y="1367784"/>
                <a:chExt cx="298446" cy="848616"/>
              </a:xfrm>
            </p:grpSpPr>
            <p:sp>
              <p:nvSpPr>
                <p:cNvPr id="10263" name="Google Shape;10263;p12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4" name="Google Shape;10264;p121"/>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65" name="Google Shape;10265;p121"/>
              <p:cNvGrpSpPr/>
              <p:nvPr/>
            </p:nvGrpSpPr>
            <p:grpSpPr>
              <a:xfrm>
                <a:off x="5900602" y="1193063"/>
                <a:ext cx="284947" cy="182312"/>
                <a:chOff x="5900602" y="1193063"/>
                <a:chExt cx="284947" cy="182312"/>
              </a:xfrm>
            </p:grpSpPr>
            <p:sp>
              <p:nvSpPr>
                <p:cNvPr id="10266" name="Google Shape;10266;p12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267" name="Google Shape;10267;p121"/>
                <p:cNvCxnSpPr/>
                <p:nvPr/>
              </p:nvCxnSpPr>
              <p:spPr>
                <a:xfrm rot="10800000">
                  <a:off x="6156950" y="1279675"/>
                  <a:ext cx="0" cy="95700"/>
                </a:xfrm>
                <a:prstGeom prst="straightConnector1">
                  <a:avLst/>
                </a:prstGeom>
                <a:noFill/>
                <a:ln cap="flat" cmpd="sng" w="9525">
                  <a:solidFill>
                    <a:srgbClr val="657E93"/>
                  </a:solidFill>
                  <a:prstDash val="solid"/>
                  <a:round/>
                  <a:headEnd len="sm" w="sm" type="none"/>
                  <a:tailEnd len="med" w="med" type="oval"/>
                </a:ln>
              </p:spPr>
            </p:cxnSp>
          </p:grpSp>
        </p:grpSp>
      </p:grpSp>
      <p:grpSp>
        <p:nvGrpSpPr>
          <p:cNvPr id="10268" name="Google Shape;10268;p121"/>
          <p:cNvGrpSpPr/>
          <p:nvPr/>
        </p:nvGrpSpPr>
        <p:grpSpPr>
          <a:xfrm>
            <a:off x="7238484" y="1193208"/>
            <a:ext cx="1219413" cy="1051365"/>
            <a:chOff x="7287122" y="1165658"/>
            <a:chExt cx="1219413" cy="1051365"/>
          </a:xfrm>
        </p:grpSpPr>
        <p:grpSp>
          <p:nvGrpSpPr>
            <p:cNvPr id="10269" name="Google Shape;10269;p121"/>
            <p:cNvGrpSpPr/>
            <p:nvPr/>
          </p:nvGrpSpPr>
          <p:grpSpPr>
            <a:xfrm>
              <a:off x="7287122" y="1969723"/>
              <a:ext cx="1219413" cy="247300"/>
              <a:chOff x="7287122" y="1969723"/>
              <a:chExt cx="1219413" cy="247300"/>
            </a:xfrm>
          </p:grpSpPr>
          <p:sp>
            <p:nvSpPr>
              <p:cNvPr id="10270" name="Google Shape;10270;p12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71" name="Google Shape;10271;p121"/>
              <p:cNvGrpSpPr/>
              <p:nvPr/>
            </p:nvGrpSpPr>
            <p:grpSpPr>
              <a:xfrm>
                <a:off x="7287122" y="2063892"/>
                <a:ext cx="1151753" cy="73428"/>
                <a:chOff x="7287122" y="2063892"/>
                <a:chExt cx="1151753" cy="73428"/>
              </a:xfrm>
            </p:grpSpPr>
            <p:sp>
              <p:nvSpPr>
                <p:cNvPr id="10272" name="Google Shape;10272;p12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273" name="Google Shape;10273;p121"/>
                <p:cNvCxnSpPr/>
                <p:nvPr/>
              </p:nvCxnSpPr>
              <p:spPr>
                <a:xfrm rot="10800000">
                  <a:off x="7818475" y="2100600"/>
                  <a:ext cx="620400" cy="0"/>
                </a:xfrm>
                <a:prstGeom prst="straightConnector1">
                  <a:avLst/>
                </a:prstGeom>
                <a:noFill/>
                <a:ln cap="flat" cmpd="sng" w="9525">
                  <a:solidFill>
                    <a:srgbClr val="CFD9E0"/>
                  </a:solidFill>
                  <a:prstDash val="solid"/>
                  <a:round/>
                  <a:headEnd len="sm" w="sm" type="none"/>
                  <a:tailEnd len="med" w="med" type="oval"/>
                </a:ln>
              </p:spPr>
            </p:cxnSp>
          </p:grpSp>
        </p:grpSp>
        <p:grpSp>
          <p:nvGrpSpPr>
            <p:cNvPr id="10274" name="Google Shape;10274;p121"/>
            <p:cNvGrpSpPr/>
            <p:nvPr/>
          </p:nvGrpSpPr>
          <p:grpSpPr>
            <a:xfrm>
              <a:off x="7287122" y="1712201"/>
              <a:ext cx="1219403" cy="246767"/>
              <a:chOff x="7287122" y="1712201"/>
              <a:chExt cx="1219403" cy="246767"/>
            </a:xfrm>
          </p:grpSpPr>
          <p:sp>
            <p:nvSpPr>
              <p:cNvPr id="10275" name="Google Shape;10275;p12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76" name="Google Shape;10276;p121"/>
              <p:cNvGrpSpPr/>
              <p:nvPr/>
            </p:nvGrpSpPr>
            <p:grpSpPr>
              <a:xfrm>
                <a:off x="7287122" y="1842861"/>
                <a:ext cx="1005303" cy="73419"/>
                <a:chOff x="7287122" y="1842861"/>
                <a:chExt cx="1005303" cy="73419"/>
              </a:xfrm>
            </p:grpSpPr>
            <p:sp>
              <p:nvSpPr>
                <p:cNvPr id="10277" name="Google Shape;10277;p12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278" name="Google Shape;10278;p121"/>
                <p:cNvCxnSpPr/>
                <p:nvPr/>
              </p:nvCxnSpPr>
              <p:spPr>
                <a:xfrm rot="10800000">
                  <a:off x="7818425" y="1879575"/>
                  <a:ext cx="474000" cy="0"/>
                </a:xfrm>
                <a:prstGeom prst="straightConnector1">
                  <a:avLst/>
                </a:prstGeom>
                <a:noFill/>
                <a:ln cap="flat" cmpd="sng" w="9525">
                  <a:solidFill>
                    <a:srgbClr val="A5B7C6"/>
                  </a:solidFill>
                  <a:prstDash val="solid"/>
                  <a:round/>
                  <a:headEnd len="sm" w="sm" type="none"/>
                  <a:tailEnd len="med" w="med" type="oval"/>
                </a:ln>
              </p:spPr>
            </p:cxnSp>
          </p:grpSp>
        </p:grpSp>
        <p:grpSp>
          <p:nvGrpSpPr>
            <p:cNvPr id="10279" name="Google Shape;10279;p121"/>
            <p:cNvGrpSpPr/>
            <p:nvPr/>
          </p:nvGrpSpPr>
          <p:grpSpPr>
            <a:xfrm>
              <a:off x="7287122" y="1447520"/>
              <a:ext cx="1219403" cy="286667"/>
              <a:chOff x="7287122" y="1447520"/>
              <a:chExt cx="1219403" cy="286667"/>
            </a:xfrm>
          </p:grpSpPr>
          <p:sp>
            <p:nvSpPr>
              <p:cNvPr id="10280" name="Google Shape;10280;p12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81" name="Google Shape;10281;p121"/>
              <p:cNvGrpSpPr/>
              <p:nvPr/>
            </p:nvGrpSpPr>
            <p:grpSpPr>
              <a:xfrm>
                <a:off x="7287122" y="1581977"/>
                <a:ext cx="852803" cy="73428"/>
                <a:chOff x="7287122" y="1581977"/>
                <a:chExt cx="852803" cy="73428"/>
              </a:xfrm>
            </p:grpSpPr>
            <p:sp>
              <p:nvSpPr>
                <p:cNvPr id="10282" name="Google Shape;10282;p12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283" name="Google Shape;10283;p121"/>
                <p:cNvCxnSpPr/>
                <p:nvPr/>
              </p:nvCxnSpPr>
              <p:spPr>
                <a:xfrm rot="10800000">
                  <a:off x="7818325" y="1618700"/>
                  <a:ext cx="321600" cy="0"/>
                </a:xfrm>
                <a:prstGeom prst="straightConnector1">
                  <a:avLst/>
                </a:prstGeom>
                <a:noFill/>
                <a:ln cap="flat" cmpd="sng" w="9525">
                  <a:solidFill>
                    <a:srgbClr val="869FB2"/>
                  </a:solidFill>
                  <a:prstDash val="solid"/>
                  <a:round/>
                  <a:headEnd len="sm" w="sm" type="none"/>
                  <a:tailEnd len="med" w="med" type="oval"/>
                </a:ln>
              </p:spPr>
            </p:cxnSp>
          </p:grpSp>
        </p:grpSp>
        <p:grpSp>
          <p:nvGrpSpPr>
            <p:cNvPr id="10284" name="Google Shape;10284;p121"/>
            <p:cNvGrpSpPr/>
            <p:nvPr/>
          </p:nvGrpSpPr>
          <p:grpSpPr>
            <a:xfrm>
              <a:off x="7287122" y="1165658"/>
              <a:ext cx="1219403" cy="344253"/>
              <a:chOff x="7287122" y="1165658"/>
              <a:chExt cx="1219403" cy="344253"/>
            </a:xfrm>
          </p:grpSpPr>
          <p:sp>
            <p:nvSpPr>
              <p:cNvPr id="10285" name="Google Shape;10285;p12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86" name="Google Shape;10286;p121"/>
              <p:cNvGrpSpPr/>
              <p:nvPr/>
            </p:nvGrpSpPr>
            <p:grpSpPr>
              <a:xfrm>
                <a:off x="7287122" y="1341025"/>
                <a:ext cx="695703" cy="73419"/>
                <a:chOff x="7287122" y="1341025"/>
                <a:chExt cx="695703" cy="73419"/>
              </a:xfrm>
            </p:grpSpPr>
            <p:sp>
              <p:nvSpPr>
                <p:cNvPr id="10287" name="Google Shape;10287;p12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288" name="Google Shape;10288;p121"/>
                <p:cNvCxnSpPr/>
                <p:nvPr/>
              </p:nvCxnSpPr>
              <p:spPr>
                <a:xfrm rot="10800000">
                  <a:off x="7818425" y="1377750"/>
                  <a:ext cx="164400" cy="0"/>
                </a:xfrm>
                <a:prstGeom prst="straightConnector1">
                  <a:avLst/>
                </a:prstGeom>
                <a:noFill/>
                <a:ln cap="flat" cmpd="sng" w="9525">
                  <a:solidFill>
                    <a:srgbClr val="869FB1"/>
                  </a:solidFill>
                  <a:prstDash val="solid"/>
                  <a:round/>
                  <a:headEnd len="sm" w="sm" type="none"/>
                  <a:tailEnd len="med" w="med" type="oval"/>
                </a:ln>
              </p:spPr>
            </p:cxnSp>
          </p:gr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92" name="Shape 10292"/>
        <p:cNvGrpSpPr/>
        <p:nvPr/>
      </p:nvGrpSpPr>
      <p:grpSpPr>
        <a:xfrm>
          <a:off x="0" y="0"/>
          <a:ext cx="0" cy="0"/>
          <a:chOff x="0" y="0"/>
          <a:chExt cx="0" cy="0"/>
        </a:xfrm>
      </p:grpSpPr>
      <p:sp>
        <p:nvSpPr>
          <p:cNvPr id="10293" name="Google Shape;10293;p122"/>
          <p:cNvSpPr txBox="1"/>
          <p:nvPr>
            <p:ph idx="4294967295"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294" name="Google Shape;10294;p122"/>
          <p:cNvSpPr txBox="1"/>
          <p:nvPr>
            <p:ph idx="4294967295" type="body"/>
          </p:nvPr>
        </p:nvSpPr>
        <p:spPr>
          <a:xfrm>
            <a:off x="828875" y="1610275"/>
            <a:ext cx="75258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SzPts val="1100"/>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295" name="Google Shape;10295;p122"/>
          <p:cNvGrpSpPr/>
          <p:nvPr/>
        </p:nvGrpSpPr>
        <p:grpSpPr>
          <a:xfrm>
            <a:off x="844156" y="2727362"/>
            <a:ext cx="343566" cy="298943"/>
            <a:chOff x="889275" y="861850"/>
            <a:chExt cx="487950" cy="424575"/>
          </a:xfrm>
        </p:grpSpPr>
        <p:sp>
          <p:nvSpPr>
            <p:cNvPr id="10296" name="Google Shape;10296;p122"/>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297" name="Google Shape;10297;p122"/>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298" name="Google Shape;10298;p122"/>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299" name="Google Shape;10299;p122"/>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300" name="Google Shape;10300;p122"/>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01" name="Google Shape;10301;p122"/>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302" name="Google Shape;10302;p122"/>
          <p:cNvGrpSpPr/>
          <p:nvPr/>
        </p:nvGrpSpPr>
        <p:grpSpPr>
          <a:xfrm>
            <a:off x="2105973" y="2706749"/>
            <a:ext cx="340168" cy="340168"/>
            <a:chOff x="2676100" y="832575"/>
            <a:chExt cx="483125" cy="483125"/>
          </a:xfrm>
        </p:grpSpPr>
        <p:sp>
          <p:nvSpPr>
            <p:cNvPr id="10303" name="Google Shape;10303;p122"/>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04" name="Google Shape;10304;p122"/>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05" name="Google Shape;10305;p122"/>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06" name="Google Shape;10306;p122"/>
          <p:cNvGrpSpPr/>
          <p:nvPr/>
        </p:nvGrpSpPr>
        <p:grpSpPr>
          <a:xfrm>
            <a:off x="2517477" y="2706749"/>
            <a:ext cx="351610" cy="340168"/>
            <a:chOff x="3270550" y="832575"/>
            <a:chExt cx="499375" cy="483125"/>
          </a:xfrm>
        </p:grpSpPr>
        <p:sp>
          <p:nvSpPr>
            <p:cNvPr id="10307" name="Google Shape;10307;p122"/>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08" name="Google Shape;10308;p122"/>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09" name="Google Shape;10309;p122"/>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10" name="Google Shape;10310;p122"/>
          <p:cNvGrpSpPr/>
          <p:nvPr/>
        </p:nvGrpSpPr>
        <p:grpSpPr>
          <a:xfrm>
            <a:off x="2935756" y="2717381"/>
            <a:ext cx="340186" cy="318904"/>
            <a:chOff x="3865000" y="847675"/>
            <a:chExt cx="483150" cy="452925"/>
          </a:xfrm>
        </p:grpSpPr>
        <p:sp>
          <p:nvSpPr>
            <p:cNvPr id="10311" name="Google Shape;10311;p122"/>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12" name="Google Shape;10312;p122"/>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13" name="Google Shape;10313;p122"/>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14" name="Google Shape;10314;p122"/>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15" name="Google Shape;10315;p122"/>
          <p:cNvGrpSpPr/>
          <p:nvPr/>
        </p:nvGrpSpPr>
        <p:grpSpPr>
          <a:xfrm>
            <a:off x="3351439" y="2727300"/>
            <a:ext cx="344798" cy="299066"/>
            <a:chOff x="4452900" y="861750"/>
            <a:chExt cx="489700" cy="424750"/>
          </a:xfrm>
        </p:grpSpPr>
        <p:sp>
          <p:nvSpPr>
            <p:cNvPr id="10316" name="Google Shape;10316;p122"/>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17" name="Google Shape;10317;p122"/>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18" name="Google Shape;10318;p122"/>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19" name="Google Shape;10319;p122"/>
          <p:cNvGrpSpPr/>
          <p:nvPr/>
        </p:nvGrpSpPr>
        <p:grpSpPr>
          <a:xfrm>
            <a:off x="3768671" y="2706758"/>
            <a:ext cx="355641" cy="340151"/>
            <a:chOff x="5049750" y="832600"/>
            <a:chExt cx="505100" cy="483100"/>
          </a:xfrm>
        </p:grpSpPr>
        <p:sp>
          <p:nvSpPr>
            <p:cNvPr id="10320" name="Google Shape;10320;p122"/>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21" name="Google Shape;10321;p122"/>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322" name="Google Shape;10322;p122"/>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323" name="Google Shape;10323;p122"/>
          <p:cNvGrpSpPr/>
          <p:nvPr/>
        </p:nvGrpSpPr>
        <p:grpSpPr>
          <a:xfrm>
            <a:off x="4627621" y="2706749"/>
            <a:ext cx="298996" cy="340168"/>
            <a:chOff x="6272100" y="832575"/>
            <a:chExt cx="424650" cy="483125"/>
          </a:xfrm>
        </p:grpSpPr>
        <p:sp>
          <p:nvSpPr>
            <p:cNvPr id="10324" name="Google Shape;10324;p122"/>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25" name="Google Shape;10325;p122"/>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26" name="Google Shape;10326;p122"/>
          <p:cNvGrpSpPr/>
          <p:nvPr/>
        </p:nvGrpSpPr>
        <p:grpSpPr>
          <a:xfrm>
            <a:off x="845828" y="3125798"/>
            <a:ext cx="340221" cy="340186"/>
            <a:chOff x="893650" y="1428000"/>
            <a:chExt cx="483200" cy="483150"/>
          </a:xfrm>
        </p:grpSpPr>
        <p:sp>
          <p:nvSpPr>
            <p:cNvPr id="10327" name="Google Shape;10327;p122"/>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28" name="Google Shape;10328;p122"/>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29" name="Google Shape;10329;p122"/>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30" name="Google Shape;10330;p122"/>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331" name="Google Shape;10331;p122"/>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32" name="Google Shape;10332;p122"/>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333" name="Google Shape;10333;p122"/>
          <p:cNvGrpSpPr/>
          <p:nvPr/>
        </p:nvGrpSpPr>
        <p:grpSpPr>
          <a:xfrm>
            <a:off x="2099646" y="3146463"/>
            <a:ext cx="352825" cy="298855"/>
            <a:chOff x="2676100" y="1456375"/>
            <a:chExt cx="501100" cy="424450"/>
          </a:xfrm>
        </p:grpSpPr>
        <p:sp>
          <p:nvSpPr>
            <p:cNvPr id="10334" name="Google Shape;10334;p122"/>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35" name="Google Shape;10335;p122"/>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36" name="Google Shape;10336;p122"/>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37" name="Google Shape;10337;p122"/>
          <p:cNvGrpSpPr/>
          <p:nvPr/>
        </p:nvGrpSpPr>
        <p:grpSpPr>
          <a:xfrm>
            <a:off x="2523170" y="3125806"/>
            <a:ext cx="340221" cy="340168"/>
            <a:chOff x="3270475" y="1427025"/>
            <a:chExt cx="483200" cy="483125"/>
          </a:xfrm>
        </p:grpSpPr>
        <p:sp>
          <p:nvSpPr>
            <p:cNvPr id="10338" name="Google Shape;10338;p122"/>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39" name="Google Shape;10339;p122"/>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40" name="Google Shape;10340;p122"/>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41" name="Google Shape;10341;p122"/>
          <p:cNvGrpSpPr/>
          <p:nvPr/>
        </p:nvGrpSpPr>
        <p:grpSpPr>
          <a:xfrm>
            <a:off x="2934083" y="3125780"/>
            <a:ext cx="343530" cy="340221"/>
            <a:chOff x="3860250" y="1427025"/>
            <a:chExt cx="487900" cy="483200"/>
          </a:xfrm>
        </p:grpSpPr>
        <p:sp>
          <p:nvSpPr>
            <p:cNvPr id="10342" name="Google Shape;10342;p122"/>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43" name="Google Shape;10343;p122"/>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44" name="Google Shape;10344;p122"/>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345" name="Google Shape;10345;p122"/>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46" name="Google Shape;10346;p122"/>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347" name="Google Shape;10347;p122"/>
          <p:cNvGrpSpPr/>
          <p:nvPr/>
        </p:nvGrpSpPr>
        <p:grpSpPr>
          <a:xfrm>
            <a:off x="4190322" y="3125806"/>
            <a:ext cx="340221" cy="340168"/>
            <a:chOff x="5648375" y="1427025"/>
            <a:chExt cx="483200" cy="483125"/>
          </a:xfrm>
        </p:grpSpPr>
        <p:sp>
          <p:nvSpPr>
            <p:cNvPr id="10348" name="Google Shape;10348;p122"/>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49" name="Google Shape;10349;p122"/>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50" name="Google Shape;10350;p122"/>
          <p:cNvGrpSpPr/>
          <p:nvPr/>
        </p:nvGrpSpPr>
        <p:grpSpPr>
          <a:xfrm>
            <a:off x="4604808" y="3125789"/>
            <a:ext cx="344622" cy="340204"/>
            <a:chOff x="6238300" y="1426975"/>
            <a:chExt cx="489450" cy="483175"/>
          </a:xfrm>
        </p:grpSpPr>
        <p:sp>
          <p:nvSpPr>
            <p:cNvPr id="10351" name="Google Shape;10351;p122"/>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52" name="Google Shape;10352;p122"/>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53" name="Google Shape;10353;p122"/>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354" name="Google Shape;10354;p122"/>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355" name="Google Shape;10355;p122"/>
          <p:cNvGrpSpPr/>
          <p:nvPr/>
        </p:nvGrpSpPr>
        <p:grpSpPr>
          <a:xfrm>
            <a:off x="1263703" y="3544794"/>
            <a:ext cx="340168" cy="340186"/>
            <a:chOff x="1487200" y="2021475"/>
            <a:chExt cx="483125" cy="483150"/>
          </a:xfrm>
        </p:grpSpPr>
        <p:sp>
          <p:nvSpPr>
            <p:cNvPr id="10356" name="Google Shape;10356;p122"/>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57" name="Google Shape;10357;p122"/>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58" name="Google Shape;10358;p122"/>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59" name="Google Shape;10359;p122"/>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60" name="Google Shape;10360;p122"/>
          <p:cNvGrpSpPr/>
          <p:nvPr/>
        </p:nvGrpSpPr>
        <p:grpSpPr>
          <a:xfrm>
            <a:off x="1678040" y="3565398"/>
            <a:ext cx="340168" cy="298978"/>
            <a:chOff x="2081650" y="2050750"/>
            <a:chExt cx="483125" cy="424625"/>
          </a:xfrm>
        </p:grpSpPr>
        <p:sp>
          <p:nvSpPr>
            <p:cNvPr id="10361" name="Google Shape;10361;p122"/>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62" name="Google Shape;10362;p122"/>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63" name="Google Shape;10363;p122"/>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64" name="Google Shape;10364;p122"/>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65" name="Google Shape;10365;p122"/>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66" name="Google Shape;10366;p122"/>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67" name="Google Shape;10367;p122"/>
          <p:cNvGrpSpPr/>
          <p:nvPr/>
        </p:nvGrpSpPr>
        <p:grpSpPr>
          <a:xfrm>
            <a:off x="2105973" y="3588721"/>
            <a:ext cx="340168" cy="252332"/>
            <a:chOff x="2676100" y="2083800"/>
            <a:chExt cx="483125" cy="358375"/>
          </a:xfrm>
        </p:grpSpPr>
        <p:sp>
          <p:nvSpPr>
            <p:cNvPr id="10368" name="Google Shape;10368;p122"/>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69" name="Google Shape;10369;p122"/>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70" name="Google Shape;10370;p122"/>
          <p:cNvGrpSpPr/>
          <p:nvPr/>
        </p:nvGrpSpPr>
        <p:grpSpPr>
          <a:xfrm>
            <a:off x="2531487" y="3554766"/>
            <a:ext cx="323587" cy="320242"/>
            <a:chOff x="3282325" y="2035675"/>
            <a:chExt cx="459575" cy="454825"/>
          </a:xfrm>
        </p:grpSpPr>
        <p:sp>
          <p:nvSpPr>
            <p:cNvPr id="10371" name="Google Shape;10371;p122"/>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72" name="Google Shape;10372;p122"/>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73" name="Google Shape;10373;p122"/>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74" name="Google Shape;10374;p122"/>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375" name="Google Shape;10375;p122"/>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76" name="Google Shape;10376;p122"/>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377" name="Google Shape;10377;p122"/>
          <p:cNvGrpSpPr/>
          <p:nvPr/>
        </p:nvGrpSpPr>
        <p:grpSpPr>
          <a:xfrm>
            <a:off x="3776187" y="3544803"/>
            <a:ext cx="340608" cy="340168"/>
            <a:chOff x="5053900" y="2021500"/>
            <a:chExt cx="483750" cy="483125"/>
          </a:xfrm>
        </p:grpSpPr>
        <p:sp>
          <p:nvSpPr>
            <p:cNvPr id="10378" name="Google Shape;10378;p122"/>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79" name="Google Shape;10379;p122"/>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80" name="Google Shape;10380;p122"/>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81" name="Google Shape;10381;p122"/>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82" name="Google Shape;10382;p122"/>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83" name="Google Shape;10383;p122"/>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84" name="Google Shape;10384;p122"/>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85" name="Google Shape;10385;p122"/>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386" name="Google Shape;10386;p122"/>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387" name="Google Shape;10387;p122"/>
          <p:cNvGrpSpPr/>
          <p:nvPr/>
        </p:nvGrpSpPr>
        <p:grpSpPr>
          <a:xfrm>
            <a:off x="4601286" y="3547971"/>
            <a:ext cx="351663" cy="333831"/>
            <a:chOff x="6222125" y="2025975"/>
            <a:chExt cx="499450" cy="474125"/>
          </a:xfrm>
        </p:grpSpPr>
        <p:sp>
          <p:nvSpPr>
            <p:cNvPr id="10388" name="Google Shape;10388;p122"/>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89" name="Google Shape;10389;p122"/>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90" name="Google Shape;10390;p122"/>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91" name="Google Shape;10391;p122"/>
          <p:cNvGrpSpPr/>
          <p:nvPr/>
        </p:nvGrpSpPr>
        <p:grpSpPr>
          <a:xfrm>
            <a:off x="5489588" y="2287425"/>
            <a:ext cx="340168" cy="340186"/>
            <a:chOff x="1487200" y="2615925"/>
            <a:chExt cx="483125" cy="483150"/>
          </a:xfrm>
        </p:grpSpPr>
        <p:sp>
          <p:nvSpPr>
            <p:cNvPr id="10392" name="Google Shape;10392;p122"/>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93" name="Google Shape;10393;p122"/>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94" name="Google Shape;10394;p122"/>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395" name="Google Shape;10395;p122"/>
          <p:cNvGrpSpPr/>
          <p:nvPr/>
        </p:nvGrpSpPr>
        <p:grpSpPr>
          <a:xfrm>
            <a:off x="5889537" y="2287425"/>
            <a:ext cx="353564" cy="340186"/>
            <a:chOff x="2077575" y="2615925"/>
            <a:chExt cx="502150" cy="483150"/>
          </a:xfrm>
        </p:grpSpPr>
        <p:sp>
          <p:nvSpPr>
            <p:cNvPr id="10396" name="Google Shape;10396;p122"/>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97" name="Google Shape;10397;p122"/>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98" name="Google Shape;10398;p122"/>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399" name="Google Shape;10399;p122"/>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00" name="Google Shape;10400;p122"/>
          <p:cNvGrpSpPr/>
          <p:nvPr/>
        </p:nvGrpSpPr>
        <p:grpSpPr>
          <a:xfrm>
            <a:off x="6313326" y="2303452"/>
            <a:ext cx="334536" cy="308132"/>
            <a:chOff x="2680100" y="2638725"/>
            <a:chExt cx="475125" cy="437625"/>
          </a:xfrm>
        </p:grpSpPr>
        <p:sp>
          <p:nvSpPr>
            <p:cNvPr id="10401" name="Google Shape;10401;p122"/>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02" name="Google Shape;10402;p122"/>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03" name="Google Shape;10403;p122"/>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04" name="Google Shape;10404;p122"/>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05" name="Google Shape;10405;p122"/>
          <p:cNvGrpSpPr/>
          <p:nvPr/>
        </p:nvGrpSpPr>
        <p:grpSpPr>
          <a:xfrm>
            <a:off x="6778965" y="2287425"/>
            <a:ext cx="239183" cy="340186"/>
            <a:chOff x="3342275" y="2615925"/>
            <a:chExt cx="339700" cy="483150"/>
          </a:xfrm>
        </p:grpSpPr>
        <p:sp>
          <p:nvSpPr>
            <p:cNvPr id="10406" name="Google Shape;10406;p122"/>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07" name="Google Shape;10407;p122"/>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408" name="Google Shape;10408;p122"/>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09" name="Google Shape;10409;p122"/>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10" name="Google Shape;10410;p122"/>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411" name="Google Shape;10411;p122"/>
          <p:cNvGrpSpPr/>
          <p:nvPr/>
        </p:nvGrpSpPr>
        <p:grpSpPr>
          <a:xfrm>
            <a:off x="6415846" y="3956426"/>
            <a:ext cx="339482" cy="339271"/>
            <a:chOff x="5648900" y="2616600"/>
            <a:chExt cx="482150" cy="481850"/>
          </a:xfrm>
        </p:grpSpPr>
        <p:sp>
          <p:nvSpPr>
            <p:cNvPr id="10412" name="Google Shape;10412;p122"/>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13" name="Google Shape;10413;p122"/>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14" name="Google Shape;10414;p122"/>
          <p:cNvGrpSpPr/>
          <p:nvPr/>
        </p:nvGrpSpPr>
        <p:grpSpPr>
          <a:xfrm>
            <a:off x="4735130" y="3963142"/>
            <a:ext cx="325626" cy="325694"/>
            <a:chOff x="6242825" y="2615925"/>
            <a:chExt cx="483125" cy="483225"/>
          </a:xfrm>
        </p:grpSpPr>
        <p:sp>
          <p:nvSpPr>
            <p:cNvPr id="10415" name="Google Shape;10415;p122"/>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16" name="Google Shape;10416;p122"/>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17" name="Google Shape;10417;p122"/>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18" name="Google Shape;10418;p122"/>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19" name="Google Shape;10419;p122"/>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420" name="Google Shape;10420;p122"/>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421" name="Google Shape;10421;p122"/>
          <p:cNvGrpSpPr/>
          <p:nvPr/>
        </p:nvGrpSpPr>
        <p:grpSpPr>
          <a:xfrm>
            <a:off x="5488629" y="2707036"/>
            <a:ext cx="342087" cy="340186"/>
            <a:chOff x="1487200" y="3210375"/>
            <a:chExt cx="485850" cy="483150"/>
          </a:xfrm>
        </p:grpSpPr>
        <p:sp>
          <p:nvSpPr>
            <p:cNvPr id="10422" name="Google Shape;10422;p122"/>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23" name="Google Shape;10423;p122"/>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24" name="Google Shape;10424;p122"/>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425" name="Google Shape;10425;p122"/>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26" name="Google Shape;10426;p122"/>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427" name="Google Shape;10427;p122"/>
          <p:cNvGrpSpPr/>
          <p:nvPr/>
        </p:nvGrpSpPr>
        <p:grpSpPr>
          <a:xfrm>
            <a:off x="845855" y="2307733"/>
            <a:ext cx="340168" cy="298978"/>
            <a:chOff x="892750" y="267400"/>
            <a:chExt cx="483125" cy="424625"/>
          </a:xfrm>
        </p:grpSpPr>
        <p:sp>
          <p:nvSpPr>
            <p:cNvPr id="10428" name="Google Shape;10428;p122"/>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29" name="Google Shape;10429;p122"/>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30" name="Google Shape;10430;p122"/>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31" name="Google Shape;10431;p122"/>
          <p:cNvGrpSpPr/>
          <p:nvPr/>
        </p:nvGrpSpPr>
        <p:grpSpPr>
          <a:xfrm>
            <a:off x="1284289" y="2287121"/>
            <a:ext cx="298996" cy="340204"/>
            <a:chOff x="1516475" y="238075"/>
            <a:chExt cx="424650" cy="483175"/>
          </a:xfrm>
        </p:grpSpPr>
        <p:sp>
          <p:nvSpPr>
            <p:cNvPr id="10432" name="Google Shape;10432;p122"/>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33" name="Google Shape;10433;p122"/>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34" name="Google Shape;10434;p122"/>
          <p:cNvGrpSpPr/>
          <p:nvPr/>
        </p:nvGrpSpPr>
        <p:grpSpPr>
          <a:xfrm>
            <a:off x="1677380" y="2367520"/>
            <a:ext cx="341488" cy="179405"/>
            <a:chOff x="2080675" y="352325"/>
            <a:chExt cx="485000" cy="254800"/>
          </a:xfrm>
        </p:grpSpPr>
        <p:sp>
          <p:nvSpPr>
            <p:cNvPr id="10435" name="Google Shape;10435;p122"/>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36" name="Google Shape;10436;p122"/>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37" name="Google Shape;10437;p122"/>
          <p:cNvGrpSpPr/>
          <p:nvPr/>
        </p:nvGrpSpPr>
        <p:grpSpPr>
          <a:xfrm>
            <a:off x="2126559" y="2287138"/>
            <a:ext cx="298996" cy="340168"/>
            <a:chOff x="2705375" y="238125"/>
            <a:chExt cx="424650" cy="483125"/>
          </a:xfrm>
        </p:grpSpPr>
        <p:sp>
          <p:nvSpPr>
            <p:cNvPr id="10438" name="Google Shape;10438;p122"/>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39" name="Google Shape;10439;p122"/>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40" name="Google Shape;10440;p122"/>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41" name="Google Shape;10441;p122"/>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42" name="Google Shape;10442;p122"/>
          <p:cNvGrpSpPr/>
          <p:nvPr/>
        </p:nvGrpSpPr>
        <p:grpSpPr>
          <a:xfrm>
            <a:off x="2542700" y="2287455"/>
            <a:ext cx="301161" cy="339535"/>
            <a:chOff x="3299850" y="238575"/>
            <a:chExt cx="427725" cy="482225"/>
          </a:xfrm>
        </p:grpSpPr>
        <p:sp>
          <p:nvSpPr>
            <p:cNvPr id="10443" name="Google Shape;10443;p122"/>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44" name="Google Shape;10444;p122"/>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45" name="Google Shape;10445;p122"/>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46" name="Google Shape;10446;p122"/>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47" name="Google Shape;10447;p122"/>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48" name="Google Shape;10448;p122"/>
          <p:cNvGrpSpPr/>
          <p:nvPr/>
        </p:nvGrpSpPr>
        <p:grpSpPr>
          <a:xfrm>
            <a:off x="2929622" y="2287138"/>
            <a:ext cx="352455" cy="340168"/>
            <a:chOff x="3857225" y="238125"/>
            <a:chExt cx="500575" cy="483125"/>
          </a:xfrm>
        </p:grpSpPr>
        <p:sp>
          <p:nvSpPr>
            <p:cNvPr id="10449" name="Google Shape;10449;p122"/>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50" name="Google Shape;10450;p122"/>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51" name="Google Shape;10451;p122"/>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52" name="Google Shape;10452;p122"/>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53" name="Google Shape;10453;p122"/>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54" name="Google Shape;10454;p122"/>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55" name="Google Shape;10455;p122"/>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456" name="Google Shape;10456;p122"/>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457" name="Google Shape;10457;p122"/>
          <p:cNvGrpSpPr/>
          <p:nvPr/>
        </p:nvGrpSpPr>
        <p:grpSpPr>
          <a:xfrm>
            <a:off x="3776398" y="2287165"/>
            <a:ext cx="340186" cy="340116"/>
            <a:chOff x="5053900" y="238200"/>
            <a:chExt cx="483150" cy="483050"/>
          </a:xfrm>
        </p:grpSpPr>
        <p:sp>
          <p:nvSpPr>
            <p:cNvPr id="10458" name="Google Shape;10458;p122"/>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59" name="Google Shape;10459;p122"/>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60" name="Google Shape;10460;p122"/>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61" name="Google Shape;10461;p122"/>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62" name="Google Shape;10462;p122"/>
          <p:cNvGrpSpPr/>
          <p:nvPr/>
        </p:nvGrpSpPr>
        <p:grpSpPr>
          <a:xfrm>
            <a:off x="4190348" y="2287138"/>
            <a:ext cx="340168" cy="340168"/>
            <a:chOff x="5648375" y="238125"/>
            <a:chExt cx="483125" cy="483125"/>
          </a:xfrm>
        </p:grpSpPr>
        <p:sp>
          <p:nvSpPr>
            <p:cNvPr id="10463" name="Google Shape;10463;p122"/>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64" name="Google Shape;10464;p122"/>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65" name="Google Shape;10465;p122"/>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66" name="Google Shape;10466;p122"/>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67" name="Google Shape;10467;p122"/>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68" name="Google Shape;10468;p122"/>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69" name="Google Shape;10469;p122"/>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70" name="Google Shape;10470;p122"/>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71" name="Google Shape;10471;p122"/>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72" name="Google Shape;10472;p122"/>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73" name="Google Shape;10473;p122"/>
          <p:cNvGrpSpPr/>
          <p:nvPr/>
        </p:nvGrpSpPr>
        <p:grpSpPr>
          <a:xfrm>
            <a:off x="4607035" y="2287138"/>
            <a:ext cx="340168" cy="340168"/>
            <a:chOff x="6242825" y="238125"/>
            <a:chExt cx="483125" cy="483125"/>
          </a:xfrm>
        </p:grpSpPr>
        <p:sp>
          <p:nvSpPr>
            <p:cNvPr id="10474" name="Google Shape;10474;p122"/>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75" name="Google Shape;10475;p122"/>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76" name="Google Shape;10476;p122"/>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77" name="Google Shape;10477;p122"/>
          <p:cNvGrpSpPr/>
          <p:nvPr/>
        </p:nvGrpSpPr>
        <p:grpSpPr>
          <a:xfrm>
            <a:off x="6727988" y="2707027"/>
            <a:ext cx="341136" cy="340204"/>
            <a:chOff x="3269875" y="3210400"/>
            <a:chExt cx="484500" cy="483175"/>
          </a:xfrm>
        </p:grpSpPr>
        <p:sp>
          <p:nvSpPr>
            <p:cNvPr id="10478" name="Google Shape;10478;p122"/>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79" name="Google Shape;10479;p122"/>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80" name="Google Shape;10480;p122"/>
          <p:cNvGrpSpPr/>
          <p:nvPr/>
        </p:nvGrpSpPr>
        <p:grpSpPr>
          <a:xfrm>
            <a:off x="7227082" y="2706666"/>
            <a:ext cx="170216" cy="340925"/>
            <a:chOff x="3985700" y="3210375"/>
            <a:chExt cx="241750" cy="484200"/>
          </a:xfrm>
        </p:grpSpPr>
        <p:sp>
          <p:nvSpPr>
            <p:cNvPr id="10481" name="Google Shape;10481;p122"/>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82" name="Google Shape;10482;p122"/>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83" name="Google Shape;10483;p122"/>
          <p:cNvGrpSpPr/>
          <p:nvPr/>
        </p:nvGrpSpPr>
        <p:grpSpPr>
          <a:xfrm>
            <a:off x="7566351" y="2707678"/>
            <a:ext cx="339007" cy="338901"/>
            <a:chOff x="4460225" y="3211300"/>
            <a:chExt cx="481475" cy="481325"/>
          </a:xfrm>
        </p:grpSpPr>
        <p:sp>
          <p:nvSpPr>
            <p:cNvPr id="10484" name="Google Shape;10484;p122"/>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85" name="Google Shape;10485;p122"/>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486" name="Google Shape;10486;p122"/>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487" name="Google Shape;10487;p122"/>
          <p:cNvGrpSpPr/>
          <p:nvPr/>
        </p:nvGrpSpPr>
        <p:grpSpPr>
          <a:xfrm>
            <a:off x="6859688" y="3985756"/>
            <a:ext cx="342034" cy="280654"/>
            <a:chOff x="5647000" y="3252650"/>
            <a:chExt cx="485775" cy="398600"/>
          </a:xfrm>
        </p:grpSpPr>
        <p:sp>
          <p:nvSpPr>
            <p:cNvPr id="10488" name="Google Shape;10488;p122"/>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89" name="Google Shape;10489;p122"/>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90" name="Google Shape;10490;p122"/>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91" name="Google Shape;10491;p122"/>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92" name="Google Shape;10492;p122"/>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93" name="Google Shape;10493;p122"/>
          <p:cNvGrpSpPr/>
          <p:nvPr/>
        </p:nvGrpSpPr>
        <p:grpSpPr>
          <a:xfrm>
            <a:off x="5165128" y="3991768"/>
            <a:ext cx="326536" cy="268454"/>
            <a:chOff x="6242450" y="3252800"/>
            <a:chExt cx="484475" cy="398300"/>
          </a:xfrm>
        </p:grpSpPr>
        <p:sp>
          <p:nvSpPr>
            <p:cNvPr id="10494" name="Google Shape;10494;p122"/>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95" name="Google Shape;10495;p122"/>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96" name="Google Shape;10496;p122"/>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497" name="Google Shape;10497;p122"/>
          <p:cNvGrpSpPr/>
          <p:nvPr/>
        </p:nvGrpSpPr>
        <p:grpSpPr>
          <a:xfrm>
            <a:off x="5077111" y="3126102"/>
            <a:ext cx="298978" cy="340168"/>
            <a:chOff x="922025" y="3804850"/>
            <a:chExt cx="424625" cy="483125"/>
          </a:xfrm>
        </p:grpSpPr>
        <p:sp>
          <p:nvSpPr>
            <p:cNvPr id="10498" name="Google Shape;10498;p122"/>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499" name="Google Shape;10499;p122"/>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500" name="Google Shape;10500;p122"/>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501" name="Google Shape;10501;p122"/>
          <p:cNvGrpSpPr/>
          <p:nvPr/>
        </p:nvGrpSpPr>
        <p:grpSpPr>
          <a:xfrm>
            <a:off x="5909841" y="3126102"/>
            <a:ext cx="312955" cy="340168"/>
            <a:chOff x="2100300" y="3804850"/>
            <a:chExt cx="444475" cy="483125"/>
          </a:xfrm>
        </p:grpSpPr>
        <p:sp>
          <p:nvSpPr>
            <p:cNvPr id="10502" name="Google Shape;10502;p122"/>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03" name="Google Shape;10503;p122"/>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04" name="Google Shape;10504;p122"/>
          <p:cNvGrpSpPr/>
          <p:nvPr/>
        </p:nvGrpSpPr>
        <p:grpSpPr>
          <a:xfrm>
            <a:off x="6333463" y="3126102"/>
            <a:ext cx="294261" cy="340168"/>
            <a:chOff x="2708700" y="3804850"/>
            <a:chExt cx="417925" cy="483125"/>
          </a:xfrm>
        </p:grpSpPr>
        <p:sp>
          <p:nvSpPr>
            <p:cNvPr id="10505" name="Google Shape;10505;p122"/>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06" name="Google Shape;10506;p122"/>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07" name="Google Shape;10507;p122"/>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08" name="Google Shape;10508;p122"/>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509" name="Google Shape;10509;p122"/>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10" name="Google Shape;10510;p122"/>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511" name="Google Shape;10511;p122"/>
          <p:cNvGrpSpPr/>
          <p:nvPr/>
        </p:nvGrpSpPr>
        <p:grpSpPr>
          <a:xfrm>
            <a:off x="7570338" y="3127378"/>
            <a:ext cx="331033" cy="337616"/>
            <a:chOff x="4467450" y="3808475"/>
            <a:chExt cx="470150" cy="479500"/>
          </a:xfrm>
        </p:grpSpPr>
        <p:sp>
          <p:nvSpPr>
            <p:cNvPr id="10512" name="Google Shape;10512;p122"/>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13" name="Google Shape;10513;p122"/>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14" name="Google Shape;10514;p122"/>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15" name="Google Shape;10515;p122"/>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16" name="Google Shape;10516;p122"/>
          <p:cNvGrpSpPr/>
          <p:nvPr/>
        </p:nvGrpSpPr>
        <p:grpSpPr>
          <a:xfrm>
            <a:off x="7990685" y="3126102"/>
            <a:ext cx="340186" cy="340168"/>
            <a:chOff x="5053900" y="3804850"/>
            <a:chExt cx="483150" cy="483125"/>
          </a:xfrm>
        </p:grpSpPr>
        <p:sp>
          <p:nvSpPr>
            <p:cNvPr id="10517" name="Google Shape;10517;p122"/>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18" name="Google Shape;10518;p122"/>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19" name="Google Shape;10519;p122"/>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20" name="Google Shape;10520;p122"/>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21" name="Google Shape;10521;p122"/>
          <p:cNvGrpSpPr/>
          <p:nvPr/>
        </p:nvGrpSpPr>
        <p:grpSpPr>
          <a:xfrm>
            <a:off x="7306081" y="3956021"/>
            <a:ext cx="340168" cy="340168"/>
            <a:chOff x="5648375" y="3804850"/>
            <a:chExt cx="483125" cy="483125"/>
          </a:xfrm>
        </p:grpSpPr>
        <p:sp>
          <p:nvSpPr>
            <p:cNvPr id="10522" name="Google Shape;10522;p122"/>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23" name="Google Shape;10523;p122"/>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24" name="Google Shape;10524;p122"/>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25" name="Google Shape;10525;p122"/>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26" name="Google Shape;10526;p122"/>
          <p:cNvGrpSpPr/>
          <p:nvPr/>
        </p:nvGrpSpPr>
        <p:grpSpPr>
          <a:xfrm>
            <a:off x="5596036" y="3968278"/>
            <a:ext cx="280923" cy="315449"/>
            <a:chOff x="6276025" y="3812400"/>
            <a:chExt cx="416800" cy="468025"/>
          </a:xfrm>
        </p:grpSpPr>
        <p:sp>
          <p:nvSpPr>
            <p:cNvPr id="10527" name="Google Shape;10527;p122"/>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28" name="Google Shape;10528;p122"/>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29" name="Google Shape;10529;p122"/>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30" name="Google Shape;10530;p122"/>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31" name="Google Shape;10531;p122"/>
          <p:cNvGrpSpPr/>
          <p:nvPr/>
        </p:nvGrpSpPr>
        <p:grpSpPr>
          <a:xfrm>
            <a:off x="5055293" y="3545089"/>
            <a:ext cx="342615" cy="340186"/>
            <a:chOff x="890400" y="4399350"/>
            <a:chExt cx="486600" cy="483150"/>
          </a:xfrm>
        </p:grpSpPr>
        <p:sp>
          <p:nvSpPr>
            <p:cNvPr id="10532" name="Google Shape;10532;p122"/>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33" name="Google Shape;10533;p122"/>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34" name="Google Shape;10534;p122"/>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35" name="Google Shape;10535;p122"/>
          <p:cNvGrpSpPr/>
          <p:nvPr/>
        </p:nvGrpSpPr>
        <p:grpSpPr>
          <a:xfrm>
            <a:off x="5489588" y="3560368"/>
            <a:ext cx="340168" cy="309628"/>
            <a:chOff x="1487200" y="4421025"/>
            <a:chExt cx="483125" cy="439750"/>
          </a:xfrm>
        </p:grpSpPr>
        <p:sp>
          <p:nvSpPr>
            <p:cNvPr id="10536" name="Google Shape;10536;p122"/>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37" name="Google Shape;10537;p122"/>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38" name="Google Shape;10538;p122"/>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39" name="Google Shape;10539;p122"/>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40" name="Google Shape;10540;p122"/>
          <p:cNvGrpSpPr/>
          <p:nvPr/>
        </p:nvGrpSpPr>
        <p:grpSpPr>
          <a:xfrm>
            <a:off x="5893867" y="3545107"/>
            <a:ext cx="344903" cy="340151"/>
            <a:chOff x="2079300" y="4399325"/>
            <a:chExt cx="489850" cy="483100"/>
          </a:xfrm>
        </p:grpSpPr>
        <p:sp>
          <p:nvSpPr>
            <p:cNvPr id="10541" name="Google Shape;10541;p122"/>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42" name="Google Shape;10542;p122"/>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543" name="Google Shape;10543;p122"/>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544" name="Google Shape;10544;p122"/>
          <p:cNvGrpSpPr/>
          <p:nvPr/>
        </p:nvGrpSpPr>
        <p:grpSpPr>
          <a:xfrm>
            <a:off x="6760439" y="3545107"/>
            <a:ext cx="276236" cy="340151"/>
            <a:chOff x="3316000" y="4399325"/>
            <a:chExt cx="392325" cy="483100"/>
          </a:xfrm>
        </p:grpSpPr>
        <p:sp>
          <p:nvSpPr>
            <p:cNvPr id="10545" name="Google Shape;10545;p122"/>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46" name="Google Shape;10546;p122"/>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47" name="Google Shape;10547;p122"/>
          <p:cNvGrpSpPr/>
          <p:nvPr/>
        </p:nvGrpSpPr>
        <p:grpSpPr>
          <a:xfrm>
            <a:off x="7185179" y="3545089"/>
            <a:ext cx="254022" cy="340186"/>
            <a:chOff x="3926225" y="4399275"/>
            <a:chExt cx="360775" cy="483150"/>
          </a:xfrm>
        </p:grpSpPr>
        <p:sp>
          <p:nvSpPr>
            <p:cNvPr id="10548" name="Google Shape;10548;p122"/>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49" name="Google Shape;10549;p122"/>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550" name="Google Shape;10550;p122"/>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551" name="Google Shape;10551;p122"/>
          <p:cNvGrpSpPr/>
          <p:nvPr/>
        </p:nvGrpSpPr>
        <p:grpSpPr>
          <a:xfrm>
            <a:off x="7990738" y="3545151"/>
            <a:ext cx="340080" cy="340063"/>
            <a:chOff x="5053975" y="4399375"/>
            <a:chExt cx="483000" cy="482975"/>
          </a:xfrm>
        </p:grpSpPr>
        <p:sp>
          <p:nvSpPr>
            <p:cNvPr id="10552" name="Google Shape;10552;p122"/>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53" name="Google Shape;10553;p122"/>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54" name="Google Shape;10554;p122"/>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55" name="Google Shape;10555;p122"/>
          <p:cNvGrpSpPr/>
          <p:nvPr/>
        </p:nvGrpSpPr>
        <p:grpSpPr>
          <a:xfrm>
            <a:off x="7750609" y="3956042"/>
            <a:ext cx="340168" cy="340168"/>
            <a:chOff x="5648375" y="4399300"/>
            <a:chExt cx="483125" cy="483125"/>
          </a:xfrm>
        </p:grpSpPr>
        <p:sp>
          <p:nvSpPr>
            <p:cNvPr id="10556" name="Google Shape;10556;p122"/>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57" name="Google Shape;10557;p122"/>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58" name="Google Shape;10558;p122"/>
          <p:cNvGrpSpPr/>
          <p:nvPr/>
        </p:nvGrpSpPr>
        <p:grpSpPr>
          <a:xfrm>
            <a:off x="5981331" y="3974637"/>
            <a:ext cx="330007" cy="302744"/>
            <a:chOff x="6239575" y="4416275"/>
            <a:chExt cx="489625" cy="449175"/>
          </a:xfrm>
        </p:grpSpPr>
        <p:sp>
          <p:nvSpPr>
            <p:cNvPr id="10559" name="Google Shape;10559;p122"/>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60" name="Google Shape;10560;p122"/>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61" name="Google Shape;10561;p122"/>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62" name="Google Shape;10562;p122"/>
          <p:cNvGrpSpPr/>
          <p:nvPr/>
        </p:nvGrpSpPr>
        <p:grpSpPr>
          <a:xfrm>
            <a:off x="3084610" y="3971815"/>
            <a:ext cx="308234" cy="308234"/>
            <a:chOff x="892750" y="4993750"/>
            <a:chExt cx="483125" cy="483125"/>
          </a:xfrm>
        </p:grpSpPr>
        <p:sp>
          <p:nvSpPr>
            <p:cNvPr id="10563" name="Google Shape;10563;p122"/>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64" name="Google Shape;10564;p122"/>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65" name="Google Shape;10565;p122"/>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66" name="Google Shape;10566;p122"/>
          <p:cNvGrpSpPr/>
          <p:nvPr/>
        </p:nvGrpSpPr>
        <p:grpSpPr>
          <a:xfrm>
            <a:off x="3497219" y="3971815"/>
            <a:ext cx="308234" cy="308234"/>
            <a:chOff x="1487200" y="4993750"/>
            <a:chExt cx="483125" cy="483125"/>
          </a:xfrm>
        </p:grpSpPr>
        <p:sp>
          <p:nvSpPr>
            <p:cNvPr id="10567" name="Google Shape;10567;p122"/>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68" name="Google Shape;10568;p122"/>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69" name="Google Shape;10569;p122"/>
          <p:cNvGrpSpPr/>
          <p:nvPr/>
        </p:nvGrpSpPr>
        <p:grpSpPr>
          <a:xfrm>
            <a:off x="3909829" y="3971815"/>
            <a:ext cx="308234" cy="308234"/>
            <a:chOff x="2081650" y="4993750"/>
            <a:chExt cx="483125" cy="483125"/>
          </a:xfrm>
        </p:grpSpPr>
        <p:sp>
          <p:nvSpPr>
            <p:cNvPr id="10570" name="Google Shape;10570;p122"/>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71" name="Google Shape;10571;p122"/>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72" name="Google Shape;10572;p122"/>
          <p:cNvGrpSpPr/>
          <p:nvPr/>
        </p:nvGrpSpPr>
        <p:grpSpPr>
          <a:xfrm>
            <a:off x="1491328" y="3979188"/>
            <a:ext cx="293982" cy="293982"/>
            <a:chOff x="2676100" y="4993750"/>
            <a:chExt cx="483125" cy="483125"/>
          </a:xfrm>
        </p:grpSpPr>
        <p:sp>
          <p:nvSpPr>
            <p:cNvPr id="10573" name="Google Shape;10573;p122"/>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74" name="Google Shape;10574;p122"/>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75" name="Google Shape;10575;p122"/>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76" name="Google Shape;10576;p122"/>
          <p:cNvGrpSpPr/>
          <p:nvPr/>
        </p:nvGrpSpPr>
        <p:grpSpPr>
          <a:xfrm>
            <a:off x="5058848" y="2364541"/>
            <a:ext cx="335504" cy="185953"/>
            <a:chOff x="896050" y="2725450"/>
            <a:chExt cx="476500" cy="264100"/>
          </a:xfrm>
        </p:grpSpPr>
        <p:sp>
          <p:nvSpPr>
            <p:cNvPr id="10577" name="Google Shape;10577;p122"/>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78" name="Google Shape;10578;p122"/>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79" name="Google Shape;10579;p122"/>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80" name="Google Shape;10580;p122"/>
          <p:cNvGrpSpPr/>
          <p:nvPr/>
        </p:nvGrpSpPr>
        <p:grpSpPr>
          <a:xfrm>
            <a:off x="4322435" y="3971815"/>
            <a:ext cx="308234" cy="308234"/>
            <a:chOff x="3270550" y="4993750"/>
            <a:chExt cx="483125" cy="483125"/>
          </a:xfrm>
        </p:grpSpPr>
        <p:sp>
          <p:nvSpPr>
            <p:cNvPr id="10581" name="Google Shape;10581;p122"/>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82" name="Google Shape;10582;p122"/>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83" name="Google Shape;10583;p122"/>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10584" name="Google Shape;10584;p122"/>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0585" name="Google Shape;10585;p122"/>
          <p:cNvGrpSpPr/>
          <p:nvPr/>
        </p:nvGrpSpPr>
        <p:grpSpPr>
          <a:xfrm>
            <a:off x="2288093" y="3979142"/>
            <a:ext cx="293997" cy="294073"/>
            <a:chOff x="4459450" y="4993700"/>
            <a:chExt cx="483150" cy="483275"/>
          </a:xfrm>
        </p:grpSpPr>
        <p:sp>
          <p:nvSpPr>
            <p:cNvPr id="10586" name="Google Shape;10586;p122"/>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87" name="Google Shape;10587;p122"/>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10588" name="Google Shape;10588;p122"/>
          <p:cNvGrpSpPr/>
          <p:nvPr/>
        </p:nvGrpSpPr>
        <p:grpSpPr>
          <a:xfrm>
            <a:off x="2686471" y="3979142"/>
            <a:ext cx="293997" cy="294073"/>
            <a:chOff x="5053900" y="4993700"/>
            <a:chExt cx="483150" cy="483275"/>
          </a:xfrm>
        </p:grpSpPr>
        <p:sp>
          <p:nvSpPr>
            <p:cNvPr id="10589" name="Google Shape;10589;p122"/>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10590" name="Google Shape;10590;p122"/>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94" name="Shape 10594"/>
        <p:cNvGrpSpPr/>
        <p:nvPr/>
      </p:nvGrpSpPr>
      <p:grpSpPr>
        <a:xfrm>
          <a:off x="0" y="0"/>
          <a:ext cx="0" cy="0"/>
          <a:chOff x="0" y="0"/>
          <a:chExt cx="0" cy="0"/>
        </a:xfrm>
      </p:grpSpPr>
      <p:sp>
        <p:nvSpPr>
          <p:cNvPr id="10595" name="Google Shape;10595;p123"/>
          <p:cNvSpPr/>
          <p:nvPr/>
        </p:nvSpPr>
        <p:spPr>
          <a:xfrm>
            <a:off x="844100" y="1534006"/>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6" name="Google Shape;10596;p123"/>
          <p:cNvSpPr/>
          <p:nvPr/>
        </p:nvSpPr>
        <p:spPr>
          <a:xfrm>
            <a:off x="844104" y="199861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7" name="Google Shape;10597;p123"/>
          <p:cNvSpPr/>
          <p:nvPr/>
        </p:nvSpPr>
        <p:spPr>
          <a:xfrm>
            <a:off x="852434" y="2428395"/>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598" name="Google Shape;10598;p123"/>
          <p:cNvGrpSpPr/>
          <p:nvPr/>
        </p:nvGrpSpPr>
        <p:grpSpPr>
          <a:xfrm>
            <a:off x="2987728" y="1561903"/>
            <a:ext cx="371882" cy="373766"/>
            <a:chOff x="-41270450" y="1973375"/>
            <a:chExt cx="315850" cy="317450"/>
          </a:xfrm>
        </p:grpSpPr>
        <p:sp>
          <p:nvSpPr>
            <p:cNvPr id="10599" name="Google Shape;10599;p123"/>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0" name="Google Shape;10600;p123"/>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1" name="Google Shape;10601;p123"/>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2" name="Google Shape;10602;p123"/>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03" name="Google Shape;10603;p123"/>
          <p:cNvGrpSpPr/>
          <p:nvPr/>
        </p:nvGrpSpPr>
        <p:grpSpPr>
          <a:xfrm>
            <a:off x="3005407" y="2008859"/>
            <a:ext cx="395871" cy="372088"/>
            <a:chOff x="-41291625" y="2339025"/>
            <a:chExt cx="336225" cy="316025"/>
          </a:xfrm>
        </p:grpSpPr>
        <p:sp>
          <p:nvSpPr>
            <p:cNvPr id="10604" name="Google Shape;10604;p123"/>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5" name="Google Shape;10605;p123"/>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606" name="Google Shape;10606;p123"/>
          <p:cNvSpPr/>
          <p:nvPr/>
        </p:nvSpPr>
        <p:spPr>
          <a:xfrm>
            <a:off x="2982027" y="2195874"/>
            <a:ext cx="0" cy="29"/>
          </a:xfrm>
          <a:custGeom>
            <a:rect b="b" l="l" r="r" t="t"/>
            <a:pathLst>
              <a:path extrusionOk="0" h="1" w="12000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7" name="Google Shape;10607;p123"/>
          <p:cNvSpPr/>
          <p:nvPr/>
        </p:nvSpPr>
        <p:spPr>
          <a:xfrm>
            <a:off x="3016426" y="244114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8" name="Google Shape;10608;p123"/>
          <p:cNvSpPr/>
          <p:nvPr/>
        </p:nvSpPr>
        <p:spPr>
          <a:xfrm>
            <a:off x="1807487" y="2877846"/>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9" name="Google Shape;10609;p123"/>
          <p:cNvSpPr/>
          <p:nvPr/>
        </p:nvSpPr>
        <p:spPr>
          <a:xfrm>
            <a:off x="1759274" y="3307876"/>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0" name="Google Shape;10610;p123"/>
          <p:cNvSpPr/>
          <p:nvPr/>
        </p:nvSpPr>
        <p:spPr>
          <a:xfrm>
            <a:off x="1735189" y="380191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1" name="Google Shape;10611;p123"/>
          <p:cNvSpPr/>
          <p:nvPr/>
        </p:nvSpPr>
        <p:spPr>
          <a:xfrm>
            <a:off x="3953247" y="2878081"/>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12" name="Google Shape;10612;p123"/>
          <p:cNvGrpSpPr/>
          <p:nvPr/>
        </p:nvGrpSpPr>
        <p:grpSpPr>
          <a:xfrm>
            <a:off x="1229534" y="1533910"/>
            <a:ext cx="396931" cy="373147"/>
            <a:chOff x="-42804750" y="1949600"/>
            <a:chExt cx="337125" cy="316925"/>
          </a:xfrm>
        </p:grpSpPr>
        <p:sp>
          <p:nvSpPr>
            <p:cNvPr id="10613" name="Google Shape;10613;p123"/>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4" name="Google Shape;10614;p123"/>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5" name="Google Shape;10615;p123"/>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16" name="Google Shape;10616;p123"/>
          <p:cNvGrpSpPr/>
          <p:nvPr/>
        </p:nvGrpSpPr>
        <p:grpSpPr>
          <a:xfrm>
            <a:off x="1292211" y="1986607"/>
            <a:ext cx="335706" cy="364258"/>
            <a:chOff x="-42778750" y="2320125"/>
            <a:chExt cx="285125" cy="309375"/>
          </a:xfrm>
        </p:grpSpPr>
        <p:sp>
          <p:nvSpPr>
            <p:cNvPr id="10617" name="Google Shape;10617;p123"/>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8" name="Google Shape;10618;p123"/>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19" name="Google Shape;10619;p123"/>
          <p:cNvGrpSpPr/>
          <p:nvPr/>
        </p:nvGrpSpPr>
        <p:grpSpPr>
          <a:xfrm>
            <a:off x="1269879" y="2433612"/>
            <a:ext cx="375591" cy="374678"/>
            <a:chOff x="-42796875" y="2680675"/>
            <a:chExt cx="319000" cy="318225"/>
          </a:xfrm>
        </p:grpSpPr>
        <p:sp>
          <p:nvSpPr>
            <p:cNvPr id="10620" name="Google Shape;10620;p123"/>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1" name="Google Shape;10621;p123"/>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2" name="Google Shape;10622;p123"/>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3" name="Google Shape;10623;p123"/>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4" name="Google Shape;10624;p123"/>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625" name="Google Shape;10625;p123"/>
          <p:cNvSpPr/>
          <p:nvPr/>
        </p:nvSpPr>
        <p:spPr>
          <a:xfrm>
            <a:off x="3439644" y="1559525"/>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6" name="Google Shape;10626;p123"/>
          <p:cNvSpPr/>
          <p:nvPr/>
        </p:nvSpPr>
        <p:spPr>
          <a:xfrm>
            <a:off x="3459773" y="204099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7" name="Google Shape;10627;p123"/>
          <p:cNvSpPr/>
          <p:nvPr/>
        </p:nvSpPr>
        <p:spPr>
          <a:xfrm>
            <a:off x="3469303" y="244114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8" name="Google Shape;10628;p123"/>
          <p:cNvSpPr/>
          <p:nvPr/>
        </p:nvSpPr>
        <p:spPr>
          <a:xfrm>
            <a:off x="2230466" y="2877846"/>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9" name="Google Shape;10629;p123"/>
          <p:cNvSpPr/>
          <p:nvPr/>
        </p:nvSpPr>
        <p:spPr>
          <a:xfrm>
            <a:off x="2117481" y="3661407"/>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30" name="Google Shape;10630;p123"/>
          <p:cNvGrpSpPr/>
          <p:nvPr/>
        </p:nvGrpSpPr>
        <p:grpSpPr>
          <a:xfrm>
            <a:off x="2168150" y="3311887"/>
            <a:ext cx="390426" cy="369586"/>
            <a:chOff x="-39055650" y="2315975"/>
            <a:chExt cx="331600" cy="313900"/>
          </a:xfrm>
        </p:grpSpPr>
        <p:sp>
          <p:nvSpPr>
            <p:cNvPr id="10631" name="Google Shape;10631;p123"/>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2" name="Google Shape;10632;p123"/>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633" name="Google Shape;10633;p123"/>
          <p:cNvSpPr/>
          <p:nvPr/>
        </p:nvSpPr>
        <p:spPr>
          <a:xfrm>
            <a:off x="2174857" y="382988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4" name="Google Shape;10634;p123"/>
          <p:cNvSpPr/>
          <p:nvPr/>
        </p:nvSpPr>
        <p:spPr>
          <a:xfrm>
            <a:off x="3995440" y="3297221"/>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35" name="Google Shape;10635;p123"/>
          <p:cNvGrpSpPr/>
          <p:nvPr/>
        </p:nvGrpSpPr>
        <p:grpSpPr>
          <a:xfrm>
            <a:off x="1659816" y="1534087"/>
            <a:ext cx="380241" cy="371793"/>
            <a:chOff x="-42430625" y="1949750"/>
            <a:chExt cx="322950" cy="315775"/>
          </a:xfrm>
        </p:grpSpPr>
        <p:sp>
          <p:nvSpPr>
            <p:cNvPr id="10636" name="Google Shape;10636;p123"/>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7" name="Google Shape;10637;p123"/>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8" name="Google Shape;10638;p123"/>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9" name="Google Shape;10639;p123"/>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640" name="Google Shape;10640;p123"/>
          <p:cNvSpPr/>
          <p:nvPr/>
        </p:nvSpPr>
        <p:spPr>
          <a:xfrm>
            <a:off x="1719036" y="1981654"/>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1" name="Google Shape;10641;p123"/>
          <p:cNvSpPr/>
          <p:nvPr/>
        </p:nvSpPr>
        <p:spPr>
          <a:xfrm>
            <a:off x="1696509" y="241409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2" name="Google Shape;10642;p123"/>
          <p:cNvSpPr/>
          <p:nvPr/>
        </p:nvSpPr>
        <p:spPr>
          <a:xfrm>
            <a:off x="3917021" y="1568326"/>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3" name="Google Shape;10643;p123"/>
          <p:cNvSpPr/>
          <p:nvPr/>
        </p:nvSpPr>
        <p:spPr>
          <a:xfrm>
            <a:off x="3936416" y="200761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4" name="Google Shape;10644;p123"/>
          <p:cNvSpPr/>
          <p:nvPr/>
        </p:nvSpPr>
        <p:spPr>
          <a:xfrm>
            <a:off x="3906859" y="243994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5" name="Google Shape;10645;p123"/>
          <p:cNvSpPr/>
          <p:nvPr/>
        </p:nvSpPr>
        <p:spPr>
          <a:xfrm>
            <a:off x="2616350" y="2874814"/>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46" name="Google Shape;10646;p123"/>
          <p:cNvGrpSpPr/>
          <p:nvPr/>
        </p:nvGrpSpPr>
        <p:grpSpPr>
          <a:xfrm>
            <a:off x="2623344" y="3310032"/>
            <a:ext cx="372824" cy="372058"/>
            <a:chOff x="-38686275" y="2314400"/>
            <a:chExt cx="316650" cy="316000"/>
          </a:xfrm>
        </p:grpSpPr>
        <p:sp>
          <p:nvSpPr>
            <p:cNvPr id="10647" name="Google Shape;10647;p123"/>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8" name="Google Shape;10648;p123"/>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49" name="Google Shape;10649;p123"/>
          <p:cNvGrpSpPr/>
          <p:nvPr/>
        </p:nvGrpSpPr>
        <p:grpSpPr>
          <a:xfrm>
            <a:off x="2621946" y="3802072"/>
            <a:ext cx="375620" cy="373736"/>
            <a:chOff x="-38686275" y="2682250"/>
            <a:chExt cx="319025" cy="317425"/>
          </a:xfrm>
        </p:grpSpPr>
        <p:sp>
          <p:nvSpPr>
            <p:cNvPr id="10650" name="Google Shape;10650;p123"/>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1" name="Google Shape;10651;p123"/>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52" name="Google Shape;10652;p123"/>
          <p:cNvGrpSpPr/>
          <p:nvPr/>
        </p:nvGrpSpPr>
        <p:grpSpPr>
          <a:xfrm>
            <a:off x="3940328" y="3800615"/>
            <a:ext cx="391368" cy="376650"/>
            <a:chOff x="-37534750" y="2668075"/>
            <a:chExt cx="332400" cy="319900"/>
          </a:xfrm>
        </p:grpSpPr>
        <p:sp>
          <p:nvSpPr>
            <p:cNvPr id="10653" name="Google Shape;10653;p123"/>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4" name="Google Shape;10654;p123"/>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655" name="Google Shape;10655;p123"/>
          <p:cNvSpPr/>
          <p:nvPr/>
        </p:nvSpPr>
        <p:spPr>
          <a:xfrm>
            <a:off x="2106751" y="1533329"/>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56" name="Google Shape;10656;p123"/>
          <p:cNvGrpSpPr/>
          <p:nvPr/>
        </p:nvGrpSpPr>
        <p:grpSpPr>
          <a:xfrm>
            <a:off x="2131694" y="1981750"/>
            <a:ext cx="375591" cy="374060"/>
            <a:chOff x="-42062025" y="2316000"/>
            <a:chExt cx="319000" cy="317700"/>
          </a:xfrm>
        </p:grpSpPr>
        <p:sp>
          <p:nvSpPr>
            <p:cNvPr id="10657" name="Google Shape;10657;p123"/>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8" name="Google Shape;10658;p123"/>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659" name="Google Shape;10659;p123"/>
          <p:cNvSpPr/>
          <p:nvPr/>
        </p:nvSpPr>
        <p:spPr>
          <a:xfrm>
            <a:off x="2135027" y="2413185"/>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60" name="Google Shape;10660;p123"/>
          <p:cNvGrpSpPr/>
          <p:nvPr/>
        </p:nvGrpSpPr>
        <p:grpSpPr>
          <a:xfrm>
            <a:off x="876569" y="2892853"/>
            <a:ext cx="330143" cy="368173"/>
            <a:chOff x="-40150450" y="1977325"/>
            <a:chExt cx="280400" cy="312700"/>
          </a:xfrm>
        </p:grpSpPr>
        <p:sp>
          <p:nvSpPr>
            <p:cNvPr id="10661" name="Google Shape;10661;p123"/>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2" name="Google Shape;10662;p123"/>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3" name="Google Shape;10663;p123"/>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4" name="Google Shape;10664;p123"/>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65" name="Google Shape;10665;p123"/>
          <p:cNvGrpSpPr/>
          <p:nvPr/>
        </p:nvGrpSpPr>
        <p:grpSpPr>
          <a:xfrm>
            <a:off x="870534" y="3352072"/>
            <a:ext cx="342211" cy="372824"/>
            <a:chOff x="-40160700" y="2339625"/>
            <a:chExt cx="290650" cy="316650"/>
          </a:xfrm>
        </p:grpSpPr>
        <p:sp>
          <p:nvSpPr>
            <p:cNvPr id="10666" name="Google Shape;10666;p123"/>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7" name="Google Shape;10667;p123"/>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8" name="Google Shape;10668;p123"/>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9" name="Google Shape;10669;p123"/>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70" name="Google Shape;10670;p123"/>
          <p:cNvGrpSpPr/>
          <p:nvPr/>
        </p:nvGrpSpPr>
        <p:grpSpPr>
          <a:xfrm>
            <a:off x="852359" y="3802529"/>
            <a:ext cx="375591" cy="372824"/>
            <a:chOff x="-40171725" y="2705875"/>
            <a:chExt cx="319000" cy="316650"/>
          </a:xfrm>
        </p:grpSpPr>
        <p:sp>
          <p:nvSpPr>
            <p:cNvPr id="10671" name="Google Shape;10671;p123"/>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2" name="Google Shape;10672;p123"/>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73" name="Google Shape;10673;p123"/>
          <p:cNvGrpSpPr/>
          <p:nvPr/>
        </p:nvGrpSpPr>
        <p:grpSpPr>
          <a:xfrm>
            <a:off x="3109957" y="2876984"/>
            <a:ext cx="272686" cy="373766"/>
            <a:chOff x="-38275925" y="1946600"/>
            <a:chExt cx="231600" cy="317450"/>
          </a:xfrm>
        </p:grpSpPr>
        <p:sp>
          <p:nvSpPr>
            <p:cNvPr id="10674" name="Google Shape;10674;p123"/>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5" name="Google Shape;10675;p123"/>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676" name="Google Shape;10676;p123"/>
          <p:cNvSpPr/>
          <p:nvPr/>
        </p:nvSpPr>
        <p:spPr>
          <a:xfrm>
            <a:off x="3057873" y="3308700"/>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7" name="Google Shape;10677;p123"/>
          <p:cNvSpPr/>
          <p:nvPr/>
        </p:nvSpPr>
        <p:spPr>
          <a:xfrm>
            <a:off x="3137950" y="380160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78" name="Google Shape;10678;p123"/>
          <p:cNvGrpSpPr/>
          <p:nvPr/>
        </p:nvGrpSpPr>
        <p:grpSpPr>
          <a:xfrm>
            <a:off x="2173841" y="4274426"/>
            <a:ext cx="382096" cy="371911"/>
            <a:chOff x="-37190575" y="1951325"/>
            <a:chExt cx="324525" cy="315875"/>
          </a:xfrm>
        </p:grpSpPr>
        <p:sp>
          <p:nvSpPr>
            <p:cNvPr id="10679" name="Google Shape;10679;p123"/>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0" name="Google Shape;10680;p123"/>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1" name="Google Shape;10681;p123"/>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2" name="Google Shape;10682;p123"/>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3" name="Google Shape;10683;p123"/>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684" name="Google Shape;10684;p123"/>
          <p:cNvSpPr/>
          <p:nvPr/>
        </p:nvSpPr>
        <p:spPr>
          <a:xfrm>
            <a:off x="2541596" y="1531475"/>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85" name="Google Shape;10685;p123"/>
          <p:cNvGrpSpPr/>
          <p:nvPr/>
        </p:nvGrpSpPr>
        <p:grpSpPr>
          <a:xfrm>
            <a:off x="2574144" y="2060577"/>
            <a:ext cx="373736" cy="293055"/>
            <a:chOff x="-41694200" y="2382950"/>
            <a:chExt cx="317425" cy="248900"/>
          </a:xfrm>
        </p:grpSpPr>
        <p:sp>
          <p:nvSpPr>
            <p:cNvPr id="10686" name="Google Shape;10686;p123"/>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7" name="Google Shape;10687;p123"/>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88" name="Google Shape;10688;p123"/>
          <p:cNvGrpSpPr/>
          <p:nvPr/>
        </p:nvGrpSpPr>
        <p:grpSpPr>
          <a:xfrm>
            <a:off x="2570967" y="2413885"/>
            <a:ext cx="375591" cy="373766"/>
            <a:chOff x="-41695775" y="2683025"/>
            <a:chExt cx="319000" cy="317450"/>
          </a:xfrm>
        </p:grpSpPr>
        <p:sp>
          <p:nvSpPr>
            <p:cNvPr id="10689" name="Google Shape;10689;p123"/>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0" name="Google Shape;10690;p123"/>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1" name="Google Shape;10691;p123"/>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92" name="Google Shape;10692;p123"/>
          <p:cNvGrpSpPr/>
          <p:nvPr/>
        </p:nvGrpSpPr>
        <p:grpSpPr>
          <a:xfrm>
            <a:off x="1313266" y="2906655"/>
            <a:ext cx="342211" cy="375620"/>
            <a:chOff x="-39792875" y="1971800"/>
            <a:chExt cx="290650" cy="319025"/>
          </a:xfrm>
        </p:grpSpPr>
        <p:sp>
          <p:nvSpPr>
            <p:cNvPr id="10693" name="Google Shape;10693;p123"/>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4" name="Google Shape;10694;p123"/>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95" name="Google Shape;10695;p123"/>
          <p:cNvGrpSpPr/>
          <p:nvPr/>
        </p:nvGrpSpPr>
        <p:grpSpPr>
          <a:xfrm>
            <a:off x="1322068" y="3337731"/>
            <a:ext cx="324609" cy="374825"/>
            <a:chOff x="-39783425" y="2337925"/>
            <a:chExt cx="275700" cy="318350"/>
          </a:xfrm>
        </p:grpSpPr>
        <p:sp>
          <p:nvSpPr>
            <p:cNvPr id="10696" name="Google Shape;10696;p123"/>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7" name="Google Shape;10697;p123"/>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698" name="Google Shape;10698;p123"/>
          <p:cNvSpPr/>
          <p:nvPr/>
        </p:nvSpPr>
        <p:spPr>
          <a:xfrm>
            <a:off x="1296433" y="3802308"/>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99" name="Google Shape;10699;p123"/>
          <p:cNvGrpSpPr/>
          <p:nvPr/>
        </p:nvGrpSpPr>
        <p:grpSpPr>
          <a:xfrm>
            <a:off x="3490328" y="2878839"/>
            <a:ext cx="383950" cy="372618"/>
            <a:chOff x="-37956150" y="1948175"/>
            <a:chExt cx="326100" cy="316475"/>
          </a:xfrm>
        </p:grpSpPr>
        <p:sp>
          <p:nvSpPr>
            <p:cNvPr id="10700" name="Google Shape;10700;p123"/>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1" name="Google Shape;10701;p123"/>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2" name="Google Shape;10702;p123"/>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03" name="Google Shape;10703;p123"/>
          <p:cNvGrpSpPr/>
          <p:nvPr/>
        </p:nvGrpSpPr>
        <p:grpSpPr>
          <a:xfrm>
            <a:off x="3497847" y="3386092"/>
            <a:ext cx="375620" cy="243015"/>
            <a:chOff x="-37953000" y="2379000"/>
            <a:chExt cx="319025" cy="206400"/>
          </a:xfrm>
        </p:grpSpPr>
        <p:sp>
          <p:nvSpPr>
            <p:cNvPr id="10704" name="Google Shape;10704;p123"/>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5" name="Google Shape;10705;p123"/>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6" name="Google Shape;10706;p123"/>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7" name="Google Shape;10707;p123"/>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8" name="Google Shape;10708;p123"/>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09" name="Google Shape;10709;p123"/>
          <p:cNvSpPr/>
          <p:nvPr/>
        </p:nvSpPr>
        <p:spPr>
          <a:xfrm>
            <a:off x="3490950" y="380160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0" name="Google Shape;10710;p123"/>
          <p:cNvSpPr/>
          <p:nvPr/>
        </p:nvSpPr>
        <p:spPr>
          <a:xfrm>
            <a:off x="2669201" y="427348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1" name="Google Shape;10711;p123"/>
          <p:cNvSpPr txBox="1"/>
          <p:nvPr>
            <p:ph idx="4294967295" type="title"/>
          </p:nvPr>
        </p:nvSpPr>
        <p:spPr>
          <a:xfrm>
            <a:off x="849675" y="947925"/>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712" name="Google Shape;10712;p123"/>
          <p:cNvSpPr txBox="1"/>
          <p:nvPr>
            <p:ph idx="4294967295" type="title"/>
          </p:nvPr>
        </p:nvSpPr>
        <p:spPr>
          <a:xfrm>
            <a:off x="4858400" y="947925"/>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0713" name="Google Shape;10713;p123"/>
          <p:cNvSpPr/>
          <p:nvPr/>
        </p:nvSpPr>
        <p:spPr>
          <a:xfrm>
            <a:off x="4866545" y="1581240"/>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14" name="Google Shape;10714;p123"/>
          <p:cNvGrpSpPr/>
          <p:nvPr/>
        </p:nvGrpSpPr>
        <p:grpSpPr>
          <a:xfrm>
            <a:off x="4879719" y="2451434"/>
            <a:ext cx="325858" cy="351327"/>
            <a:chOff x="-28461325" y="2701925"/>
            <a:chExt cx="272525" cy="293825"/>
          </a:xfrm>
        </p:grpSpPr>
        <p:sp>
          <p:nvSpPr>
            <p:cNvPr id="10715" name="Google Shape;10715;p123"/>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6" name="Google Shape;10716;p123"/>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7" name="Google Shape;10717;p123"/>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18" name="Google Shape;10718;p123"/>
          <p:cNvGrpSpPr/>
          <p:nvPr/>
        </p:nvGrpSpPr>
        <p:grpSpPr>
          <a:xfrm>
            <a:off x="7103910" y="1625071"/>
            <a:ext cx="354107" cy="226974"/>
            <a:chOff x="-26585200" y="2025375"/>
            <a:chExt cx="296150" cy="189825"/>
          </a:xfrm>
        </p:grpSpPr>
        <p:sp>
          <p:nvSpPr>
            <p:cNvPr id="10719" name="Google Shape;10719;p123"/>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0" name="Google Shape;10720;p123"/>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1" name="Google Shape;10721;p123"/>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2" name="Google Shape;10722;p123"/>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3" name="Google Shape;10723;p123"/>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24" name="Google Shape;10724;p123"/>
          <p:cNvGrpSpPr/>
          <p:nvPr/>
        </p:nvGrpSpPr>
        <p:grpSpPr>
          <a:xfrm>
            <a:off x="7104373" y="2009294"/>
            <a:ext cx="353180" cy="353180"/>
            <a:chOff x="-26584425" y="2340425"/>
            <a:chExt cx="295375" cy="295375"/>
          </a:xfrm>
        </p:grpSpPr>
        <p:sp>
          <p:nvSpPr>
            <p:cNvPr id="10725" name="Google Shape;10725;p123"/>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6" name="Google Shape;10726;p123"/>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7" name="Google Shape;10727;p123"/>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8" name="Google Shape;10728;p123"/>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9" name="Google Shape;10729;p123"/>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30" name="Google Shape;10730;p123"/>
          <p:cNvGrpSpPr/>
          <p:nvPr/>
        </p:nvGrpSpPr>
        <p:grpSpPr>
          <a:xfrm>
            <a:off x="7099202" y="2450388"/>
            <a:ext cx="363523" cy="353419"/>
            <a:chOff x="-26585200" y="2710400"/>
            <a:chExt cx="304025" cy="295575"/>
          </a:xfrm>
        </p:grpSpPr>
        <p:sp>
          <p:nvSpPr>
            <p:cNvPr id="10731" name="Google Shape;10731;p123"/>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2" name="Google Shape;10732;p123"/>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3" name="Google Shape;10733;p123"/>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4" name="Google Shape;10734;p123"/>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5" name="Google Shape;10735;p123"/>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6" name="Google Shape;10736;p123"/>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7" name="Google Shape;10737;p123"/>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8" name="Google Shape;10738;p123"/>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9" name="Google Shape;10739;p123"/>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0" name="Google Shape;10740;p123"/>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1" name="Google Shape;10741;p123"/>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2" name="Google Shape;10742;p123"/>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43" name="Google Shape;10743;p123"/>
          <p:cNvGrpSpPr/>
          <p:nvPr/>
        </p:nvGrpSpPr>
        <p:grpSpPr>
          <a:xfrm>
            <a:off x="5754337" y="2891866"/>
            <a:ext cx="354136" cy="353210"/>
            <a:chOff x="-24709875" y="1970225"/>
            <a:chExt cx="296175" cy="295400"/>
          </a:xfrm>
        </p:grpSpPr>
        <p:sp>
          <p:nvSpPr>
            <p:cNvPr id="10744" name="Google Shape;10744;p123"/>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5" name="Google Shape;10745;p123"/>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46" name="Google Shape;10746;p123"/>
          <p:cNvGrpSpPr/>
          <p:nvPr/>
        </p:nvGrpSpPr>
        <p:grpSpPr>
          <a:xfrm>
            <a:off x="5786352" y="3338744"/>
            <a:ext cx="290107" cy="354107"/>
            <a:chOff x="-24683100" y="2340425"/>
            <a:chExt cx="242625" cy="296150"/>
          </a:xfrm>
        </p:grpSpPr>
        <p:sp>
          <p:nvSpPr>
            <p:cNvPr id="10747" name="Google Shape;10747;p123"/>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8" name="Google Shape;10748;p123"/>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9" name="Google Shape;10749;p123"/>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0" name="Google Shape;10750;p123"/>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51" name="Google Shape;10751;p123"/>
          <p:cNvSpPr/>
          <p:nvPr/>
        </p:nvSpPr>
        <p:spPr>
          <a:xfrm>
            <a:off x="5786789" y="3779910"/>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52" name="Google Shape;10752;p123"/>
          <p:cNvGrpSpPr/>
          <p:nvPr/>
        </p:nvGrpSpPr>
        <p:grpSpPr>
          <a:xfrm>
            <a:off x="7992594" y="2891866"/>
            <a:ext cx="360713" cy="353210"/>
            <a:chOff x="-22881800" y="1971800"/>
            <a:chExt cx="301675" cy="295400"/>
          </a:xfrm>
        </p:grpSpPr>
        <p:sp>
          <p:nvSpPr>
            <p:cNvPr id="10753" name="Google Shape;10753;p123"/>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4" name="Google Shape;10754;p123"/>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5" name="Google Shape;10755;p123"/>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6" name="Google Shape;10756;p123"/>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7" name="Google Shape;10757;p123"/>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8" name="Google Shape;10758;p123"/>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59" name="Google Shape;10759;p123"/>
          <p:cNvSpPr/>
          <p:nvPr/>
        </p:nvSpPr>
        <p:spPr>
          <a:xfrm>
            <a:off x="5326091" y="1561466"/>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60" name="Google Shape;10760;p123"/>
          <p:cNvGrpSpPr/>
          <p:nvPr/>
        </p:nvGrpSpPr>
        <p:grpSpPr>
          <a:xfrm>
            <a:off x="5368939" y="2450029"/>
            <a:ext cx="227930" cy="354136"/>
            <a:chOff x="-28043900" y="2701925"/>
            <a:chExt cx="190625" cy="296175"/>
          </a:xfrm>
        </p:grpSpPr>
        <p:sp>
          <p:nvSpPr>
            <p:cNvPr id="10761" name="Google Shape;10761;p123"/>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2" name="Google Shape;10762;p123"/>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3" name="Google Shape;10763;p123"/>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4" name="Google Shape;10764;p123"/>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5" name="Google Shape;10765;p123"/>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66" name="Google Shape;10766;p123"/>
          <p:cNvGrpSpPr/>
          <p:nvPr/>
        </p:nvGrpSpPr>
        <p:grpSpPr>
          <a:xfrm>
            <a:off x="7541805" y="1561968"/>
            <a:ext cx="354136" cy="353180"/>
            <a:chOff x="-26215025" y="1971025"/>
            <a:chExt cx="296175" cy="295375"/>
          </a:xfrm>
        </p:grpSpPr>
        <p:sp>
          <p:nvSpPr>
            <p:cNvPr id="10767" name="Google Shape;10767;p123"/>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8" name="Google Shape;10768;p123"/>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9" name="Google Shape;10769;p123"/>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0" name="Google Shape;10770;p123"/>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1" name="Google Shape;10771;p123"/>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2" name="Google Shape;10772;p123"/>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3" name="Google Shape;10773;p123"/>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4" name="Google Shape;10774;p123"/>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75" name="Google Shape;10775;p123"/>
          <p:cNvGrpSpPr/>
          <p:nvPr/>
        </p:nvGrpSpPr>
        <p:grpSpPr>
          <a:xfrm>
            <a:off x="7541327" y="2009758"/>
            <a:ext cx="355093" cy="352253"/>
            <a:chOff x="-26215825" y="2341200"/>
            <a:chExt cx="296975" cy="294600"/>
          </a:xfrm>
        </p:grpSpPr>
        <p:sp>
          <p:nvSpPr>
            <p:cNvPr id="10776" name="Google Shape;10776;p123"/>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7" name="Google Shape;10777;p123"/>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78" name="Google Shape;10778;p123"/>
          <p:cNvGrpSpPr/>
          <p:nvPr/>
        </p:nvGrpSpPr>
        <p:grpSpPr>
          <a:xfrm>
            <a:off x="7573357" y="2450508"/>
            <a:ext cx="291033" cy="353180"/>
            <a:chOff x="-26179575" y="2710600"/>
            <a:chExt cx="243400" cy="295375"/>
          </a:xfrm>
        </p:grpSpPr>
        <p:sp>
          <p:nvSpPr>
            <p:cNvPr id="10779" name="Google Shape;10779;p123"/>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0" name="Google Shape;10780;p123"/>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1" name="Google Shape;10781;p123"/>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82" name="Google Shape;10782;p123"/>
          <p:cNvGrpSpPr/>
          <p:nvPr/>
        </p:nvGrpSpPr>
        <p:grpSpPr>
          <a:xfrm>
            <a:off x="6212417" y="2891881"/>
            <a:ext cx="337187" cy="353180"/>
            <a:chOff x="-24328675" y="1971025"/>
            <a:chExt cx="282000" cy="295375"/>
          </a:xfrm>
        </p:grpSpPr>
        <p:sp>
          <p:nvSpPr>
            <p:cNvPr id="10783" name="Google Shape;10783;p123"/>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4" name="Google Shape;10784;p123"/>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85" name="Google Shape;10785;p123"/>
          <p:cNvGrpSpPr/>
          <p:nvPr/>
        </p:nvGrpSpPr>
        <p:grpSpPr>
          <a:xfrm>
            <a:off x="6214778" y="3339207"/>
            <a:ext cx="332464" cy="353180"/>
            <a:chOff x="-24330250" y="2340425"/>
            <a:chExt cx="278050" cy="295375"/>
          </a:xfrm>
        </p:grpSpPr>
        <p:sp>
          <p:nvSpPr>
            <p:cNvPr id="10786" name="Google Shape;10786;p123"/>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7" name="Google Shape;10787;p123"/>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8" name="Google Shape;10788;p123"/>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9" name="Google Shape;10789;p123"/>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0" name="Google Shape;10790;p123"/>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1" name="Google Shape;10791;p123"/>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2" name="Google Shape;10792;p123"/>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93" name="Google Shape;10793;p123"/>
          <p:cNvGrpSpPr/>
          <p:nvPr/>
        </p:nvGrpSpPr>
        <p:grpSpPr>
          <a:xfrm>
            <a:off x="6204420" y="3780420"/>
            <a:ext cx="353180" cy="353180"/>
            <a:chOff x="-24338900" y="2710600"/>
            <a:chExt cx="295375" cy="295375"/>
          </a:xfrm>
        </p:grpSpPr>
        <p:sp>
          <p:nvSpPr>
            <p:cNvPr id="10794" name="Google Shape;10794;p123"/>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5" name="Google Shape;10795;p123"/>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96" name="Google Shape;10796;p123"/>
          <p:cNvGrpSpPr/>
          <p:nvPr/>
        </p:nvGrpSpPr>
        <p:grpSpPr>
          <a:xfrm>
            <a:off x="7995419" y="3339805"/>
            <a:ext cx="355063" cy="351984"/>
            <a:chOff x="-22859750" y="2335900"/>
            <a:chExt cx="296950" cy="294375"/>
          </a:xfrm>
        </p:grpSpPr>
        <p:sp>
          <p:nvSpPr>
            <p:cNvPr id="10797" name="Google Shape;10797;p123"/>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8" name="Google Shape;10798;p123"/>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9" name="Google Shape;10799;p123"/>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00" name="Google Shape;10800;p123"/>
          <p:cNvGrpSpPr/>
          <p:nvPr/>
        </p:nvGrpSpPr>
        <p:grpSpPr>
          <a:xfrm>
            <a:off x="5774767" y="1561953"/>
            <a:ext cx="311749" cy="353210"/>
            <a:chOff x="-27710725" y="1959200"/>
            <a:chExt cx="260725" cy="295400"/>
          </a:xfrm>
        </p:grpSpPr>
        <p:sp>
          <p:nvSpPr>
            <p:cNvPr id="10801" name="Google Shape;10801;p123"/>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2" name="Google Shape;10802;p123"/>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03" name="Google Shape;10803;p123"/>
          <p:cNvSpPr/>
          <p:nvPr/>
        </p:nvSpPr>
        <p:spPr>
          <a:xfrm>
            <a:off x="5753569" y="2456827"/>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4" name="Google Shape;10804;p123"/>
          <p:cNvSpPr/>
          <p:nvPr/>
        </p:nvSpPr>
        <p:spPr>
          <a:xfrm>
            <a:off x="7984417" y="1561466"/>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05" name="Google Shape;10805;p123"/>
          <p:cNvGrpSpPr/>
          <p:nvPr/>
        </p:nvGrpSpPr>
        <p:grpSpPr>
          <a:xfrm>
            <a:off x="7983975" y="2018710"/>
            <a:ext cx="354136" cy="334348"/>
            <a:chOff x="-25844850" y="2357750"/>
            <a:chExt cx="296175" cy="279625"/>
          </a:xfrm>
        </p:grpSpPr>
        <p:sp>
          <p:nvSpPr>
            <p:cNvPr id="10806" name="Google Shape;10806;p123"/>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7" name="Google Shape;10807;p123"/>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8" name="Google Shape;10808;p123"/>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9" name="Google Shape;10809;p123"/>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0" name="Google Shape;10810;p123"/>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1" name="Google Shape;10811;p123"/>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12" name="Google Shape;10812;p123"/>
          <p:cNvSpPr/>
          <p:nvPr/>
        </p:nvSpPr>
        <p:spPr>
          <a:xfrm>
            <a:off x="7982071" y="2450116"/>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13" name="Google Shape;10813;p123"/>
          <p:cNvGrpSpPr/>
          <p:nvPr/>
        </p:nvGrpSpPr>
        <p:grpSpPr>
          <a:xfrm>
            <a:off x="6712883" y="2891866"/>
            <a:ext cx="228887" cy="353210"/>
            <a:chOff x="-23917525" y="1970225"/>
            <a:chExt cx="191425" cy="295400"/>
          </a:xfrm>
        </p:grpSpPr>
        <p:sp>
          <p:nvSpPr>
            <p:cNvPr id="10814" name="Google Shape;10814;p123"/>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5" name="Google Shape;10815;p123"/>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6" name="Google Shape;10816;p123"/>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17" name="Google Shape;10817;p123"/>
          <p:cNvGrpSpPr/>
          <p:nvPr/>
        </p:nvGrpSpPr>
        <p:grpSpPr>
          <a:xfrm>
            <a:off x="6668164" y="3338744"/>
            <a:ext cx="318325" cy="354107"/>
            <a:chOff x="-23952175" y="2340425"/>
            <a:chExt cx="266225" cy="296150"/>
          </a:xfrm>
        </p:grpSpPr>
        <p:sp>
          <p:nvSpPr>
            <p:cNvPr id="10818" name="Google Shape;10818;p123"/>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9" name="Google Shape;10819;p123"/>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20" name="Google Shape;10820;p123"/>
          <p:cNvSpPr/>
          <p:nvPr/>
        </p:nvSpPr>
        <p:spPr>
          <a:xfrm>
            <a:off x="6641253" y="3780732"/>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21" name="Google Shape;10821;p123"/>
          <p:cNvGrpSpPr/>
          <p:nvPr/>
        </p:nvGrpSpPr>
        <p:grpSpPr>
          <a:xfrm>
            <a:off x="8053336" y="3779000"/>
            <a:ext cx="239230" cy="356020"/>
            <a:chOff x="-22811700" y="2700350"/>
            <a:chExt cx="200075" cy="297750"/>
          </a:xfrm>
        </p:grpSpPr>
        <p:sp>
          <p:nvSpPr>
            <p:cNvPr id="10822" name="Google Shape;10822;p123"/>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3" name="Google Shape;10823;p123"/>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4" name="Google Shape;10824;p123"/>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25" name="Google Shape;10825;p123"/>
          <p:cNvGrpSpPr/>
          <p:nvPr/>
        </p:nvGrpSpPr>
        <p:grpSpPr>
          <a:xfrm>
            <a:off x="6201787" y="1561490"/>
            <a:ext cx="355063" cy="354136"/>
            <a:chOff x="-27358650" y="1961575"/>
            <a:chExt cx="296950" cy="296175"/>
          </a:xfrm>
        </p:grpSpPr>
        <p:sp>
          <p:nvSpPr>
            <p:cNvPr id="10826" name="Google Shape;10826;p123"/>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7" name="Google Shape;10827;p123"/>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28" name="Google Shape;10828;p123"/>
          <p:cNvGrpSpPr/>
          <p:nvPr/>
        </p:nvGrpSpPr>
        <p:grpSpPr>
          <a:xfrm>
            <a:off x="4865594" y="2008353"/>
            <a:ext cx="1650293" cy="355063"/>
            <a:chOff x="4865594" y="2008353"/>
            <a:chExt cx="1650293" cy="355063"/>
          </a:xfrm>
        </p:grpSpPr>
        <p:grpSp>
          <p:nvGrpSpPr>
            <p:cNvPr id="10829" name="Google Shape;10829;p123"/>
            <p:cNvGrpSpPr/>
            <p:nvPr/>
          </p:nvGrpSpPr>
          <p:grpSpPr>
            <a:xfrm>
              <a:off x="4865594" y="2008353"/>
              <a:ext cx="354107" cy="355063"/>
              <a:chOff x="-28467625" y="2331750"/>
              <a:chExt cx="296150" cy="296950"/>
            </a:xfrm>
          </p:grpSpPr>
          <p:sp>
            <p:nvSpPr>
              <p:cNvPr id="10830" name="Google Shape;10830;p123"/>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1" name="Google Shape;10831;p123"/>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32" name="Google Shape;10832;p123"/>
            <p:cNvSpPr/>
            <p:nvPr/>
          </p:nvSpPr>
          <p:spPr>
            <a:xfrm>
              <a:off x="5304434" y="2008907"/>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33" name="Google Shape;10833;p123"/>
            <p:cNvGrpSpPr/>
            <p:nvPr/>
          </p:nvGrpSpPr>
          <p:grpSpPr>
            <a:xfrm>
              <a:off x="5752631" y="2070499"/>
              <a:ext cx="356020" cy="230770"/>
              <a:chOff x="-27728850" y="2382950"/>
              <a:chExt cx="297750" cy="193000"/>
            </a:xfrm>
          </p:grpSpPr>
          <p:sp>
            <p:nvSpPr>
              <p:cNvPr id="10834" name="Google Shape;10834;p123"/>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5" name="Google Shape;10835;p123"/>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6" name="Google Shape;10836;p123"/>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37" name="Google Shape;10837;p123"/>
            <p:cNvSpPr/>
            <p:nvPr/>
          </p:nvSpPr>
          <p:spPr>
            <a:xfrm>
              <a:off x="6243686" y="2009236"/>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38" name="Google Shape;10838;p123"/>
          <p:cNvSpPr/>
          <p:nvPr/>
        </p:nvSpPr>
        <p:spPr>
          <a:xfrm>
            <a:off x="6202255" y="2449997"/>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9" name="Google Shape;10839;p123"/>
          <p:cNvSpPr/>
          <p:nvPr/>
        </p:nvSpPr>
        <p:spPr>
          <a:xfrm>
            <a:off x="4883479" y="2892321"/>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40" name="Google Shape;10840;p123"/>
          <p:cNvGrpSpPr/>
          <p:nvPr/>
        </p:nvGrpSpPr>
        <p:grpSpPr>
          <a:xfrm>
            <a:off x="4865631" y="3349565"/>
            <a:ext cx="356946" cy="332464"/>
            <a:chOff x="-25477800" y="2357750"/>
            <a:chExt cx="298525" cy="278050"/>
          </a:xfrm>
        </p:grpSpPr>
        <p:sp>
          <p:nvSpPr>
            <p:cNvPr id="10841" name="Google Shape;10841;p123"/>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2" name="Google Shape;10842;p123"/>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43" name="Google Shape;10843;p123"/>
          <p:cNvSpPr/>
          <p:nvPr/>
        </p:nvSpPr>
        <p:spPr>
          <a:xfrm>
            <a:off x="4867009" y="3780313"/>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44" name="Google Shape;10844;p123"/>
          <p:cNvGrpSpPr/>
          <p:nvPr/>
        </p:nvGrpSpPr>
        <p:grpSpPr>
          <a:xfrm>
            <a:off x="7100357" y="2891881"/>
            <a:ext cx="354136" cy="353180"/>
            <a:chOff x="-23599325" y="1971025"/>
            <a:chExt cx="296175" cy="295375"/>
          </a:xfrm>
        </p:grpSpPr>
        <p:sp>
          <p:nvSpPr>
            <p:cNvPr id="10845" name="Google Shape;10845;p123"/>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6" name="Google Shape;10846;p123"/>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47" name="Google Shape;10847;p123"/>
          <p:cNvSpPr/>
          <p:nvPr/>
        </p:nvSpPr>
        <p:spPr>
          <a:xfrm>
            <a:off x="7101239" y="3338237"/>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8" name="Google Shape;10848;p123"/>
          <p:cNvSpPr/>
          <p:nvPr/>
        </p:nvSpPr>
        <p:spPr>
          <a:xfrm>
            <a:off x="7098877" y="3791209"/>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9" name="Google Shape;10849;p123"/>
          <p:cNvSpPr/>
          <p:nvPr/>
        </p:nvSpPr>
        <p:spPr>
          <a:xfrm>
            <a:off x="6201949" y="4272972"/>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50" name="Google Shape;10850;p123"/>
          <p:cNvGrpSpPr/>
          <p:nvPr/>
        </p:nvGrpSpPr>
        <p:grpSpPr>
          <a:xfrm>
            <a:off x="6644801" y="1561609"/>
            <a:ext cx="360713" cy="353897"/>
            <a:chOff x="-26993200" y="1961775"/>
            <a:chExt cx="301675" cy="295975"/>
          </a:xfrm>
        </p:grpSpPr>
        <p:sp>
          <p:nvSpPr>
            <p:cNvPr id="10851" name="Google Shape;10851;p123"/>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2" name="Google Shape;10852;p123"/>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3" name="Google Shape;10853;p123"/>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54" name="Google Shape;10854;p123"/>
          <p:cNvGrpSpPr/>
          <p:nvPr/>
        </p:nvGrpSpPr>
        <p:grpSpPr>
          <a:xfrm>
            <a:off x="6669761" y="2009294"/>
            <a:ext cx="310792" cy="353180"/>
            <a:chOff x="-26970350" y="2332550"/>
            <a:chExt cx="259925" cy="295375"/>
          </a:xfrm>
        </p:grpSpPr>
        <p:sp>
          <p:nvSpPr>
            <p:cNvPr id="10855" name="Google Shape;10855;p123"/>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6" name="Google Shape;10856;p123"/>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57" name="Google Shape;10857;p123"/>
          <p:cNvGrpSpPr/>
          <p:nvPr/>
        </p:nvGrpSpPr>
        <p:grpSpPr>
          <a:xfrm>
            <a:off x="6649046" y="2482059"/>
            <a:ext cx="352223" cy="290077"/>
            <a:chOff x="-26986100" y="2735800"/>
            <a:chExt cx="294575" cy="242600"/>
          </a:xfrm>
        </p:grpSpPr>
        <p:sp>
          <p:nvSpPr>
            <p:cNvPr id="10858" name="Google Shape;10858;p123"/>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9" name="Google Shape;10859;p123"/>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60" name="Google Shape;10860;p123"/>
          <p:cNvSpPr/>
          <p:nvPr/>
        </p:nvSpPr>
        <p:spPr>
          <a:xfrm>
            <a:off x="5308694" y="2891857"/>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61" name="Google Shape;10861;p123"/>
          <p:cNvGrpSpPr/>
          <p:nvPr/>
        </p:nvGrpSpPr>
        <p:grpSpPr>
          <a:xfrm>
            <a:off x="5308265" y="3338744"/>
            <a:ext cx="353180" cy="354107"/>
            <a:chOff x="-25104475" y="2340425"/>
            <a:chExt cx="295375" cy="296150"/>
          </a:xfrm>
        </p:grpSpPr>
        <p:sp>
          <p:nvSpPr>
            <p:cNvPr id="10862" name="Google Shape;10862;p123"/>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3" name="Google Shape;10863;p123"/>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4" name="Google Shape;10864;p123"/>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5" name="Google Shape;10865;p123"/>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6" name="Google Shape;10866;p123"/>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7" name="Google Shape;10867;p123"/>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8" name="Google Shape;10868;p123"/>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9" name="Google Shape;10869;p123"/>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0" name="Google Shape;10870;p123"/>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71" name="Google Shape;10871;p123"/>
          <p:cNvSpPr/>
          <p:nvPr/>
        </p:nvSpPr>
        <p:spPr>
          <a:xfrm>
            <a:off x="5306811" y="3825122"/>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72" name="Google Shape;10872;p123"/>
          <p:cNvGrpSpPr/>
          <p:nvPr/>
        </p:nvGrpSpPr>
        <p:grpSpPr>
          <a:xfrm>
            <a:off x="7548093" y="2891403"/>
            <a:ext cx="355063" cy="354136"/>
            <a:chOff x="-23229925" y="1970225"/>
            <a:chExt cx="296950" cy="296175"/>
          </a:xfrm>
        </p:grpSpPr>
        <p:sp>
          <p:nvSpPr>
            <p:cNvPr id="10873" name="Google Shape;10873;p123"/>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4" name="Google Shape;10874;p123"/>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5" name="Google Shape;10875;p123"/>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6" name="Google Shape;10876;p123"/>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77" name="Google Shape;10877;p123"/>
          <p:cNvGrpSpPr/>
          <p:nvPr/>
        </p:nvGrpSpPr>
        <p:grpSpPr>
          <a:xfrm>
            <a:off x="7590466" y="3338266"/>
            <a:ext cx="270318" cy="355063"/>
            <a:chOff x="-23177950" y="2340425"/>
            <a:chExt cx="226075" cy="296950"/>
          </a:xfrm>
        </p:grpSpPr>
        <p:sp>
          <p:nvSpPr>
            <p:cNvPr id="10878" name="Google Shape;10878;p123"/>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9" name="Google Shape;10879;p123"/>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80" name="Google Shape;10880;p123"/>
          <p:cNvGrpSpPr/>
          <p:nvPr/>
        </p:nvGrpSpPr>
        <p:grpSpPr>
          <a:xfrm>
            <a:off x="7548556" y="3779942"/>
            <a:ext cx="354136" cy="354136"/>
            <a:chOff x="-23229150" y="2710600"/>
            <a:chExt cx="296175" cy="296175"/>
          </a:xfrm>
        </p:grpSpPr>
        <p:sp>
          <p:nvSpPr>
            <p:cNvPr id="10881" name="Google Shape;10881;p123"/>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2" name="Google Shape;10882;p123"/>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83" name="Google Shape;10883;p123"/>
          <p:cNvSpPr/>
          <p:nvPr/>
        </p:nvSpPr>
        <p:spPr>
          <a:xfrm>
            <a:off x="6650549" y="4273454"/>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87" name="Shape 10887"/>
        <p:cNvGrpSpPr/>
        <p:nvPr/>
      </p:nvGrpSpPr>
      <p:grpSpPr>
        <a:xfrm>
          <a:off x="0" y="0"/>
          <a:ext cx="0" cy="0"/>
          <a:chOff x="0" y="0"/>
          <a:chExt cx="0" cy="0"/>
        </a:xfrm>
      </p:grpSpPr>
      <p:sp>
        <p:nvSpPr>
          <p:cNvPr id="10888" name="Google Shape;10888;p124"/>
          <p:cNvSpPr txBox="1"/>
          <p:nvPr>
            <p:ph idx="4294967295" type="title"/>
          </p:nvPr>
        </p:nvSpPr>
        <p:spPr>
          <a:xfrm>
            <a:off x="849675" y="943775"/>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889" name="Google Shape;10889;p124"/>
          <p:cNvSpPr txBox="1"/>
          <p:nvPr>
            <p:ph idx="4294967295" type="title"/>
          </p:nvPr>
        </p:nvSpPr>
        <p:spPr>
          <a:xfrm>
            <a:off x="4858400" y="943775"/>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890" name="Google Shape;10890;p124"/>
          <p:cNvGrpSpPr/>
          <p:nvPr/>
        </p:nvGrpSpPr>
        <p:grpSpPr>
          <a:xfrm>
            <a:off x="854368" y="1541720"/>
            <a:ext cx="366269" cy="366240"/>
            <a:chOff x="-65131525" y="1914325"/>
            <a:chExt cx="316650" cy="316625"/>
          </a:xfrm>
        </p:grpSpPr>
        <p:sp>
          <p:nvSpPr>
            <p:cNvPr id="10891" name="Google Shape;10891;p124"/>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2" name="Google Shape;10892;p124"/>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93" name="Google Shape;10893;p124"/>
          <p:cNvGrpSpPr/>
          <p:nvPr/>
        </p:nvGrpSpPr>
        <p:grpSpPr>
          <a:xfrm>
            <a:off x="854368" y="2022007"/>
            <a:ext cx="366269" cy="366269"/>
            <a:chOff x="-65131525" y="2281350"/>
            <a:chExt cx="316650" cy="316650"/>
          </a:xfrm>
        </p:grpSpPr>
        <p:sp>
          <p:nvSpPr>
            <p:cNvPr id="10894" name="Google Shape;10894;p124"/>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5" name="Google Shape;10895;p124"/>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96" name="Google Shape;10896;p124"/>
          <p:cNvGrpSpPr/>
          <p:nvPr/>
        </p:nvGrpSpPr>
        <p:grpSpPr>
          <a:xfrm>
            <a:off x="857564" y="2487006"/>
            <a:ext cx="359878" cy="367165"/>
            <a:chOff x="-65129950" y="2646800"/>
            <a:chExt cx="311125" cy="317425"/>
          </a:xfrm>
        </p:grpSpPr>
        <p:sp>
          <p:nvSpPr>
            <p:cNvPr id="10897" name="Google Shape;10897;p124"/>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8" name="Google Shape;10898;p124"/>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99" name="Google Shape;10899;p124"/>
          <p:cNvGrpSpPr/>
          <p:nvPr/>
        </p:nvGrpSpPr>
        <p:grpSpPr>
          <a:xfrm>
            <a:off x="3060897" y="1540332"/>
            <a:ext cx="368987" cy="369016"/>
            <a:chOff x="-63252250" y="1930850"/>
            <a:chExt cx="319000" cy="319025"/>
          </a:xfrm>
        </p:grpSpPr>
        <p:sp>
          <p:nvSpPr>
            <p:cNvPr id="10900" name="Google Shape;10900;p124"/>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1" name="Google Shape;10901;p124"/>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02" name="Google Shape;10902;p124"/>
          <p:cNvSpPr/>
          <p:nvPr/>
        </p:nvSpPr>
        <p:spPr>
          <a:xfrm>
            <a:off x="3052893" y="20211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03" name="Google Shape;10903;p124"/>
          <p:cNvGrpSpPr/>
          <p:nvPr/>
        </p:nvGrpSpPr>
        <p:grpSpPr>
          <a:xfrm>
            <a:off x="3061808" y="2486543"/>
            <a:ext cx="367165" cy="368091"/>
            <a:chOff x="-63250675" y="2664125"/>
            <a:chExt cx="317425" cy="318225"/>
          </a:xfrm>
        </p:grpSpPr>
        <p:sp>
          <p:nvSpPr>
            <p:cNvPr id="10904" name="Google Shape;10904;p124"/>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5" name="Google Shape;10905;p124"/>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06" name="Google Shape;10906;p124"/>
          <p:cNvGrpSpPr/>
          <p:nvPr/>
        </p:nvGrpSpPr>
        <p:grpSpPr>
          <a:xfrm>
            <a:off x="1738471" y="2962950"/>
            <a:ext cx="363522" cy="361266"/>
            <a:chOff x="-61354075" y="1940500"/>
            <a:chExt cx="314275" cy="312325"/>
          </a:xfrm>
        </p:grpSpPr>
        <p:sp>
          <p:nvSpPr>
            <p:cNvPr id="10907" name="Google Shape;10907;p124"/>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8" name="Google Shape;10908;p124"/>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9" name="Google Shape;10909;p124"/>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0" name="Google Shape;10910;p124"/>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11" name="Google Shape;10911;p124"/>
          <p:cNvGrpSpPr/>
          <p:nvPr/>
        </p:nvGrpSpPr>
        <p:grpSpPr>
          <a:xfrm>
            <a:off x="1737098" y="3411502"/>
            <a:ext cx="366269" cy="336195"/>
            <a:chOff x="-61354875" y="2322300"/>
            <a:chExt cx="316650" cy="290650"/>
          </a:xfrm>
        </p:grpSpPr>
        <p:sp>
          <p:nvSpPr>
            <p:cNvPr id="10912" name="Google Shape;10912;p124"/>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3" name="Google Shape;10913;p124"/>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4" name="Google Shape;10914;p124"/>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15" name="Google Shape;10915;p124"/>
          <p:cNvGrpSpPr/>
          <p:nvPr/>
        </p:nvGrpSpPr>
        <p:grpSpPr>
          <a:xfrm>
            <a:off x="1737098" y="3839066"/>
            <a:ext cx="366269" cy="366269"/>
            <a:chOff x="-61354875" y="2671225"/>
            <a:chExt cx="316650" cy="316650"/>
          </a:xfrm>
        </p:grpSpPr>
        <p:sp>
          <p:nvSpPr>
            <p:cNvPr id="10916" name="Google Shape;10916;p124"/>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7" name="Google Shape;10917;p124"/>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8" name="Google Shape;10918;p124"/>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9" name="Google Shape;10919;p124"/>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0" name="Google Shape;10920;p124"/>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21" name="Google Shape;10921;p124"/>
          <p:cNvGrpSpPr/>
          <p:nvPr/>
        </p:nvGrpSpPr>
        <p:grpSpPr>
          <a:xfrm>
            <a:off x="3952502" y="2958801"/>
            <a:ext cx="368987" cy="369566"/>
            <a:chOff x="-59502375" y="1904375"/>
            <a:chExt cx="319000" cy="319500"/>
          </a:xfrm>
        </p:grpSpPr>
        <p:sp>
          <p:nvSpPr>
            <p:cNvPr id="10922" name="Google Shape;10922;p124"/>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3" name="Google Shape;10923;p124"/>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4" name="Google Shape;10924;p124"/>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25" name="Google Shape;10925;p124"/>
          <p:cNvGrpSpPr/>
          <p:nvPr/>
        </p:nvGrpSpPr>
        <p:grpSpPr>
          <a:xfrm>
            <a:off x="1298621" y="1543007"/>
            <a:ext cx="368987" cy="363666"/>
            <a:chOff x="-64774725" y="1916550"/>
            <a:chExt cx="319000" cy="314400"/>
          </a:xfrm>
        </p:grpSpPr>
        <p:sp>
          <p:nvSpPr>
            <p:cNvPr id="10926" name="Google Shape;10926;p124"/>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7" name="Google Shape;10927;p124"/>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28" name="Google Shape;10928;p124"/>
          <p:cNvGrpSpPr/>
          <p:nvPr/>
        </p:nvGrpSpPr>
        <p:grpSpPr>
          <a:xfrm>
            <a:off x="1299979" y="2020186"/>
            <a:ext cx="366269" cy="369913"/>
            <a:chOff x="-64764500" y="2280550"/>
            <a:chExt cx="316650" cy="319800"/>
          </a:xfrm>
        </p:grpSpPr>
        <p:sp>
          <p:nvSpPr>
            <p:cNvPr id="10929" name="Google Shape;10929;p124"/>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0" name="Google Shape;10930;p124"/>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31" name="Google Shape;10931;p124"/>
          <p:cNvSpPr/>
          <p:nvPr/>
        </p:nvSpPr>
        <p:spPr>
          <a:xfrm>
            <a:off x="1316753" y="24874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32" name="Google Shape;10932;p124"/>
          <p:cNvGrpSpPr/>
          <p:nvPr/>
        </p:nvGrpSpPr>
        <p:grpSpPr>
          <a:xfrm>
            <a:off x="3512023" y="1579963"/>
            <a:ext cx="365344" cy="289753"/>
            <a:chOff x="-62882850" y="1999375"/>
            <a:chExt cx="315850" cy="250500"/>
          </a:xfrm>
        </p:grpSpPr>
        <p:sp>
          <p:nvSpPr>
            <p:cNvPr id="10933" name="Google Shape;10933;p124"/>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4" name="Google Shape;10934;p124"/>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35" name="Google Shape;10935;p124"/>
          <p:cNvGrpSpPr/>
          <p:nvPr/>
        </p:nvGrpSpPr>
        <p:grpSpPr>
          <a:xfrm>
            <a:off x="3503362" y="2021545"/>
            <a:ext cx="382665" cy="367194"/>
            <a:chOff x="-62890750" y="2296300"/>
            <a:chExt cx="330825" cy="317450"/>
          </a:xfrm>
        </p:grpSpPr>
        <p:sp>
          <p:nvSpPr>
            <p:cNvPr id="10936" name="Google Shape;10936;p124"/>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7" name="Google Shape;10937;p124"/>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8" name="Google Shape;10938;p124"/>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39" name="Google Shape;10939;p124"/>
          <p:cNvGrpSpPr/>
          <p:nvPr/>
        </p:nvGrpSpPr>
        <p:grpSpPr>
          <a:xfrm>
            <a:off x="3512023" y="2487006"/>
            <a:ext cx="365344" cy="367165"/>
            <a:chOff x="-62882850" y="2664925"/>
            <a:chExt cx="315850" cy="317425"/>
          </a:xfrm>
        </p:grpSpPr>
        <p:sp>
          <p:nvSpPr>
            <p:cNvPr id="10940" name="Google Shape;10940;p124"/>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1" name="Google Shape;10941;p124"/>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42" name="Google Shape;10942;p124"/>
          <p:cNvSpPr/>
          <p:nvPr/>
        </p:nvSpPr>
        <p:spPr>
          <a:xfrm>
            <a:off x="2175712" y="29613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43" name="Google Shape;10943;p124"/>
          <p:cNvGrpSpPr/>
          <p:nvPr/>
        </p:nvGrpSpPr>
        <p:grpSpPr>
          <a:xfrm>
            <a:off x="2183172" y="3399646"/>
            <a:ext cx="366269" cy="359907"/>
            <a:chOff x="-60988625" y="2310475"/>
            <a:chExt cx="316650" cy="311150"/>
          </a:xfrm>
        </p:grpSpPr>
        <p:sp>
          <p:nvSpPr>
            <p:cNvPr id="10944" name="Google Shape;10944;p124"/>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5" name="Google Shape;10945;p124"/>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6" name="Google Shape;10946;p124"/>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7" name="Google Shape;10947;p124"/>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8" name="Google Shape;10948;p124"/>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9" name="Google Shape;10949;p124"/>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50" name="Google Shape;10950;p124"/>
          <p:cNvGrpSpPr/>
          <p:nvPr/>
        </p:nvGrpSpPr>
        <p:grpSpPr>
          <a:xfrm>
            <a:off x="2183634" y="3837809"/>
            <a:ext cx="365344" cy="368785"/>
            <a:chOff x="-60987050" y="2671400"/>
            <a:chExt cx="315850" cy="318825"/>
          </a:xfrm>
        </p:grpSpPr>
        <p:sp>
          <p:nvSpPr>
            <p:cNvPr id="10951" name="Google Shape;10951;p124"/>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2" name="Google Shape;10952;p124"/>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53" name="Google Shape;10953;p124"/>
          <p:cNvGrpSpPr/>
          <p:nvPr/>
        </p:nvGrpSpPr>
        <p:grpSpPr>
          <a:xfrm>
            <a:off x="3952500" y="3400571"/>
            <a:ext cx="368987" cy="358056"/>
            <a:chOff x="-59481900" y="2290800"/>
            <a:chExt cx="319000" cy="309550"/>
          </a:xfrm>
        </p:grpSpPr>
        <p:sp>
          <p:nvSpPr>
            <p:cNvPr id="10954" name="Google Shape;10954;p124"/>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5" name="Google Shape;10955;p124"/>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6" name="Google Shape;10956;p124"/>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7" name="Google Shape;10957;p124"/>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8" name="Google Shape;10958;p124"/>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9" name="Google Shape;10959;p124"/>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60" name="Google Shape;10960;p124"/>
          <p:cNvGrpSpPr/>
          <p:nvPr/>
        </p:nvGrpSpPr>
        <p:grpSpPr>
          <a:xfrm>
            <a:off x="1741805" y="1541344"/>
            <a:ext cx="368987" cy="366992"/>
            <a:chOff x="-64401400" y="1914475"/>
            <a:chExt cx="319000" cy="317275"/>
          </a:xfrm>
        </p:grpSpPr>
        <p:sp>
          <p:nvSpPr>
            <p:cNvPr id="10961" name="Google Shape;10961;p124"/>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2" name="Google Shape;10962;p124"/>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3" name="Google Shape;10963;p124"/>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64" name="Google Shape;10964;p124"/>
          <p:cNvGrpSpPr/>
          <p:nvPr/>
        </p:nvGrpSpPr>
        <p:grpSpPr>
          <a:xfrm>
            <a:off x="1806493" y="2022383"/>
            <a:ext cx="239610" cy="365517"/>
            <a:chOff x="-64343900" y="2282125"/>
            <a:chExt cx="207150" cy="316000"/>
          </a:xfrm>
        </p:grpSpPr>
        <p:sp>
          <p:nvSpPr>
            <p:cNvPr id="10965" name="Google Shape;10965;p124"/>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6" name="Google Shape;10966;p124"/>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67" name="Google Shape;10967;p124"/>
          <p:cNvSpPr/>
          <p:nvPr/>
        </p:nvSpPr>
        <p:spPr>
          <a:xfrm>
            <a:off x="1736288" y="24856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68" name="Google Shape;10968;p124"/>
          <p:cNvGrpSpPr/>
          <p:nvPr/>
        </p:nvGrpSpPr>
        <p:grpSpPr>
          <a:xfrm>
            <a:off x="3986941" y="1541604"/>
            <a:ext cx="318873" cy="366471"/>
            <a:chOff x="-62496925" y="1931475"/>
            <a:chExt cx="275675" cy="316825"/>
          </a:xfrm>
        </p:grpSpPr>
        <p:sp>
          <p:nvSpPr>
            <p:cNvPr id="10969" name="Google Shape;10969;p124"/>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0" name="Google Shape;10970;p124"/>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71" name="Google Shape;10971;p124"/>
          <p:cNvGrpSpPr/>
          <p:nvPr/>
        </p:nvGrpSpPr>
        <p:grpSpPr>
          <a:xfrm>
            <a:off x="3963691" y="2021429"/>
            <a:ext cx="365373" cy="367426"/>
            <a:chOff x="-62516625" y="2297875"/>
            <a:chExt cx="315875" cy="317650"/>
          </a:xfrm>
        </p:grpSpPr>
        <p:sp>
          <p:nvSpPr>
            <p:cNvPr id="10972" name="Google Shape;10972;p124"/>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3" name="Google Shape;10973;p124"/>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74" name="Google Shape;10974;p124"/>
          <p:cNvGrpSpPr/>
          <p:nvPr/>
        </p:nvGrpSpPr>
        <p:grpSpPr>
          <a:xfrm>
            <a:off x="3962332" y="2503388"/>
            <a:ext cx="368091" cy="334402"/>
            <a:chOff x="-62518200" y="2692475"/>
            <a:chExt cx="318225" cy="289100"/>
          </a:xfrm>
        </p:grpSpPr>
        <p:sp>
          <p:nvSpPr>
            <p:cNvPr id="10975" name="Google Shape;10975;p124"/>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6" name="Google Shape;10976;p124"/>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77" name="Google Shape;10977;p124"/>
          <p:cNvGrpSpPr/>
          <p:nvPr/>
        </p:nvGrpSpPr>
        <p:grpSpPr>
          <a:xfrm>
            <a:off x="2648986" y="2960912"/>
            <a:ext cx="309793" cy="365344"/>
            <a:chOff x="-60597975" y="1939525"/>
            <a:chExt cx="267825" cy="315850"/>
          </a:xfrm>
        </p:grpSpPr>
        <p:sp>
          <p:nvSpPr>
            <p:cNvPr id="10978" name="Google Shape;10978;p124"/>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9" name="Google Shape;10979;p124"/>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0" name="Google Shape;10980;p124"/>
          <p:cNvGrpSpPr/>
          <p:nvPr/>
        </p:nvGrpSpPr>
        <p:grpSpPr>
          <a:xfrm>
            <a:off x="2619389" y="3395337"/>
            <a:ext cx="368987" cy="368525"/>
            <a:chOff x="-60620800" y="2304600"/>
            <a:chExt cx="319000" cy="318600"/>
          </a:xfrm>
        </p:grpSpPr>
        <p:sp>
          <p:nvSpPr>
            <p:cNvPr id="10981" name="Google Shape;10981;p124"/>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2" name="Google Shape;10982;p124"/>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3" name="Google Shape;10983;p124"/>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4" name="Google Shape;10984;p124"/>
          <p:cNvGrpSpPr/>
          <p:nvPr/>
        </p:nvGrpSpPr>
        <p:grpSpPr>
          <a:xfrm>
            <a:off x="2620748" y="3890988"/>
            <a:ext cx="366269" cy="262426"/>
            <a:chOff x="-60621600" y="2716100"/>
            <a:chExt cx="316650" cy="226875"/>
          </a:xfrm>
        </p:grpSpPr>
        <p:sp>
          <p:nvSpPr>
            <p:cNvPr id="10985" name="Google Shape;10985;p124"/>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6" name="Google Shape;10986;p124"/>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7" name="Google Shape;10987;p124"/>
          <p:cNvGrpSpPr/>
          <p:nvPr/>
        </p:nvGrpSpPr>
        <p:grpSpPr>
          <a:xfrm>
            <a:off x="3957965" y="3839081"/>
            <a:ext cx="358056" cy="366240"/>
            <a:chOff x="-59475600" y="2658625"/>
            <a:chExt cx="309550" cy="316625"/>
          </a:xfrm>
        </p:grpSpPr>
        <p:sp>
          <p:nvSpPr>
            <p:cNvPr id="10988" name="Google Shape;10988;p124"/>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9" name="Google Shape;10989;p124"/>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0" name="Google Shape;10990;p124"/>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1" name="Google Shape;10991;p124"/>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2" name="Google Shape;10992;p124"/>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3" name="Google Shape;10993;p124"/>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4" name="Google Shape;10994;p124"/>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95" name="Google Shape;10995;p124"/>
          <p:cNvSpPr/>
          <p:nvPr/>
        </p:nvSpPr>
        <p:spPr>
          <a:xfrm>
            <a:off x="2175657" y="15421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6" name="Google Shape;10996;p124"/>
          <p:cNvSpPr/>
          <p:nvPr/>
        </p:nvSpPr>
        <p:spPr>
          <a:xfrm>
            <a:off x="2203001" y="20206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97" name="Google Shape;10997;p124"/>
          <p:cNvGrpSpPr/>
          <p:nvPr/>
        </p:nvGrpSpPr>
        <p:grpSpPr>
          <a:xfrm>
            <a:off x="2233086" y="2487006"/>
            <a:ext cx="263294" cy="367165"/>
            <a:chOff x="-63987100" y="2646800"/>
            <a:chExt cx="227625" cy="317425"/>
          </a:xfrm>
        </p:grpSpPr>
        <p:sp>
          <p:nvSpPr>
            <p:cNvPr id="10998" name="Google Shape;10998;p124"/>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9" name="Google Shape;10999;p124"/>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00" name="Google Shape;11000;p124"/>
          <p:cNvGrpSpPr/>
          <p:nvPr/>
        </p:nvGrpSpPr>
        <p:grpSpPr>
          <a:xfrm>
            <a:off x="852428" y="2958627"/>
            <a:ext cx="358056" cy="369913"/>
            <a:chOff x="-62148000" y="1930075"/>
            <a:chExt cx="309550" cy="319800"/>
          </a:xfrm>
        </p:grpSpPr>
        <p:sp>
          <p:nvSpPr>
            <p:cNvPr id="11001" name="Google Shape;11001;p124"/>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2" name="Google Shape;11002;p124"/>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03" name="Google Shape;11003;p124"/>
          <p:cNvGrpSpPr/>
          <p:nvPr/>
        </p:nvGrpSpPr>
        <p:grpSpPr>
          <a:xfrm>
            <a:off x="849695" y="3396913"/>
            <a:ext cx="363522" cy="365373"/>
            <a:chOff x="-62150375" y="2297875"/>
            <a:chExt cx="314275" cy="315875"/>
          </a:xfrm>
        </p:grpSpPr>
        <p:sp>
          <p:nvSpPr>
            <p:cNvPr id="11004" name="Google Shape;11004;p124"/>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5" name="Google Shape;11005;p124"/>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6" name="Google Shape;11006;p124"/>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7" name="Google Shape;11007;p124"/>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8" name="Google Shape;11008;p124"/>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09" name="Google Shape;11009;p124"/>
          <p:cNvGrpSpPr/>
          <p:nvPr/>
        </p:nvGrpSpPr>
        <p:grpSpPr>
          <a:xfrm>
            <a:off x="848322" y="3838156"/>
            <a:ext cx="366269" cy="368091"/>
            <a:chOff x="-62150375" y="2664925"/>
            <a:chExt cx="316650" cy="318225"/>
          </a:xfrm>
        </p:grpSpPr>
        <p:sp>
          <p:nvSpPr>
            <p:cNvPr id="11010" name="Google Shape;11010;p124"/>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1" name="Google Shape;11011;p124"/>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2" name="Google Shape;11012;p124"/>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3" name="Google Shape;11013;p124"/>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14" name="Google Shape;11014;p124"/>
          <p:cNvGrpSpPr/>
          <p:nvPr/>
        </p:nvGrpSpPr>
        <p:grpSpPr>
          <a:xfrm>
            <a:off x="3065911" y="2959133"/>
            <a:ext cx="367165" cy="368901"/>
            <a:chOff x="-60254550" y="1938025"/>
            <a:chExt cx="317425" cy="318925"/>
          </a:xfrm>
        </p:grpSpPr>
        <p:sp>
          <p:nvSpPr>
            <p:cNvPr id="11015" name="Google Shape;11015;p124"/>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6" name="Google Shape;11016;p124"/>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7" name="Google Shape;11017;p124"/>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8" name="Google Shape;11018;p124"/>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19" name="Google Shape;11019;p124"/>
          <p:cNvGrpSpPr/>
          <p:nvPr/>
        </p:nvGrpSpPr>
        <p:grpSpPr>
          <a:xfrm>
            <a:off x="3040249" y="3396389"/>
            <a:ext cx="366647" cy="366420"/>
            <a:chOff x="6479471" y="2079003"/>
            <a:chExt cx="348922" cy="348706"/>
          </a:xfrm>
        </p:grpSpPr>
        <p:sp>
          <p:nvSpPr>
            <p:cNvPr id="11020" name="Google Shape;11020;p124"/>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21" name="Google Shape;11021;p124"/>
            <p:cNvGrpSpPr/>
            <p:nvPr/>
          </p:nvGrpSpPr>
          <p:grpSpPr>
            <a:xfrm>
              <a:off x="6520582" y="2079003"/>
              <a:ext cx="307811" cy="348706"/>
              <a:chOff x="-60218325" y="2304850"/>
              <a:chExt cx="279625" cy="316775"/>
            </a:xfrm>
          </p:grpSpPr>
          <p:sp>
            <p:nvSpPr>
              <p:cNvPr id="11022" name="Google Shape;11022;p124"/>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3" name="Google Shape;11023;p124"/>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4" name="Google Shape;11024;p124"/>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5" name="Google Shape;11025;p124"/>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6" name="Google Shape;11026;p124"/>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7" name="Google Shape;11027;p124"/>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8" name="Google Shape;11028;p124"/>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029" name="Google Shape;11029;p124"/>
          <p:cNvGrpSpPr/>
          <p:nvPr/>
        </p:nvGrpSpPr>
        <p:grpSpPr>
          <a:xfrm>
            <a:off x="3094149" y="3837707"/>
            <a:ext cx="310690" cy="368987"/>
            <a:chOff x="-60232500" y="2671225"/>
            <a:chExt cx="268600" cy="319000"/>
          </a:xfrm>
        </p:grpSpPr>
        <p:sp>
          <p:nvSpPr>
            <p:cNvPr id="11030" name="Google Shape;11030;p124"/>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1" name="Google Shape;11031;p124"/>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32" name="Google Shape;11032;p124"/>
          <p:cNvGrpSpPr/>
          <p:nvPr/>
        </p:nvGrpSpPr>
        <p:grpSpPr>
          <a:xfrm>
            <a:off x="2179643" y="4286341"/>
            <a:ext cx="365373" cy="368987"/>
            <a:chOff x="-59100700" y="1911950"/>
            <a:chExt cx="315875" cy="319000"/>
          </a:xfrm>
        </p:grpSpPr>
        <p:sp>
          <p:nvSpPr>
            <p:cNvPr id="11033" name="Google Shape;11033;p124"/>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4" name="Google Shape;11034;p124"/>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5" name="Google Shape;11035;p124"/>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6" name="Google Shape;11036;p124"/>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7" name="Google Shape;11037;p124"/>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8" name="Google Shape;11038;p124"/>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9" name="Google Shape;11039;p124"/>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0" name="Google Shape;11040;p124"/>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1" name="Google Shape;11041;p124"/>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2" name="Google Shape;11042;p124"/>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43" name="Google Shape;11043;p124"/>
          <p:cNvGrpSpPr/>
          <p:nvPr/>
        </p:nvGrpSpPr>
        <p:grpSpPr>
          <a:xfrm>
            <a:off x="2621810" y="1541821"/>
            <a:ext cx="379918" cy="366038"/>
            <a:chOff x="-63665750" y="1914325"/>
            <a:chExt cx="328450" cy="316450"/>
          </a:xfrm>
        </p:grpSpPr>
        <p:sp>
          <p:nvSpPr>
            <p:cNvPr id="11044" name="Google Shape;11044;p124"/>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5" name="Google Shape;11045;p124"/>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46" name="Google Shape;11046;p124"/>
          <p:cNvGrpSpPr/>
          <p:nvPr/>
        </p:nvGrpSpPr>
        <p:grpSpPr>
          <a:xfrm>
            <a:off x="2626814" y="2020865"/>
            <a:ext cx="369913" cy="368554"/>
            <a:chOff x="-63666550" y="2278975"/>
            <a:chExt cx="319800" cy="318625"/>
          </a:xfrm>
        </p:grpSpPr>
        <p:sp>
          <p:nvSpPr>
            <p:cNvPr id="11047" name="Google Shape;11047;p124"/>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8" name="Google Shape;11048;p124"/>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49" name="Google Shape;11049;p124"/>
          <p:cNvGrpSpPr/>
          <p:nvPr/>
        </p:nvGrpSpPr>
        <p:grpSpPr>
          <a:xfrm>
            <a:off x="2624081" y="2486890"/>
            <a:ext cx="375378" cy="367397"/>
            <a:chOff x="-63669700" y="2646600"/>
            <a:chExt cx="324525" cy="317625"/>
          </a:xfrm>
        </p:grpSpPr>
        <p:sp>
          <p:nvSpPr>
            <p:cNvPr id="11050" name="Google Shape;11050;p124"/>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1" name="Google Shape;11051;p124"/>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2" name="Google Shape;11052;p124"/>
          <p:cNvGrpSpPr/>
          <p:nvPr/>
        </p:nvGrpSpPr>
        <p:grpSpPr>
          <a:xfrm>
            <a:off x="1286361" y="2960218"/>
            <a:ext cx="366269" cy="366732"/>
            <a:chOff x="-61784125" y="1931250"/>
            <a:chExt cx="316650" cy="317050"/>
          </a:xfrm>
        </p:grpSpPr>
        <p:sp>
          <p:nvSpPr>
            <p:cNvPr id="11053" name="Google Shape;11053;p124"/>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4" name="Google Shape;11054;p124"/>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5" name="Google Shape;11055;p124"/>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6" name="Google Shape;11056;p124"/>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7" name="Google Shape;11057;p124"/>
          <p:cNvGrpSpPr/>
          <p:nvPr/>
        </p:nvGrpSpPr>
        <p:grpSpPr>
          <a:xfrm>
            <a:off x="1286360" y="3396465"/>
            <a:ext cx="366269" cy="366269"/>
            <a:chOff x="-61783350" y="2297100"/>
            <a:chExt cx="316650" cy="316650"/>
          </a:xfrm>
        </p:grpSpPr>
        <p:sp>
          <p:nvSpPr>
            <p:cNvPr id="11058" name="Google Shape;11058;p124"/>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9" name="Google Shape;11059;p124"/>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60" name="Google Shape;11060;p124"/>
          <p:cNvGrpSpPr/>
          <p:nvPr/>
        </p:nvGrpSpPr>
        <p:grpSpPr>
          <a:xfrm>
            <a:off x="1286360" y="3837548"/>
            <a:ext cx="366269" cy="369305"/>
            <a:chOff x="-61782550" y="2664925"/>
            <a:chExt cx="316650" cy="319275"/>
          </a:xfrm>
        </p:grpSpPr>
        <p:sp>
          <p:nvSpPr>
            <p:cNvPr id="11061" name="Google Shape;11061;p124"/>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2" name="Google Shape;11062;p124"/>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3" name="Google Shape;11063;p124"/>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64" name="Google Shape;11064;p124"/>
          <p:cNvGrpSpPr/>
          <p:nvPr/>
        </p:nvGrpSpPr>
        <p:grpSpPr>
          <a:xfrm>
            <a:off x="3508137" y="2968936"/>
            <a:ext cx="367165" cy="349294"/>
            <a:chOff x="-59889100" y="1945025"/>
            <a:chExt cx="317425" cy="301975"/>
          </a:xfrm>
        </p:grpSpPr>
        <p:sp>
          <p:nvSpPr>
            <p:cNvPr id="11065" name="Google Shape;11065;p124"/>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6" name="Google Shape;11066;p124"/>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7" name="Google Shape;11067;p124"/>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8" name="Google Shape;11068;p124"/>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069" name="Google Shape;11069;p124"/>
          <p:cNvSpPr/>
          <p:nvPr/>
        </p:nvSpPr>
        <p:spPr>
          <a:xfrm>
            <a:off x="3501697" y="34360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70" name="Google Shape;11070;p124"/>
          <p:cNvGrpSpPr/>
          <p:nvPr/>
        </p:nvGrpSpPr>
        <p:grpSpPr>
          <a:xfrm>
            <a:off x="3507226" y="3839471"/>
            <a:ext cx="368987" cy="365459"/>
            <a:chOff x="-59889100" y="2671925"/>
            <a:chExt cx="319000" cy="315950"/>
          </a:xfrm>
        </p:grpSpPr>
        <p:sp>
          <p:nvSpPr>
            <p:cNvPr id="11071" name="Google Shape;11071;p124"/>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2" name="Google Shape;11072;p124"/>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3" name="Google Shape;11073;p124"/>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4" name="Google Shape;11074;p124"/>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75" name="Google Shape;11075;p124"/>
          <p:cNvGrpSpPr/>
          <p:nvPr/>
        </p:nvGrpSpPr>
        <p:grpSpPr>
          <a:xfrm>
            <a:off x="2620204" y="4281976"/>
            <a:ext cx="367165" cy="366269"/>
            <a:chOff x="-59092025" y="2296300"/>
            <a:chExt cx="317425" cy="316650"/>
          </a:xfrm>
        </p:grpSpPr>
        <p:sp>
          <p:nvSpPr>
            <p:cNvPr id="11076" name="Google Shape;11076;p124"/>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7" name="Google Shape;11077;p124"/>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78" name="Google Shape;11078;p124"/>
          <p:cNvGrpSpPr/>
          <p:nvPr/>
        </p:nvGrpSpPr>
        <p:grpSpPr>
          <a:xfrm>
            <a:off x="4865611" y="1532895"/>
            <a:ext cx="353174" cy="347599"/>
            <a:chOff x="683125" y="1955275"/>
            <a:chExt cx="299325" cy="294600"/>
          </a:xfrm>
        </p:grpSpPr>
        <p:sp>
          <p:nvSpPr>
            <p:cNvPr id="11079" name="Google Shape;11079;p124"/>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0" name="Google Shape;11080;p124"/>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1" name="Google Shape;11081;p124"/>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2" name="Google Shape;11082;p124"/>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83" name="Google Shape;11083;p124"/>
          <p:cNvGrpSpPr/>
          <p:nvPr/>
        </p:nvGrpSpPr>
        <p:grpSpPr>
          <a:xfrm>
            <a:off x="4866541" y="1983453"/>
            <a:ext cx="351315" cy="349486"/>
            <a:chOff x="685475" y="2318350"/>
            <a:chExt cx="297750" cy="296200"/>
          </a:xfrm>
        </p:grpSpPr>
        <p:sp>
          <p:nvSpPr>
            <p:cNvPr id="11084" name="Google Shape;11084;p124"/>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5" name="Google Shape;11085;p124"/>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6" name="Google Shape;11086;p124"/>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087" name="Google Shape;11087;p124"/>
          <p:cNvSpPr/>
          <p:nvPr/>
        </p:nvSpPr>
        <p:spPr>
          <a:xfrm>
            <a:off x="4867924" y="24252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88" name="Google Shape;11088;p124"/>
          <p:cNvGrpSpPr/>
          <p:nvPr/>
        </p:nvGrpSpPr>
        <p:grpSpPr>
          <a:xfrm>
            <a:off x="7094699" y="1532659"/>
            <a:ext cx="309517" cy="348071"/>
            <a:chOff x="2523000" y="1954875"/>
            <a:chExt cx="262325" cy="295000"/>
          </a:xfrm>
        </p:grpSpPr>
        <p:sp>
          <p:nvSpPr>
            <p:cNvPr id="11089" name="Google Shape;11089;p124"/>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0" name="Google Shape;11090;p124"/>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91" name="Google Shape;11091;p124"/>
          <p:cNvGrpSpPr/>
          <p:nvPr/>
        </p:nvGrpSpPr>
        <p:grpSpPr>
          <a:xfrm>
            <a:off x="7073800" y="1983925"/>
            <a:ext cx="351315" cy="348542"/>
            <a:chOff x="2508825" y="2318350"/>
            <a:chExt cx="297750" cy="295400"/>
          </a:xfrm>
        </p:grpSpPr>
        <p:sp>
          <p:nvSpPr>
            <p:cNvPr id="11092" name="Google Shape;11092;p124"/>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3" name="Google Shape;11093;p124"/>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094" name="Google Shape;11094;p124"/>
          <p:cNvSpPr/>
          <p:nvPr/>
        </p:nvSpPr>
        <p:spPr>
          <a:xfrm>
            <a:off x="7074663" y="24252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95" name="Google Shape;11095;p124"/>
          <p:cNvGrpSpPr/>
          <p:nvPr/>
        </p:nvGrpSpPr>
        <p:grpSpPr>
          <a:xfrm>
            <a:off x="5747373" y="2897978"/>
            <a:ext cx="347599" cy="348513"/>
            <a:chOff x="4321150" y="1946600"/>
            <a:chExt cx="294600" cy="295375"/>
          </a:xfrm>
        </p:grpSpPr>
        <p:sp>
          <p:nvSpPr>
            <p:cNvPr id="11096" name="Google Shape;11096;p124"/>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7" name="Google Shape;11097;p124"/>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8" name="Google Shape;11098;p124"/>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099" name="Google Shape;11099;p124"/>
          <p:cNvSpPr/>
          <p:nvPr/>
        </p:nvSpPr>
        <p:spPr>
          <a:xfrm>
            <a:off x="5744000" y="33980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0" name="Google Shape;11100;p124"/>
          <p:cNvSpPr/>
          <p:nvPr/>
        </p:nvSpPr>
        <p:spPr>
          <a:xfrm>
            <a:off x="5744472" y="38362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1" name="Google Shape;11101;p124"/>
          <p:cNvSpPr/>
          <p:nvPr/>
        </p:nvSpPr>
        <p:spPr>
          <a:xfrm>
            <a:off x="8020096" y="28988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2" name="Google Shape;11102;p124"/>
          <p:cNvSpPr/>
          <p:nvPr/>
        </p:nvSpPr>
        <p:spPr>
          <a:xfrm>
            <a:off x="5310365" y="15319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03" name="Google Shape;11103;p124"/>
          <p:cNvGrpSpPr/>
          <p:nvPr/>
        </p:nvGrpSpPr>
        <p:grpSpPr>
          <a:xfrm>
            <a:off x="5309921" y="1983925"/>
            <a:ext cx="352230" cy="348542"/>
            <a:chOff x="1049375" y="2318350"/>
            <a:chExt cx="298525" cy="295400"/>
          </a:xfrm>
        </p:grpSpPr>
        <p:sp>
          <p:nvSpPr>
            <p:cNvPr id="11104" name="Google Shape;11104;p124"/>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5" name="Google Shape;11105;p124"/>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6" name="Google Shape;11106;p124"/>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7" name="Google Shape;11107;p124"/>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08" name="Google Shape;11108;p124"/>
          <p:cNvGrpSpPr/>
          <p:nvPr/>
        </p:nvGrpSpPr>
        <p:grpSpPr>
          <a:xfrm>
            <a:off x="5310393" y="2424376"/>
            <a:ext cx="351286" cy="351286"/>
            <a:chOff x="1049375" y="2680675"/>
            <a:chExt cx="297725" cy="297725"/>
          </a:xfrm>
        </p:grpSpPr>
        <p:sp>
          <p:nvSpPr>
            <p:cNvPr id="11109" name="Google Shape;11109;p124"/>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0" name="Google Shape;11110;p124"/>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11" name="Google Shape;11111;p124"/>
          <p:cNvGrpSpPr/>
          <p:nvPr/>
        </p:nvGrpSpPr>
        <p:grpSpPr>
          <a:xfrm>
            <a:off x="7523845" y="1532423"/>
            <a:ext cx="348513" cy="348542"/>
            <a:chOff x="2872725" y="1954475"/>
            <a:chExt cx="295375" cy="295400"/>
          </a:xfrm>
        </p:grpSpPr>
        <p:sp>
          <p:nvSpPr>
            <p:cNvPr id="11112" name="Google Shape;11112;p124"/>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3" name="Google Shape;11113;p124"/>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4" name="Google Shape;11114;p124"/>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15" name="Google Shape;11115;p124"/>
          <p:cNvGrpSpPr/>
          <p:nvPr/>
        </p:nvGrpSpPr>
        <p:grpSpPr>
          <a:xfrm>
            <a:off x="7545216" y="1982996"/>
            <a:ext cx="305771" cy="350401"/>
            <a:chOff x="2890050" y="2318350"/>
            <a:chExt cx="259150" cy="296975"/>
          </a:xfrm>
        </p:grpSpPr>
        <p:sp>
          <p:nvSpPr>
            <p:cNvPr id="11116" name="Google Shape;11116;p124"/>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7" name="Google Shape;11117;p124"/>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18" name="Google Shape;11118;p124"/>
          <p:cNvSpPr/>
          <p:nvPr/>
        </p:nvSpPr>
        <p:spPr>
          <a:xfrm>
            <a:off x="7585093" y="24247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19" name="Google Shape;11119;p124"/>
          <p:cNvGrpSpPr/>
          <p:nvPr/>
        </p:nvGrpSpPr>
        <p:grpSpPr>
          <a:xfrm>
            <a:off x="6187732" y="2898450"/>
            <a:ext cx="347569" cy="347569"/>
            <a:chOff x="4685050" y="1945825"/>
            <a:chExt cx="294575" cy="294575"/>
          </a:xfrm>
        </p:grpSpPr>
        <p:sp>
          <p:nvSpPr>
            <p:cNvPr id="11120" name="Google Shape;11120;p124"/>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1" name="Google Shape;11121;p124"/>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2" name="Google Shape;11122;p124"/>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3" name="Google Shape;11123;p124"/>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4" name="Google Shape;11124;p124"/>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25" name="Google Shape;11125;p124"/>
          <p:cNvSpPr/>
          <p:nvPr/>
        </p:nvSpPr>
        <p:spPr>
          <a:xfrm>
            <a:off x="6187137" y="33873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6" name="Google Shape;11126;p124"/>
          <p:cNvSpPr/>
          <p:nvPr/>
        </p:nvSpPr>
        <p:spPr>
          <a:xfrm>
            <a:off x="6208050" y="38352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27" name="Google Shape;11127;p124"/>
          <p:cNvGrpSpPr/>
          <p:nvPr/>
        </p:nvGrpSpPr>
        <p:grpSpPr>
          <a:xfrm>
            <a:off x="7958004" y="3387425"/>
            <a:ext cx="348513" cy="347599"/>
            <a:chOff x="6131900" y="2301825"/>
            <a:chExt cx="295375" cy="294600"/>
          </a:xfrm>
        </p:grpSpPr>
        <p:sp>
          <p:nvSpPr>
            <p:cNvPr id="11128" name="Google Shape;11128;p124"/>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9" name="Google Shape;11129;p124"/>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0" name="Google Shape;11130;p124"/>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1" name="Google Shape;11131;p124"/>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2" name="Google Shape;11132;p124"/>
          <p:cNvGrpSpPr/>
          <p:nvPr/>
        </p:nvGrpSpPr>
        <p:grpSpPr>
          <a:xfrm>
            <a:off x="5753997" y="1531966"/>
            <a:ext cx="351315" cy="349457"/>
            <a:chOff x="1412450" y="1954475"/>
            <a:chExt cx="297750" cy="296175"/>
          </a:xfrm>
        </p:grpSpPr>
        <p:sp>
          <p:nvSpPr>
            <p:cNvPr id="11133" name="Google Shape;11133;p124"/>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4" name="Google Shape;11134;p124"/>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35" name="Google Shape;11135;p124"/>
          <p:cNvSpPr/>
          <p:nvPr/>
        </p:nvSpPr>
        <p:spPr>
          <a:xfrm>
            <a:off x="5755346" y="19852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36" name="Google Shape;11136;p124"/>
          <p:cNvGrpSpPr/>
          <p:nvPr/>
        </p:nvGrpSpPr>
        <p:grpSpPr>
          <a:xfrm>
            <a:off x="5753997" y="2424494"/>
            <a:ext cx="351315" cy="351050"/>
            <a:chOff x="1413250" y="2680675"/>
            <a:chExt cx="297750" cy="297525"/>
          </a:xfrm>
        </p:grpSpPr>
        <p:sp>
          <p:nvSpPr>
            <p:cNvPr id="11137" name="Google Shape;11137;p124"/>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8" name="Google Shape;11138;p124"/>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9" name="Google Shape;11139;p124"/>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0" name="Google Shape;11140;p124"/>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41" name="Google Shape;11141;p124"/>
          <p:cNvSpPr/>
          <p:nvPr/>
        </p:nvSpPr>
        <p:spPr>
          <a:xfrm>
            <a:off x="8012357" y="15319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2" name="Google Shape;11142;p124"/>
          <p:cNvSpPr/>
          <p:nvPr/>
        </p:nvSpPr>
        <p:spPr>
          <a:xfrm>
            <a:off x="7964498" y="19841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3" name="Google Shape;11143;p124"/>
          <p:cNvSpPr/>
          <p:nvPr/>
        </p:nvSpPr>
        <p:spPr>
          <a:xfrm>
            <a:off x="7971931" y="24252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44" name="Google Shape;11144;p124"/>
          <p:cNvGrpSpPr/>
          <p:nvPr/>
        </p:nvGrpSpPr>
        <p:grpSpPr>
          <a:xfrm>
            <a:off x="6630407" y="2898111"/>
            <a:ext cx="350371" cy="348247"/>
            <a:chOff x="5045775" y="1946400"/>
            <a:chExt cx="296950" cy="295150"/>
          </a:xfrm>
        </p:grpSpPr>
        <p:sp>
          <p:nvSpPr>
            <p:cNvPr id="11145" name="Google Shape;11145;p124"/>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6" name="Google Shape;11146;p124"/>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7" name="Google Shape;11147;p124"/>
          <p:cNvGrpSpPr/>
          <p:nvPr/>
        </p:nvGrpSpPr>
        <p:grpSpPr>
          <a:xfrm>
            <a:off x="6629006" y="3406938"/>
            <a:ext cx="353174" cy="308573"/>
            <a:chOff x="5046550" y="2327025"/>
            <a:chExt cx="299325" cy="261525"/>
          </a:xfrm>
        </p:grpSpPr>
        <p:sp>
          <p:nvSpPr>
            <p:cNvPr id="11148" name="Google Shape;11148;p124"/>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9" name="Google Shape;11149;p124"/>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0" name="Google Shape;11150;p124"/>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51" name="Google Shape;11151;p124"/>
          <p:cNvSpPr/>
          <p:nvPr/>
        </p:nvSpPr>
        <p:spPr>
          <a:xfrm>
            <a:off x="6707866" y="38352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52" name="Google Shape;11152;p124"/>
          <p:cNvGrpSpPr/>
          <p:nvPr/>
        </p:nvGrpSpPr>
        <p:grpSpPr>
          <a:xfrm>
            <a:off x="7956604" y="3836276"/>
            <a:ext cx="351315" cy="348513"/>
            <a:chOff x="6167350" y="2672800"/>
            <a:chExt cx="297750" cy="295375"/>
          </a:xfrm>
        </p:grpSpPr>
        <p:sp>
          <p:nvSpPr>
            <p:cNvPr id="11153" name="Google Shape;11153;p124"/>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4" name="Google Shape;11154;p124"/>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5" name="Google Shape;11155;p124"/>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6" name="Google Shape;11156;p124"/>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7" name="Google Shape;11157;p124"/>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58" name="Google Shape;11158;p124"/>
          <p:cNvGrpSpPr/>
          <p:nvPr/>
        </p:nvGrpSpPr>
        <p:grpSpPr>
          <a:xfrm>
            <a:off x="6197601" y="1531509"/>
            <a:ext cx="347599" cy="350371"/>
            <a:chOff x="1777925" y="1953700"/>
            <a:chExt cx="294600" cy="296950"/>
          </a:xfrm>
        </p:grpSpPr>
        <p:sp>
          <p:nvSpPr>
            <p:cNvPr id="11159" name="Google Shape;11159;p124"/>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0" name="Google Shape;11160;p124"/>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1" name="Google Shape;11161;p124"/>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2" name="Google Shape;11162;p124"/>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63" name="Google Shape;11163;p124"/>
          <p:cNvGrpSpPr/>
          <p:nvPr/>
        </p:nvGrpSpPr>
        <p:grpSpPr>
          <a:xfrm>
            <a:off x="6213411" y="1984397"/>
            <a:ext cx="315977" cy="347599"/>
            <a:chOff x="1790525" y="2319150"/>
            <a:chExt cx="267800" cy="294600"/>
          </a:xfrm>
        </p:grpSpPr>
        <p:sp>
          <p:nvSpPr>
            <p:cNvPr id="11164" name="Google Shape;11164;p124"/>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5" name="Google Shape;11165;p124"/>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66" name="Google Shape;11166;p124"/>
          <p:cNvSpPr/>
          <p:nvPr/>
        </p:nvSpPr>
        <p:spPr>
          <a:xfrm>
            <a:off x="6196153" y="24247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67" name="Google Shape;11167;p124"/>
          <p:cNvGrpSpPr/>
          <p:nvPr/>
        </p:nvGrpSpPr>
        <p:grpSpPr>
          <a:xfrm>
            <a:off x="4866386" y="2897963"/>
            <a:ext cx="349457" cy="348542"/>
            <a:chOff x="3599700" y="1954475"/>
            <a:chExt cx="296175" cy="295400"/>
          </a:xfrm>
        </p:grpSpPr>
        <p:sp>
          <p:nvSpPr>
            <p:cNvPr id="11168" name="Google Shape;11168;p124"/>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9" name="Google Shape;11169;p124"/>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0" name="Google Shape;11170;p124"/>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71" name="Google Shape;11171;p124"/>
          <p:cNvGrpSpPr/>
          <p:nvPr/>
        </p:nvGrpSpPr>
        <p:grpSpPr>
          <a:xfrm>
            <a:off x="4867316" y="3387426"/>
            <a:ext cx="347599" cy="347599"/>
            <a:chOff x="3601275" y="2319150"/>
            <a:chExt cx="294600" cy="294600"/>
          </a:xfrm>
        </p:grpSpPr>
        <p:sp>
          <p:nvSpPr>
            <p:cNvPr id="11172" name="Google Shape;11172;p124"/>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3" name="Google Shape;11173;p124"/>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74" name="Google Shape;11174;p124"/>
          <p:cNvSpPr/>
          <p:nvPr/>
        </p:nvSpPr>
        <p:spPr>
          <a:xfrm>
            <a:off x="4866749" y="38362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75" name="Google Shape;11175;p124"/>
          <p:cNvGrpSpPr/>
          <p:nvPr/>
        </p:nvGrpSpPr>
        <p:grpSpPr>
          <a:xfrm>
            <a:off x="7087019" y="2897521"/>
            <a:ext cx="328071" cy="349427"/>
            <a:chOff x="5421475" y="1945825"/>
            <a:chExt cx="278050" cy="296150"/>
          </a:xfrm>
        </p:grpSpPr>
        <p:sp>
          <p:nvSpPr>
            <p:cNvPr id="11176" name="Google Shape;11176;p124"/>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7" name="Google Shape;11177;p124"/>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8" name="Google Shape;11178;p124"/>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9" name="Google Shape;11179;p124"/>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0" name="Google Shape;11180;p124"/>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1" name="Google Shape;11181;p124"/>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2" name="Google Shape;11182;p124"/>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3" name="Google Shape;11183;p124"/>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84" name="Google Shape;11184;p124"/>
          <p:cNvSpPr/>
          <p:nvPr/>
        </p:nvSpPr>
        <p:spPr>
          <a:xfrm>
            <a:off x="7074326" y="33855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85" name="Google Shape;11185;p124"/>
          <p:cNvGrpSpPr/>
          <p:nvPr/>
        </p:nvGrpSpPr>
        <p:grpSpPr>
          <a:xfrm>
            <a:off x="7075869" y="3898073"/>
            <a:ext cx="350371" cy="224918"/>
            <a:chOff x="5411225" y="2726350"/>
            <a:chExt cx="296950" cy="190625"/>
          </a:xfrm>
        </p:grpSpPr>
        <p:sp>
          <p:nvSpPr>
            <p:cNvPr id="11186" name="Google Shape;11186;p124"/>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7" name="Google Shape;11187;p124"/>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88" name="Google Shape;11188;p124"/>
          <p:cNvGrpSpPr/>
          <p:nvPr/>
        </p:nvGrpSpPr>
        <p:grpSpPr>
          <a:xfrm>
            <a:off x="6185904" y="4287346"/>
            <a:ext cx="351286" cy="326390"/>
            <a:chOff x="6524150" y="1938725"/>
            <a:chExt cx="297725" cy="276625"/>
          </a:xfrm>
        </p:grpSpPr>
        <p:sp>
          <p:nvSpPr>
            <p:cNvPr id="11189" name="Google Shape;11189;p124"/>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0" name="Google Shape;11190;p124"/>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1" name="Google Shape;11191;p124"/>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2" name="Google Shape;11192;p124"/>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93" name="Google Shape;11193;p124"/>
          <p:cNvGrpSpPr/>
          <p:nvPr/>
        </p:nvGrpSpPr>
        <p:grpSpPr>
          <a:xfrm>
            <a:off x="6637536" y="1531966"/>
            <a:ext cx="350401" cy="349457"/>
            <a:chOff x="2141000" y="1954475"/>
            <a:chExt cx="296975" cy="296175"/>
          </a:xfrm>
        </p:grpSpPr>
        <p:sp>
          <p:nvSpPr>
            <p:cNvPr id="11194" name="Google Shape;11194;p124"/>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5" name="Google Shape;11195;p124"/>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6" name="Google Shape;11196;p124"/>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7" name="Google Shape;11197;p124"/>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98" name="Google Shape;11198;p124"/>
          <p:cNvGrpSpPr/>
          <p:nvPr/>
        </p:nvGrpSpPr>
        <p:grpSpPr>
          <a:xfrm>
            <a:off x="6631047" y="1983807"/>
            <a:ext cx="363380" cy="348778"/>
            <a:chOff x="2140225" y="2318650"/>
            <a:chExt cx="307975" cy="295600"/>
          </a:xfrm>
        </p:grpSpPr>
        <p:sp>
          <p:nvSpPr>
            <p:cNvPr id="11199" name="Google Shape;11199;p124"/>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0" name="Google Shape;11200;p124"/>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01" name="Google Shape;11201;p124"/>
          <p:cNvGrpSpPr/>
          <p:nvPr/>
        </p:nvGrpSpPr>
        <p:grpSpPr>
          <a:xfrm>
            <a:off x="6636607" y="2425305"/>
            <a:ext cx="352259" cy="349427"/>
            <a:chOff x="2139425" y="2682250"/>
            <a:chExt cx="298550" cy="296150"/>
          </a:xfrm>
        </p:grpSpPr>
        <p:sp>
          <p:nvSpPr>
            <p:cNvPr id="11202" name="Google Shape;11202;p124"/>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3" name="Google Shape;11203;p124"/>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4" name="Google Shape;11204;p124"/>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5" name="Google Shape;11205;p124"/>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06" name="Google Shape;11206;p124"/>
          <p:cNvGrpSpPr/>
          <p:nvPr/>
        </p:nvGrpSpPr>
        <p:grpSpPr>
          <a:xfrm>
            <a:off x="5301219" y="2939791"/>
            <a:ext cx="350401" cy="264888"/>
            <a:chOff x="3962775" y="1990700"/>
            <a:chExt cx="296975" cy="224500"/>
          </a:xfrm>
        </p:grpSpPr>
        <p:sp>
          <p:nvSpPr>
            <p:cNvPr id="11207" name="Google Shape;11207;p124"/>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8" name="Google Shape;11208;p124"/>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9" name="Google Shape;11209;p124"/>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0" name="Google Shape;11210;p124"/>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11" name="Google Shape;11211;p124"/>
          <p:cNvGrpSpPr/>
          <p:nvPr/>
        </p:nvGrpSpPr>
        <p:grpSpPr>
          <a:xfrm>
            <a:off x="5301691" y="3386497"/>
            <a:ext cx="349457" cy="349457"/>
            <a:chOff x="3963575" y="2317575"/>
            <a:chExt cx="296175" cy="296175"/>
          </a:xfrm>
        </p:grpSpPr>
        <p:sp>
          <p:nvSpPr>
            <p:cNvPr id="11212" name="Google Shape;11212;p124"/>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3" name="Google Shape;11213;p124"/>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4" name="Google Shape;11214;p124"/>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5" name="Google Shape;11215;p124"/>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6" name="Google Shape;11216;p124"/>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7" name="Google Shape;11217;p124"/>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8" name="Google Shape;11218;p124"/>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9" name="Google Shape;11219;p124"/>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0" name="Google Shape;11220;p124"/>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1" name="Google Shape;11221;p124"/>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2" name="Google Shape;11222;p124"/>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3" name="Google Shape;11223;p124"/>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4" name="Google Shape;11224;p124"/>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5" name="Google Shape;11225;p124"/>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6" name="Google Shape;11226;p124"/>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7" name="Google Shape;11227;p124"/>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28" name="Google Shape;11228;p124"/>
          <p:cNvGrpSpPr/>
          <p:nvPr/>
        </p:nvGrpSpPr>
        <p:grpSpPr>
          <a:xfrm>
            <a:off x="5301691" y="3836276"/>
            <a:ext cx="349457" cy="348513"/>
            <a:chOff x="3962775" y="2683025"/>
            <a:chExt cx="296175" cy="295375"/>
          </a:xfrm>
        </p:grpSpPr>
        <p:sp>
          <p:nvSpPr>
            <p:cNvPr id="11229" name="Google Shape;11229;p124"/>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0" name="Google Shape;11230;p124"/>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1" name="Google Shape;11231;p124"/>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32" name="Google Shape;11232;p124"/>
          <p:cNvSpPr/>
          <p:nvPr/>
        </p:nvSpPr>
        <p:spPr>
          <a:xfrm>
            <a:off x="7513275" y="28979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33" name="Google Shape;11233;p124"/>
          <p:cNvGrpSpPr/>
          <p:nvPr/>
        </p:nvGrpSpPr>
        <p:grpSpPr>
          <a:xfrm>
            <a:off x="7516228" y="3386968"/>
            <a:ext cx="348513" cy="348513"/>
            <a:chOff x="5775900" y="2308125"/>
            <a:chExt cx="295375" cy="295375"/>
          </a:xfrm>
        </p:grpSpPr>
        <p:sp>
          <p:nvSpPr>
            <p:cNvPr id="11234" name="Google Shape;11234;p124"/>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5" name="Google Shape;11235;p124"/>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6" name="Google Shape;11236;p124"/>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7" name="Google Shape;11237;p124"/>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8" name="Google Shape;11238;p124"/>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39" name="Google Shape;11239;p124"/>
          <p:cNvGrpSpPr/>
          <p:nvPr/>
        </p:nvGrpSpPr>
        <p:grpSpPr>
          <a:xfrm>
            <a:off x="7537142" y="3835804"/>
            <a:ext cx="306686" cy="349457"/>
            <a:chOff x="5794025" y="2673575"/>
            <a:chExt cx="259925" cy="296175"/>
          </a:xfrm>
        </p:grpSpPr>
        <p:sp>
          <p:nvSpPr>
            <p:cNvPr id="11240" name="Google Shape;11240;p124"/>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1" name="Google Shape;11241;p124"/>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42" name="Google Shape;11242;p124"/>
          <p:cNvSpPr/>
          <p:nvPr/>
        </p:nvSpPr>
        <p:spPr>
          <a:xfrm>
            <a:off x="6637977" y="43068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46" name="Shape 11246"/>
        <p:cNvGrpSpPr/>
        <p:nvPr/>
      </p:nvGrpSpPr>
      <p:grpSpPr>
        <a:xfrm>
          <a:off x="0" y="0"/>
          <a:ext cx="0" cy="0"/>
          <a:chOff x="0" y="0"/>
          <a:chExt cx="0" cy="0"/>
        </a:xfrm>
      </p:grpSpPr>
      <p:sp>
        <p:nvSpPr>
          <p:cNvPr id="11247" name="Google Shape;11247;p125"/>
          <p:cNvSpPr txBox="1"/>
          <p:nvPr>
            <p:ph idx="4294967295" type="title"/>
          </p:nvPr>
        </p:nvSpPr>
        <p:spPr>
          <a:xfrm>
            <a:off x="849675" y="943800"/>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248" name="Google Shape;11248;p125"/>
          <p:cNvSpPr txBox="1"/>
          <p:nvPr>
            <p:ph idx="4294967295" type="title"/>
          </p:nvPr>
        </p:nvSpPr>
        <p:spPr>
          <a:xfrm>
            <a:off x="4858400" y="943800"/>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249" name="Google Shape;11249;p125"/>
          <p:cNvGrpSpPr/>
          <p:nvPr/>
        </p:nvGrpSpPr>
        <p:grpSpPr>
          <a:xfrm>
            <a:off x="882957" y="1534450"/>
            <a:ext cx="292442" cy="355741"/>
            <a:chOff x="-35830350" y="1912725"/>
            <a:chExt cx="241050" cy="293225"/>
          </a:xfrm>
        </p:grpSpPr>
        <p:sp>
          <p:nvSpPr>
            <p:cNvPr id="11250" name="Google Shape;11250;p125"/>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1" name="Google Shape;11251;p125"/>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52" name="Google Shape;11252;p125"/>
          <p:cNvGrpSpPr/>
          <p:nvPr/>
        </p:nvGrpSpPr>
        <p:grpSpPr>
          <a:xfrm>
            <a:off x="851444" y="1994048"/>
            <a:ext cx="355468" cy="353587"/>
            <a:chOff x="-35854750" y="2272675"/>
            <a:chExt cx="293000" cy="291450"/>
          </a:xfrm>
        </p:grpSpPr>
        <p:sp>
          <p:nvSpPr>
            <p:cNvPr id="11253" name="Google Shape;11253;p125"/>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4" name="Google Shape;11254;p125"/>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5" name="Google Shape;11255;p125"/>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56" name="Google Shape;11256;p125"/>
          <p:cNvGrpSpPr/>
          <p:nvPr/>
        </p:nvGrpSpPr>
        <p:grpSpPr>
          <a:xfrm>
            <a:off x="850958" y="2448634"/>
            <a:ext cx="356438" cy="354558"/>
            <a:chOff x="-35853975" y="2631825"/>
            <a:chExt cx="293800" cy="292250"/>
          </a:xfrm>
        </p:grpSpPr>
        <p:sp>
          <p:nvSpPr>
            <p:cNvPr id="11257" name="Google Shape;11257;p125"/>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8" name="Google Shape;11258;p125"/>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9" name="Google Shape;11259;p125"/>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0" name="Google Shape;11260;p125"/>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1" name="Google Shape;11261;p125"/>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62" name="Google Shape;11262;p125"/>
          <p:cNvGrpSpPr/>
          <p:nvPr/>
        </p:nvGrpSpPr>
        <p:grpSpPr>
          <a:xfrm>
            <a:off x="3089562" y="1535527"/>
            <a:ext cx="353587" cy="353587"/>
            <a:chOff x="-34032200" y="1916675"/>
            <a:chExt cx="291450" cy="291450"/>
          </a:xfrm>
        </p:grpSpPr>
        <p:sp>
          <p:nvSpPr>
            <p:cNvPr id="11263" name="Google Shape;11263;p125"/>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4" name="Google Shape;11264;p125"/>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5" name="Google Shape;11265;p125"/>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6" name="Google Shape;11266;p125"/>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67" name="Google Shape;11267;p125"/>
          <p:cNvSpPr/>
          <p:nvPr/>
        </p:nvSpPr>
        <p:spPr>
          <a:xfrm>
            <a:off x="3086014" y="1992728"/>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68" name="Google Shape;11268;p125"/>
          <p:cNvGrpSpPr/>
          <p:nvPr/>
        </p:nvGrpSpPr>
        <p:grpSpPr>
          <a:xfrm>
            <a:off x="3089092" y="2448634"/>
            <a:ext cx="354527" cy="354558"/>
            <a:chOff x="-34032200" y="2634975"/>
            <a:chExt cx="292225" cy="292250"/>
          </a:xfrm>
        </p:grpSpPr>
        <p:sp>
          <p:nvSpPr>
            <p:cNvPr id="11269" name="Google Shape;11269;p125"/>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0" name="Google Shape;11270;p125"/>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1" name="Google Shape;11271;p125"/>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2" name="Google Shape;11272;p125"/>
          <p:cNvGrpSpPr/>
          <p:nvPr/>
        </p:nvGrpSpPr>
        <p:grpSpPr>
          <a:xfrm>
            <a:off x="1739487" y="2914882"/>
            <a:ext cx="358379" cy="354527"/>
            <a:chOff x="-32245875" y="1938725"/>
            <a:chExt cx="295400" cy="292225"/>
          </a:xfrm>
        </p:grpSpPr>
        <p:sp>
          <p:nvSpPr>
            <p:cNvPr id="11273" name="Google Shape;11273;p125"/>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4" name="Google Shape;11274;p125"/>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5" name="Google Shape;11275;p125"/>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6" name="Google Shape;11276;p125"/>
          <p:cNvGrpSpPr/>
          <p:nvPr/>
        </p:nvGrpSpPr>
        <p:grpSpPr>
          <a:xfrm>
            <a:off x="1736150" y="3384280"/>
            <a:ext cx="365052" cy="352162"/>
            <a:chOff x="-32243500" y="2299850"/>
            <a:chExt cx="300900" cy="290275"/>
          </a:xfrm>
        </p:grpSpPr>
        <p:sp>
          <p:nvSpPr>
            <p:cNvPr id="11277" name="Google Shape;11277;p125"/>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8" name="Google Shape;11278;p125"/>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79" name="Google Shape;11279;p125"/>
          <p:cNvSpPr/>
          <p:nvPr/>
        </p:nvSpPr>
        <p:spPr>
          <a:xfrm>
            <a:off x="1737541" y="3844649"/>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80" name="Google Shape;11280;p125"/>
          <p:cNvGrpSpPr/>
          <p:nvPr/>
        </p:nvGrpSpPr>
        <p:grpSpPr>
          <a:xfrm>
            <a:off x="1299432" y="1534571"/>
            <a:ext cx="354527" cy="355498"/>
            <a:chOff x="-35495600" y="1912725"/>
            <a:chExt cx="292225" cy="293025"/>
          </a:xfrm>
        </p:grpSpPr>
        <p:sp>
          <p:nvSpPr>
            <p:cNvPr id="11281" name="Google Shape;11281;p125"/>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2" name="Google Shape;11282;p125"/>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3" name="Google Shape;11283;p125"/>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84" name="Google Shape;11284;p125"/>
          <p:cNvSpPr/>
          <p:nvPr/>
        </p:nvSpPr>
        <p:spPr>
          <a:xfrm>
            <a:off x="1295266" y="1993775"/>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85" name="Google Shape;11285;p125"/>
          <p:cNvGrpSpPr/>
          <p:nvPr/>
        </p:nvGrpSpPr>
        <p:grpSpPr>
          <a:xfrm>
            <a:off x="1299432" y="2449119"/>
            <a:ext cx="354527" cy="353587"/>
            <a:chOff x="-35495600" y="2631825"/>
            <a:chExt cx="292225" cy="291450"/>
          </a:xfrm>
        </p:grpSpPr>
        <p:sp>
          <p:nvSpPr>
            <p:cNvPr id="11286" name="Google Shape;11286;p125"/>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7" name="Google Shape;11287;p125"/>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8" name="Google Shape;11288;p125"/>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9" name="Google Shape;11289;p125"/>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90" name="Google Shape;11290;p125"/>
          <p:cNvGrpSpPr/>
          <p:nvPr/>
        </p:nvGrpSpPr>
        <p:grpSpPr>
          <a:xfrm>
            <a:off x="3537081" y="1535527"/>
            <a:ext cx="353587" cy="353587"/>
            <a:chOff x="-33673825" y="1916675"/>
            <a:chExt cx="291450" cy="291450"/>
          </a:xfrm>
        </p:grpSpPr>
        <p:sp>
          <p:nvSpPr>
            <p:cNvPr id="11291" name="Google Shape;11291;p125"/>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2" name="Google Shape;11292;p125"/>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3" name="Google Shape;11293;p125"/>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4" name="Google Shape;11294;p125"/>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95" name="Google Shape;11295;p125"/>
          <p:cNvGrpSpPr/>
          <p:nvPr/>
        </p:nvGrpSpPr>
        <p:grpSpPr>
          <a:xfrm>
            <a:off x="3534700" y="1993107"/>
            <a:ext cx="358349" cy="355468"/>
            <a:chOff x="-33676975" y="2275050"/>
            <a:chExt cx="295375" cy="293000"/>
          </a:xfrm>
        </p:grpSpPr>
        <p:sp>
          <p:nvSpPr>
            <p:cNvPr id="11296" name="Google Shape;11296;p125"/>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7" name="Google Shape;11297;p125"/>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8" name="Google Shape;11298;p125"/>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99" name="Google Shape;11299;p125"/>
          <p:cNvGrpSpPr/>
          <p:nvPr/>
        </p:nvGrpSpPr>
        <p:grpSpPr>
          <a:xfrm>
            <a:off x="3537081" y="2448406"/>
            <a:ext cx="353587" cy="355013"/>
            <a:chOff x="-33673825" y="2634975"/>
            <a:chExt cx="291450" cy="292625"/>
          </a:xfrm>
        </p:grpSpPr>
        <p:sp>
          <p:nvSpPr>
            <p:cNvPr id="11300" name="Google Shape;11300;p125"/>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1" name="Google Shape;11301;p125"/>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02" name="Google Shape;11302;p125"/>
          <p:cNvGrpSpPr/>
          <p:nvPr/>
        </p:nvGrpSpPr>
        <p:grpSpPr>
          <a:xfrm>
            <a:off x="2205089" y="2915322"/>
            <a:ext cx="329687" cy="353648"/>
            <a:chOff x="-31874100" y="1939525"/>
            <a:chExt cx="271750" cy="291500"/>
          </a:xfrm>
        </p:grpSpPr>
        <p:sp>
          <p:nvSpPr>
            <p:cNvPr id="11303" name="Google Shape;11303;p125"/>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4" name="Google Shape;11304;p125"/>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05" name="Google Shape;11305;p125"/>
          <p:cNvSpPr/>
          <p:nvPr/>
        </p:nvSpPr>
        <p:spPr>
          <a:xfrm>
            <a:off x="2211275" y="3383767"/>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06" name="Google Shape;11306;p125"/>
          <p:cNvGrpSpPr/>
          <p:nvPr/>
        </p:nvGrpSpPr>
        <p:grpSpPr>
          <a:xfrm>
            <a:off x="2186451" y="3844343"/>
            <a:ext cx="366963" cy="352768"/>
            <a:chOff x="-31889075" y="2658950"/>
            <a:chExt cx="302475" cy="290775"/>
          </a:xfrm>
        </p:grpSpPr>
        <p:sp>
          <p:nvSpPr>
            <p:cNvPr id="11307" name="Google Shape;11307;p125"/>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8" name="Google Shape;11308;p125"/>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09" name="Google Shape;11309;p125"/>
          <p:cNvSpPr/>
          <p:nvPr/>
        </p:nvSpPr>
        <p:spPr>
          <a:xfrm>
            <a:off x="3974577" y="3383282"/>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10" name="Google Shape;11310;p125"/>
          <p:cNvGrpSpPr/>
          <p:nvPr/>
        </p:nvGrpSpPr>
        <p:grpSpPr>
          <a:xfrm>
            <a:off x="1747421" y="1534571"/>
            <a:ext cx="354527" cy="355498"/>
            <a:chOff x="-35136450" y="1912725"/>
            <a:chExt cx="292225" cy="293025"/>
          </a:xfrm>
        </p:grpSpPr>
        <p:sp>
          <p:nvSpPr>
            <p:cNvPr id="11311" name="Google Shape;11311;p125"/>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2" name="Google Shape;11312;p125"/>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3" name="Google Shape;11313;p125"/>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14" name="Google Shape;11314;p125"/>
          <p:cNvGrpSpPr/>
          <p:nvPr/>
        </p:nvGrpSpPr>
        <p:grpSpPr>
          <a:xfrm>
            <a:off x="1747891" y="1993790"/>
            <a:ext cx="353587" cy="354103"/>
            <a:chOff x="-35134875" y="2272675"/>
            <a:chExt cx="291450" cy="291875"/>
          </a:xfrm>
        </p:grpSpPr>
        <p:sp>
          <p:nvSpPr>
            <p:cNvPr id="11315" name="Google Shape;11315;p125"/>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6" name="Google Shape;11316;p125"/>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7" name="Google Shape;11317;p125"/>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8" name="Google Shape;11318;p125"/>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19" name="Google Shape;11319;p125"/>
          <p:cNvGrpSpPr/>
          <p:nvPr/>
        </p:nvGrpSpPr>
        <p:grpSpPr>
          <a:xfrm>
            <a:off x="1789458" y="2449119"/>
            <a:ext cx="270453" cy="353587"/>
            <a:chOff x="-35101800" y="2631050"/>
            <a:chExt cx="222925" cy="291450"/>
          </a:xfrm>
        </p:grpSpPr>
        <p:sp>
          <p:nvSpPr>
            <p:cNvPr id="11320" name="Google Shape;11320;p125"/>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1" name="Google Shape;11321;p125"/>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2" name="Google Shape;11322;p125"/>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3" name="Google Shape;11323;p125"/>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24" name="Google Shape;11324;p125"/>
          <p:cNvSpPr/>
          <p:nvPr/>
        </p:nvSpPr>
        <p:spPr>
          <a:xfrm>
            <a:off x="3982155" y="1534859"/>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25" name="Google Shape;11325;p125"/>
          <p:cNvGrpSpPr/>
          <p:nvPr/>
        </p:nvGrpSpPr>
        <p:grpSpPr>
          <a:xfrm>
            <a:off x="3977510" y="1993107"/>
            <a:ext cx="353587" cy="355468"/>
            <a:chOff x="-33314675" y="2275050"/>
            <a:chExt cx="291450" cy="293000"/>
          </a:xfrm>
        </p:grpSpPr>
        <p:sp>
          <p:nvSpPr>
            <p:cNvPr id="11326" name="Google Shape;11326;p125"/>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7" name="Google Shape;11327;p125"/>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8" name="Google Shape;11328;p125"/>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29" name="Google Shape;11329;p125"/>
          <p:cNvSpPr/>
          <p:nvPr/>
        </p:nvSpPr>
        <p:spPr>
          <a:xfrm>
            <a:off x="3973071" y="2447907"/>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30" name="Google Shape;11330;p125"/>
          <p:cNvGrpSpPr/>
          <p:nvPr/>
        </p:nvGrpSpPr>
        <p:grpSpPr>
          <a:xfrm>
            <a:off x="2639701" y="2915367"/>
            <a:ext cx="353587" cy="353557"/>
            <a:chOff x="-31523625" y="1939525"/>
            <a:chExt cx="291450" cy="291425"/>
          </a:xfrm>
        </p:grpSpPr>
        <p:sp>
          <p:nvSpPr>
            <p:cNvPr id="11331" name="Google Shape;11331;p125"/>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2" name="Google Shape;11332;p125"/>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3" name="Google Shape;11333;p125"/>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4" name="Google Shape;11334;p125"/>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5" name="Google Shape;11335;p125"/>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6" name="Google Shape;11336;p125"/>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7" name="Google Shape;11337;p125"/>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8" name="Google Shape;11338;p125"/>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9" name="Google Shape;11339;p125"/>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0" name="Google Shape;11340;p125"/>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1" name="Google Shape;11341;p125"/>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42" name="Google Shape;11342;p125"/>
          <p:cNvGrpSpPr/>
          <p:nvPr/>
        </p:nvGrpSpPr>
        <p:grpSpPr>
          <a:xfrm>
            <a:off x="2638746" y="3383568"/>
            <a:ext cx="355498" cy="353587"/>
            <a:chOff x="-31523625" y="2298675"/>
            <a:chExt cx="293025" cy="291450"/>
          </a:xfrm>
        </p:grpSpPr>
        <p:sp>
          <p:nvSpPr>
            <p:cNvPr id="11343" name="Google Shape;11343;p125"/>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4" name="Google Shape;11344;p125"/>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5" name="Google Shape;11345;p125"/>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46" name="Google Shape;11346;p125"/>
          <p:cNvSpPr/>
          <p:nvPr/>
        </p:nvSpPr>
        <p:spPr>
          <a:xfrm>
            <a:off x="2633984" y="3842739"/>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7" name="Google Shape;11347;p125"/>
          <p:cNvSpPr/>
          <p:nvPr/>
        </p:nvSpPr>
        <p:spPr>
          <a:xfrm>
            <a:off x="3975533" y="3844164"/>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48" name="Google Shape;11348;p125"/>
          <p:cNvGrpSpPr/>
          <p:nvPr/>
        </p:nvGrpSpPr>
        <p:grpSpPr>
          <a:xfrm>
            <a:off x="2205934" y="1535542"/>
            <a:ext cx="331598" cy="353557"/>
            <a:chOff x="-34767825" y="1914325"/>
            <a:chExt cx="273325" cy="291425"/>
          </a:xfrm>
        </p:grpSpPr>
        <p:sp>
          <p:nvSpPr>
            <p:cNvPr id="11349" name="Google Shape;11349;p125"/>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0" name="Google Shape;11350;p125"/>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1" name="Google Shape;11351;p125"/>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2" name="Google Shape;11352;p125"/>
          <p:cNvGrpSpPr/>
          <p:nvPr/>
        </p:nvGrpSpPr>
        <p:grpSpPr>
          <a:xfrm>
            <a:off x="2193513" y="1993092"/>
            <a:ext cx="356438" cy="355498"/>
            <a:chOff x="-34778075" y="2272675"/>
            <a:chExt cx="293800" cy="293025"/>
          </a:xfrm>
        </p:grpSpPr>
        <p:sp>
          <p:nvSpPr>
            <p:cNvPr id="11353" name="Google Shape;11353;p125"/>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4" name="Google Shape;11354;p125"/>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5" name="Google Shape;11355;p125"/>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6" name="Google Shape;11356;p125"/>
          <p:cNvGrpSpPr/>
          <p:nvPr/>
        </p:nvGrpSpPr>
        <p:grpSpPr>
          <a:xfrm>
            <a:off x="2194939" y="2449119"/>
            <a:ext cx="353587" cy="353587"/>
            <a:chOff x="-34776500" y="2631825"/>
            <a:chExt cx="291450" cy="291450"/>
          </a:xfrm>
        </p:grpSpPr>
        <p:sp>
          <p:nvSpPr>
            <p:cNvPr id="11357" name="Google Shape;11357;p125"/>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8" name="Google Shape;11358;p125"/>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9" name="Google Shape;11359;p125"/>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60" name="Google Shape;11360;p125"/>
          <p:cNvGrpSpPr/>
          <p:nvPr/>
        </p:nvGrpSpPr>
        <p:grpSpPr>
          <a:xfrm>
            <a:off x="853628" y="2912973"/>
            <a:ext cx="354527" cy="358349"/>
            <a:chOff x="-32956300" y="1915900"/>
            <a:chExt cx="292225" cy="295375"/>
          </a:xfrm>
        </p:grpSpPr>
        <p:sp>
          <p:nvSpPr>
            <p:cNvPr id="11361" name="Google Shape;11361;p125"/>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2" name="Google Shape;11362;p125"/>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63" name="Google Shape;11363;p125"/>
          <p:cNvSpPr/>
          <p:nvPr/>
        </p:nvSpPr>
        <p:spPr>
          <a:xfrm>
            <a:off x="850648" y="3383782"/>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4" name="Google Shape;11364;p125"/>
          <p:cNvSpPr/>
          <p:nvPr/>
        </p:nvSpPr>
        <p:spPr>
          <a:xfrm>
            <a:off x="850162" y="3843679"/>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65" name="Google Shape;11365;p125"/>
          <p:cNvGrpSpPr/>
          <p:nvPr/>
        </p:nvGrpSpPr>
        <p:grpSpPr>
          <a:xfrm>
            <a:off x="3081101" y="2915367"/>
            <a:ext cx="356438" cy="353557"/>
            <a:chOff x="-31166825" y="1939525"/>
            <a:chExt cx="293800" cy="291425"/>
          </a:xfrm>
        </p:grpSpPr>
        <p:sp>
          <p:nvSpPr>
            <p:cNvPr id="11366" name="Google Shape;11366;p125"/>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7" name="Google Shape;11367;p125"/>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8" name="Google Shape;11368;p125"/>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9" name="Google Shape;11369;p125"/>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0" name="Google Shape;11370;p125"/>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1" name="Google Shape;11371;p125"/>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2" name="Google Shape;11372;p125"/>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3" name="Google Shape;11373;p125"/>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4" name="Google Shape;11374;p125"/>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5" name="Google Shape;11375;p125"/>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6" name="Google Shape;11376;p125"/>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77" name="Google Shape;11377;p125"/>
          <p:cNvGrpSpPr/>
          <p:nvPr/>
        </p:nvGrpSpPr>
        <p:grpSpPr>
          <a:xfrm>
            <a:off x="3082057" y="3383295"/>
            <a:ext cx="354527" cy="354133"/>
            <a:chOff x="-31165250" y="2298675"/>
            <a:chExt cx="292225" cy="291900"/>
          </a:xfrm>
        </p:grpSpPr>
        <p:sp>
          <p:nvSpPr>
            <p:cNvPr id="11378" name="Google Shape;11378;p125"/>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9" name="Google Shape;11379;p125"/>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0" name="Google Shape;11380;p125"/>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81" name="Google Shape;11381;p125"/>
          <p:cNvGrpSpPr/>
          <p:nvPr/>
        </p:nvGrpSpPr>
        <p:grpSpPr>
          <a:xfrm>
            <a:off x="3082542" y="3843949"/>
            <a:ext cx="353557" cy="353557"/>
            <a:chOff x="-31164450" y="2657050"/>
            <a:chExt cx="291425" cy="291425"/>
          </a:xfrm>
        </p:grpSpPr>
        <p:sp>
          <p:nvSpPr>
            <p:cNvPr id="11382" name="Google Shape;11382;p125"/>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3" name="Google Shape;11383;p125"/>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4" name="Google Shape;11384;p125"/>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5" name="Google Shape;11385;p125"/>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86" name="Google Shape;11386;p125"/>
          <p:cNvSpPr/>
          <p:nvPr/>
        </p:nvSpPr>
        <p:spPr>
          <a:xfrm>
            <a:off x="2188967" y="4264670"/>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87" name="Google Shape;11387;p125"/>
          <p:cNvGrpSpPr/>
          <p:nvPr/>
        </p:nvGrpSpPr>
        <p:grpSpPr>
          <a:xfrm>
            <a:off x="2632987" y="1535178"/>
            <a:ext cx="358349" cy="354285"/>
            <a:chOff x="-34421275" y="1912725"/>
            <a:chExt cx="295375" cy="292025"/>
          </a:xfrm>
        </p:grpSpPr>
        <p:sp>
          <p:nvSpPr>
            <p:cNvPr id="11388" name="Google Shape;11388;p125"/>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9" name="Google Shape;11389;p125"/>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90" name="Google Shape;11390;p125"/>
          <p:cNvGrpSpPr/>
          <p:nvPr/>
        </p:nvGrpSpPr>
        <p:grpSpPr>
          <a:xfrm>
            <a:off x="2632032" y="1993093"/>
            <a:ext cx="360260" cy="355498"/>
            <a:chOff x="-34418125" y="2271100"/>
            <a:chExt cx="296950" cy="293025"/>
          </a:xfrm>
        </p:grpSpPr>
        <p:sp>
          <p:nvSpPr>
            <p:cNvPr id="11391" name="Google Shape;11391;p125"/>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2" name="Google Shape;11392;p125"/>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3" name="Google Shape;11393;p125"/>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4" name="Google Shape;11394;p125"/>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5" name="Google Shape;11395;p125"/>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96" name="Google Shape;11396;p125"/>
          <p:cNvGrpSpPr/>
          <p:nvPr/>
        </p:nvGrpSpPr>
        <p:grpSpPr>
          <a:xfrm>
            <a:off x="2632987" y="2449119"/>
            <a:ext cx="358349" cy="353587"/>
            <a:chOff x="-34421275" y="2631050"/>
            <a:chExt cx="295375" cy="291450"/>
          </a:xfrm>
        </p:grpSpPr>
        <p:sp>
          <p:nvSpPr>
            <p:cNvPr id="11397" name="Google Shape;11397;p125"/>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8" name="Google Shape;11398;p125"/>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9" name="Google Shape;11399;p125"/>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0" name="Google Shape;11400;p125"/>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01" name="Google Shape;11401;p125"/>
          <p:cNvSpPr/>
          <p:nvPr/>
        </p:nvSpPr>
        <p:spPr>
          <a:xfrm>
            <a:off x="1299154" y="2915050"/>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2" name="Google Shape;11402;p125"/>
          <p:cNvSpPr/>
          <p:nvPr/>
        </p:nvSpPr>
        <p:spPr>
          <a:xfrm>
            <a:off x="1299154" y="3383782"/>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3" name="Google Shape;11403;p125"/>
          <p:cNvSpPr/>
          <p:nvPr/>
        </p:nvSpPr>
        <p:spPr>
          <a:xfrm>
            <a:off x="1290085" y="3843815"/>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04" name="Google Shape;11404;p125"/>
          <p:cNvGrpSpPr/>
          <p:nvPr/>
        </p:nvGrpSpPr>
        <p:grpSpPr>
          <a:xfrm>
            <a:off x="3537620" y="2915837"/>
            <a:ext cx="353587" cy="352617"/>
            <a:chOff x="-30805300" y="1938725"/>
            <a:chExt cx="291450" cy="290650"/>
          </a:xfrm>
        </p:grpSpPr>
        <p:sp>
          <p:nvSpPr>
            <p:cNvPr id="11405" name="Google Shape;11405;p125"/>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6" name="Google Shape;11406;p125"/>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07" name="Google Shape;11407;p125"/>
          <p:cNvGrpSpPr/>
          <p:nvPr/>
        </p:nvGrpSpPr>
        <p:grpSpPr>
          <a:xfrm>
            <a:off x="3538105" y="3383765"/>
            <a:ext cx="352617" cy="353193"/>
            <a:chOff x="-30805300" y="2298675"/>
            <a:chExt cx="290650" cy="291125"/>
          </a:xfrm>
        </p:grpSpPr>
        <p:sp>
          <p:nvSpPr>
            <p:cNvPr id="11408" name="Google Shape;11408;p125"/>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9" name="Google Shape;11409;p125"/>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0" name="Google Shape;11410;p125"/>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1" name="Google Shape;11411;p125"/>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12" name="Google Shape;11412;p125"/>
          <p:cNvGrpSpPr/>
          <p:nvPr/>
        </p:nvGrpSpPr>
        <p:grpSpPr>
          <a:xfrm>
            <a:off x="3537635" y="3843949"/>
            <a:ext cx="353557" cy="353557"/>
            <a:chOff x="-30806075" y="2657050"/>
            <a:chExt cx="291425" cy="291425"/>
          </a:xfrm>
        </p:grpSpPr>
        <p:sp>
          <p:nvSpPr>
            <p:cNvPr id="11413" name="Google Shape;11413;p125"/>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4" name="Google Shape;11414;p125"/>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5" name="Google Shape;11415;p125"/>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16" name="Google Shape;11416;p125"/>
          <p:cNvGrpSpPr/>
          <p:nvPr/>
        </p:nvGrpSpPr>
        <p:grpSpPr>
          <a:xfrm>
            <a:off x="2639681" y="4301756"/>
            <a:ext cx="353557" cy="353557"/>
            <a:chOff x="-30064925" y="2332550"/>
            <a:chExt cx="291425" cy="291425"/>
          </a:xfrm>
        </p:grpSpPr>
        <p:sp>
          <p:nvSpPr>
            <p:cNvPr id="11417" name="Google Shape;11417;p125"/>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8" name="Google Shape;11418;p125"/>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9" name="Google Shape;11419;p125"/>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20" name="Google Shape;11420;p125"/>
          <p:cNvGrpSpPr/>
          <p:nvPr/>
        </p:nvGrpSpPr>
        <p:grpSpPr>
          <a:xfrm>
            <a:off x="3983068" y="2911256"/>
            <a:ext cx="348855" cy="347879"/>
            <a:chOff x="2821450" y="2957850"/>
            <a:chExt cx="259275" cy="258550"/>
          </a:xfrm>
        </p:grpSpPr>
        <p:sp>
          <p:nvSpPr>
            <p:cNvPr id="11421" name="Google Shape;11421;p125"/>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2" name="Google Shape;11422;p125"/>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3" name="Google Shape;11423;p125"/>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125"/>
          <p:cNvGrpSpPr/>
          <p:nvPr/>
        </p:nvGrpSpPr>
        <p:grpSpPr>
          <a:xfrm>
            <a:off x="4858100" y="1532274"/>
            <a:ext cx="361090" cy="361090"/>
            <a:chOff x="-57970450" y="1903275"/>
            <a:chExt cx="318225" cy="318225"/>
          </a:xfrm>
        </p:grpSpPr>
        <p:sp>
          <p:nvSpPr>
            <p:cNvPr id="11425" name="Google Shape;11425;p125"/>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6" name="Google Shape;11426;p125"/>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7" name="Google Shape;11427;p125"/>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8" name="Google Shape;11428;p125"/>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29" name="Google Shape;11429;p125"/>
          <p:cNvGrpSpPr/>
          <p:nvPr/>
        </p:nvGrpSpPr>
        <p:grpSpPr>
          <a:xfrm>
            <a:off x="4880000" y="2008231"/>
            <a:ext cx="317290" cy="359303"/>
            <a:chOff x="-57950750" y="2296300"/>
            <a:chExt cx="279625" cy="316650"/>
          </a:xfrm>
        </p:grpSpPr>
        <p:sp>
          <p:nvSpPr>
            <p:cNvPr id="11430" name="Google Shape;11430;p125"/>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1" name="Google Shape;11431;p125"/>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2" name="Google Shape;11432;p125"/>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3" name="Google Shape;11433;p125"/>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4" name="Google Shape;11434;p125"/>
          <p:cNvGrpSpPr/>
          <p:nvPr/>
        </p:nvGrpSpPr>
        <p:grpSpPr>
          <a:xfrm>
            <a:off x="4858214" y="2459907"/>
            <a:ext cx="360863" cy="360211"/>
            <a:chOff x="-57969675" y="2687750"/>
            <a:chExt cx="318025" cy="317450"/>
          </a:xfrm>
        </p:grpSpPr>
        <p:sp>
          <p:nvSpPr>
            <p:cNvPr id="11435" name="Google Shape;11435;p125"/>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6" name="Google Shape;11436;p125"/>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7" name="Google Shape;11437;p125"/>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8" name="Google Shape;11438;p125"/>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9" name="Google Shape;11439;p125"/>
          <p:cNvGrpSpPr/>
          <p:nvPr/>
        </p:nvGrpSpPr>
        <p:grpSpPr>
          <a:xfrm>
            <a:off x="7067397" y="1532274"/>
            <a:ext cx="363785" cy="361090"/>
            <a:chOff x="-56012425" y="1903275"/>
            <a:chExt cx="320600" cy="318225"/>
          </a:xfrm>
        </p:grpSpPr>
        <p:sp>
          <p:nvSpPr>
            <p:cNvPr id="11440" name="Google Shape;11440;p125"/>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1" name="Google Shape;11441;p125"/>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42" name="Google Shape;11442;p125"/>
          <p:cNvGrpSpPr/>
          <p:nvPr/>
        </p:nvGrpSpPr>
        <p:grpSpPr>
          <a:xfrm>
            <a:off x="7068290" y="2006443"/>
            <a:ext cx="361998" cy="361998"/>
            <a:chOff x="-56010850" y="2294725"/>
            <a:chExt cx="319025" cy="319025"/>
          </a:xfrm>
        </p:grpSpPr>
        <p:sp>
          <p:nvSpPr>
            <p:cNvPr id="11443" name="Google Shape;11443;p125"/>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4" name="Google Shape;11444;p125"/>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5" name="Google Shape;11445;p125"/>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6" name="Google Shape;11446;p125"/>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47" name="Google Shape;11447;p125"/>
          <p:cNvGrpSpPr/>
          <p:nvPr/>
        </p:nvGrpSpPr>
        <p:grpSpPr>
          <a:xfrm>
            <a:off x="7068305" y="2459027"/>
            <a:ext cx="361969" cy="361090"/>
            <a:chOff x="-56010050" y="2686975"/>
            <a:chExt cx="319000" cy="318225"/>
          </a:xfrm>
        </p:grpSpPr>
        <p:sp>
          <p:nvSpPr>
            <p:cNvPr id="11448" name="Google Shape;11448;p125"/>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9" name="Google Shape;11449;p125"/>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0" name="Google Shape;11450;p125"/>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1" name="Google Shape;11451;p125"/>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52" name="Google Shape;11452;p125"/>
          <p:cNvGrpSpPr/>
          <p:nvPr/>
        </p:nvGrpSpPr>
        <p:grpSpPr>
          <a:xfrm>
            <a:off x="5753801" y="2911936"/>
            <a:ext cx="361998" cy="361090"/>
            <a:chOff x="-54081175" y="1903275"/>
            <a:chExt cx="319025" cy="318225"/>
          </a:xfrm>
        </p:grpSpPr>
        <p:sp>
          <p:nvSpPr>
            <p:cNvPr id="11453" name="Google Shape;11453;p125"/>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4" name="Google Shape;11454;p125"/>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55" name="Google Shape;11455;p125"/>
          <p:cNvGrpSpPr/>
          <p:nvPr/>
        </p:nvGrpSpPr>
        <p:grpSpPr>
          <a:xfrm>
            <a:off x="5776154" y="3365399"/>
            <a:ext cx="317290" cy="360211"/>
            <a:chOff x="-54063050" y="2296300"/>
            <a:chExt cx="279625" cy="317450"/>
          </a:xfrm>
        </p:grpSpPr>
        <p:sp>
          <p:nvSpPr>
            <p:cNvPr id="11456" name="Google Shape;11456;p125"/>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7" name="Google Shape;11457;p125"/>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8" name="Google Shape;11458;p125"/>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9" name="Google Shape;11459;p125"/>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60" name="Google Shape;11460;p125"/>
          <p:cNvGrpSpPr/>
          <p:nvPr/>
        </p:nvGrpSpPr>
        <p:grpSpPr>
          <a:xfrm>
            <a:off x="5776154" y="3829461"/>
            <a:ext cx="317290" cy="361033"/>
            <a:chOff x="-54061475" y="2685450"/>
            <a:chExt cx="279625" cy="318175"/>
          </a:xfrm>
        </p:grpSpPr>
        <p:sp>
          <p:nvSpPr>
            <p:cNvPr id="11461" name="Google Shape;11461;p125"/>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2" name="Google Shape;11462;p125"/>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3" name="Google Shape;11463;p125"/>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4" name="Google Shape;11464;p125"/>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65" name="Google Shape;11465;p125"/>
          <p:cNvGrpSpPr/>
          <p:nvPr/>
        </p:nvGrpSpPr>
        <p:grpSpPr>
          <a:xfrm>
            <a:off x="8029690" y="2921780"/>
            <a:ext cx="275278" cy="361969"/>
            <a:chOff x="-52074300" y="1911950"/>
            <a:chExt cx="242600" cy="319000"/>
          </a:xfrm>
        </p:grpSpPr>
        <p:sp>
          <p:nvSpPr>
            <p:cNvPr id="11466" name="Google Shape;11466;p125"/>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7" name="Google Shape;11467;p125"/>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8" name="Google Shape;11468;p125"/>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9" name="Google Shape;11469;p125"/>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0" name="Google Shape;11470;p125"/>
          <p:cNvGrpSpPr/>
          <p:nvPr/>
        </p:nvGrpSpPr>
        <p:grpSpPr>
          <a:xfrm>
            <a:off x="5287689" y="1533182"/>
            <a:ext cx="361998" cy="361090"/>
            <a:chOff x="-57578225" y="1904075"/>
            <a:chExt cx="319025" cy="318225"/>
          </a:xfrm>
        </p:grpSpPr>
        <p:sp>
          <p:nvSpPr>
            <p:cNvPr id="11471" name="Google Shape;11471;p125"/>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2" name="Google Shape;11472;p125"/>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3" name="Google Shape;11473;p125"/>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4" name="Google Shape;11474;p125"/>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5" name="Google Shape;11475;p125"/>
          <p:cNvGrpSpPr/>
          <p:nvPr/>
        </p:nvGrpSpPr>
        <p:grpSpPr>
          <a:xfrm>
            <a:off x="5310042" y="2006443"/>
            <a:ext cx="317290" cy="361090"/>
            <a:chOff x="-57558525" y="2294725"/>
            <a:chExt cx="279625" cy="318225"/>
          </a:xfrm>
        </p:grpSpPr>
        <p:sp>
          <p:nvSpPr>
            <p:cNvPr id="11476" name="Google Shape;11476;p125"/>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7" name="Google Shape;11477;p125"/>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8" name="Google Shape;11478;p125"/>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9" name="Google Shape;11479;p125"/>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0" name="Google Shape;11480;p125"/>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81" name="Google Shape;11481;p125"/>
          <p:cNvGrpSpPr/>
          <p:nvPr/>
        </p:nvGrpSpPr>
        <p:grpSpPr>
          <a:xfrm>
            <a:off x="5285901" y="2459027"/>
            <a:ext cx="365572" cy="361969"/>
            <a:chOff x="-57579800" y="2686975"/>
            <a:chExt cx="322175" cy="319000"/>
          </a:xfrm>
        </p:grpSpPr>
        <p:sp>
          <p:nvSpPr>
            <p:cNvPr id="11482" name="Google Shape;11482;p125"/>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3" name="Google Shape;11483;p125"/>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84" name="Google Shape;11484;p125"/>
          <p:cNvGrpSpPr/>
          <p:nvPr/>
        </p:nvGrpSpPr>
        <p:grpSpPr>
          <a:xfrm>
            <a:off x="7510682" y="2006443"/>
            <a:ext cx="367359" cy="361090"/>
            <a:chOff x="-55620975" y="2294725"/>
            <a:chExt cx="323750" cy="318225"/>
          </a:xfrm>
        </p:grpSpPr>
        <p:sp>
          <p:nvSpPr>
            <p:cNvPr id="11485" name="Google Shape;11485;p125"/>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6" name="Google Shape;11486;p125"/>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7" name="Google Shape;11487;p125"/>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8" name="Google Shape;11488;p125"/>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9" name="Google Shape;11489;p125"/>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0" name="Google Shape;11490;p125"/>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91" name="Google Shape;11491;p125"/>
          <p:cNvGrpSpPr/>
          <p:nvPr/>
        </p:nvGrpSpPr>
        <p:grpSpPr>
          <a:xfrm>
            <a:off x="7512923" y="2458942"/>
            <a:ext cx="362877" cy="361175"/>
            <a:chOff x="-55620175" y="2686900"/>
            <a:chExt cx="319800" cy="318300"/>
          </a:xfrm>
        </p:grpSpPr>
        <p:sp>
          <p:nvSpPr>
            <p:cNvPr id="11492" name="Google Shape;11492;p125"/>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3" name="Google Shape;11493;p125"/>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4" name="Google Shape;11494;p125"/>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5" name="Google Shape;11495;p125"/>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96" name="Google Shape;11496;p125"/>
          <p:cNvGrpSpPr/>
          <p:nvPr/>
        </p:nvGrpSpPr>
        <p:grpSpPr>
          <a:xfrm>
            <a:off x="6198887" y="2911936"/>
            <a:ext cx="361969" cy="361090"/>
            <a:chOff x="-53690500" y="1903275"/>
            <a:chExt cx="319000" cy="318225"/>
          </a:xfrm>
        </p:grpSpPr>
        <p:sp>
          <p:nvSpPr>
            <p:cNvPr id="11497" name="Google Shape;11497;p125"/>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8" name="Google Shape;11498;p125"/>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9" name="Google Shape;11499;p125"/>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0" name="Google Shape;11500;p125"/>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01" name="Google Shape;11501;p125"/>
          <p:cNvGrpSpPr/>
          <p:nvPr/>
        </p:nvGrpSpPr>
        <p:grpSpPr>
          <a:xfrm>
            <a:off x="6221226" y="3365399"/>
            <a:ext cx="317290" cy="359303"/>
            <a:chOff x="-53670800" y="2296300"/>
            <a:chExt cx="279625" cy="316650"/>
          </a:xfrm>
        </p:grpSpPr>
        <p:sp>
          <p:nvSpPr>
            <p:cNvPr id="11502" name="Google Shape;11502;p125"/>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3" name="Google Shape;11503;p125"/>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4" name="Google Shape;11504;p125"/>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5" name="Google Shape;11505;p125"/>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06" name="Google Shape;11506;p125"/>
          <p:cNvGrpSpPr/>
          <p:nvPr/>
        </p:nvGrpSpPr>
        <p:grpSpPr>
          <a:xfrm>
            <a:off x="6198887" y="3830738"/>
            <a:ext cx="361969" cy="361544"/>
            <a:chOff x="-53690500" y="2686575"/>
            <a:chExt cx="319000" cy="318625"/>
          </a:xfrm>
        </p:grpSpPr>
        <p:sp>
          <p:nvSpPr>
            <p:cNvPr id="11507" name="Google Shape;11507;p125"/>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8" name="Google Shape;11508;p125"/>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9" name="Google Shape;11509;p125"/>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0" name="Google Shape;11510;p125"/>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11" name="Google Shape;11511;p125"/>
          <p:cNvGrpSpPr/>
          <p:nvPr/>
        </p:nvGrpSpPr>
        <p:grpSpPr>
          <a:xfrm>
            <a:off x="8008669" y="3373598"/>
            <a:ext cx="317319" cy="360948"/>
            <a:chOff x="-52092425" y="2303525"/>
            <a:chExt cx="279650" cy="318100"/>
          </a:xfrm>
        </p:grpSpPr>
        <p:sp>
          <p:nvSpPr>
            <p:cNvPr id="11512" name="Google Shape;11512;p125"/>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3" name="Google Shape;11513;p125"/>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4" name="Google Shape;11514;p125"/>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5" name="Google Shape;11515;p125"/>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6" name="Google Shape;11516;p125"/>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17" name="Google Shape;11517;p125"/>
          <p:cNvGrpSpPr/>
          <p:nvPr/>
        </p:nvGrpSpPr>
        <p:grpSpPr>
          <a:xfrm>
            <a:off x="5727728" y="1534061"/>
            <a:ext cx="363756" cy="361090"/>
            <a:chOff x="-57189125" y="1904850"/>
            <a:chExt cx="320575" cy="318225"/>
          </a:xfrm>
        </p:grpSpPr>
        <p:sp>
          <p:nvSpPr>
            <p:cNvPr id="11518" name="Google Shape;11518;p125"/>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9" name="Google Shape;11519;p125"/>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0" name="Google Shape;11520;p125"/>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1" name="Google Shape;11521;p125"/>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2" name="Google Shape;11522;p125"/>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3" name="Google Shape;11523;p125"/>
          <p:cNvGrpSpPr/>
          <p:nvPr/>
        </p:nvGrpSpPr>
        <p:grpSpPr>
          <a:xfrm>
            <a:off x="5728621" y="2028797"/>
            <a:ext cx="361969" cy="316411"/>
            <a:chOff x="-57187550" y="2314425"/>
            <a:chExt cx="319000" cy="278850"/>
          </a:xfrm>
        </p:grpSpPr>
        <p:sp>
          <p:nvSpPr>
            <p:cNvPr id="11524" name="Google Shape;11524;p125"/>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5" name="Google Shape;11525;p125"/>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6" name="Google Shape;11526;p125"/>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7" name="Google Shape;11527;p125"/>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8" name="Google Shape;11528;p125"/>
          <p:cNvGrpSpPr/>
          <p:nvPr/>
        </p:nvGrpSpPr>
        <p:grpSpPr>
          <a:xfrm>
            <a:off x="5745585" y="2458346"/>
            <a:ext cx="328042" cy="361771"/>
            <a:chOff x="-57172600" y="2686375"/>
            <a:chExt cx="289100" cy="318825"/>
          </a:xfrm>
        </p:grpSpPr>
        <p:sp>
          <p:nvSpPr>
            <p:cNvPr id="11529" name="Google Shape;11529;p125"/>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0" name="Google Shape;11530;p125"/>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31" name="Google Shape;11531;p125"/>
          <p:cNvGrpSpPr/>
          <p:nvPr/>
        </p:nvGrpSpPr>
        <p:grpSpPr>
          <a:xfrm>
            <a:off x="7958434" y="1532274"/>
            <a:ext cx="361090" cy="359303"/>
            <a:chOff x="-55225575" y="1903275"/>
            <a:chExt cx="318225" cy="316650"/>
          </a:xfrm>
        </p:grpSpPr>
        <p:sp>
          <p:nvSpPr>
            <p:cNvPr id="11532" name="Google Shape;11532;p125"/>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3" name="Google Shape;11533;p125"/>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4" name="Google Shape;11534;p125"/>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5" name="Google Shape;11535;p125"/>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6" name="Google Shape;11536;p125"/>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37" name="Google Shape;11537;p125"/>
          <p:cNvGrpSpPr/>
          <p:nvPr/>
        </p:nvGrpSpPr>
        <p:grpSpPr>
          <a:xfrm>
            <a:off x="7969611" y="2008231"/>
            <a:ext cx="338736" cy="359303"/>
            <a:chOff x="-55217700" y="2296300"/>
            <a:chExt cx="298525" cy="316650"/>
          </a:xfrm>
        </p:grpSpPr>
        <p:sp>
          <p:nvSpPr>
            <p:cNvPr id="11538" name="Google Shape;11538;p125"/>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9" name="Google Shape;11539;p125"/>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0" name="Google Shape;11540;p125"/>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1" name="Google Shape;11541;p125"/>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2" name="Google Shape;11542;p125"/>
          <p:cNvGrpSpPr/>
          <p:nvPr/>
        </p:nvGrpSpPr>
        <p:grpSpPr>
          <a:xfrm>
            <a:off x="7957541" y="2460814"/>
            <a:ext cx="362877" cy="359303"/>
            <a:chOff x="-55229525" y="2688550"/>
            <a:chExt cx="319800" cy="316650"/>
          </a:xfrm>
        </p:grpSpPr>
        <p:sp>
          <p:nvSpPr>
            <p:cNvPr id="11543" name="Google Shape;11543;p125"/>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4" name="Google Shape;11544;p125"/>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5" name="Google Shape;11545;p125"/>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6" name="Google Shape;11546;p125"/>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7" name="Google Shape;11547;p125"/>
          <p:cNvGrpSpPr/>
          <p:nvPr/>
        </p:nvGrpSpPr>
        <p:grpSpPr>
          <a:xfrm>
            <a:off x="6653760" y="2911936"/>
            <a:ext cx="338765" cy="361090"/>
            <a:chOff x="-53288825" y="1903275"/>
            <a:chExt cx="298550" cy="318225"/>
          </a:xfrm>
        </p:grpSpPr>
        <p:sp>
          <p:nvSpPr>
            <p:cNvPr id="11548" name="Google Shape;11548;p125"/>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9" name="Google Shape;11549;p125"/>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0" name="Google Shape;11550;p125"/>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1" name="Google Shape;11551;p125"/>
          <p:cNvGrpSpPr/>
          <p:nvPr/>
        </p:nvGrpSpPr>
        <p:grpSpPr>
          <a:xfrm>
            <a:off x="6642143" y="3363612"/>
            <a:ext cx="361998" cy="361090"/>
            <a:chOff x="-53299850" y="2294725"/>
            <a:chExt cx="319025" cy="318225"/>
          </a:xfrm>
        </p:grpSpPr>
        <p:sp>
          <p:nvSpPr>
            <p:cNvPr id="11552" name="Google Shape;11552;p125"/>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3" name="Google Shape;11553;p125"/>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4" name="Google Shape;11554;p125"/>
          <p:cNvGrpSpPr/>
          <p:nvPr/>
        </p:nvGrpSpPr>
        <p:grpSpPr>
          <a:xfrm>
            <a:off x="6664936" y="3832071"/>
            <a:ext cx="316411" cy="360211"/>
            <a:chOff x="-53278575" y="2687750"/>
            <a:chExt cx="278850" cy="317450"/>
          </a:xfrm>
        </p:grpSpPr>
        <p:sp>
          <p:nvSpPr>
            <p:cNvPr id="11555" name="Google Shape;11555;p125"/>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6" name="Google Shape;11556;p125"/>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7" name="Google Shape;11557;p125"/>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8" name="Google Shape;11558;p125"/>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9" name="Google Shape;11559;p125"/>
          <p:cNvGrpSpPr/>
          <p:nvPr/>
        </p:nvGrpSpPr>
        <p:grpSpPr>
          <a:xfrm>
            <a:off x="7986330" y="3831759"/>
            <a:ext cx="361998" cy="362310"/>
            <a:chOff x="-52101875" y="2687475"/>
            <a:chExt cx="319025" cy="319300"/>
          </a:xfrm>
        </p:grpSpPr>
        <p:sp>
          <p:nvSpPr>
            <p:cNvPr id="11560" name="Google Shape;11560;p125"/>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1" name="Google Shape;11561;p125"/>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2" name="Google Shape;11562;p125"/>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3" name="Google Shape;11563;p125"/>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64" name="Google Shape;11564;p125"/>
          <p:cNvGrpSpPr/>
          <p:nvPr/>
        </p:nvGrpSpPr>
        <p:grpSpPr>
          <a:xfrm>
            <a:off x="6201079" y="1533182"/>
            <a:ext cx="317290" cy="361090"/>
            <a:chOff x="-56774050" y="1904075"/>
            <a:chExt cx="279625" cy="318225"/>
          </a:xfrm>
        </p:grpSpPr>
        <p:sp>
          <p:nvSpPr>
            <p:cNvPr id="11565" name="Google Shape;11565;p125"/>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6" name="Google Shape;11566;p125"/>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67" name="Google Shape;11567;p125"/>
          <p:cNvGrpSpPr/>
          <p:nvPr/>
        </p:nvGrpSpPr>
        <p:grpSpPr>
          <a:xfrm>
            <a:off x="6201079" y="2006443"/>
            <a:ext cx="317290" cy="361090"/>
            <a:chOff x="-56774850" y="2294725"/>
            <a:chExt cx="279625" cy="318225"/>
          </a:xfrm>
        </p:grpSpPr>
        <p:sp>
          <p:nvSpPr>
            <p:cNvPr id="11568" name="Google Shape;11568;p125"/>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9" name="Google Shape;11569;p125"/>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0" name="Google Shape;11570;p125"/>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71" name="Google Shape;11571;p125"/>
          <p:cNvGrpSpPr/>
          <p:nvPr/>
        </p:nvGrpSpPr>
        <p:grpSpPr>
          <a:xfrm>
            <a:off x="6222086" y="2459027"/>
            <a:ext cx="275278" cy="360182"/>
            <a:chOff x="-56756725" y="2686975"/>
            <a:chExt cx="242600" cy="317425"/>
          </a:xfrm>
        </p:grpSpPr>
        <p:sp>
          <p:nvSpPr>
            <p:cNvPr id="11572" name="Google Shape;11572;p125"/>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3" name="Google Shape;11573;p125"/>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4" name="Google Shape;11574;p125"/>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75" name="Google Shape;11575;p125"/>
          <p:cNvGrpSpPr/>
          <p:nvPr/>
        </p:nvGrpSpPr>
        <p:grpSpPr>
          <a:xfrm>
            <a:off x="4870518" y="2911936"/>
            <a:ext cx="337346" cy="361998"/>
            <a:chOff x="-54826975" y="1903275"/>
            <a:chExt cx="297300" cy="319025"/>
          </a:xfrm>
        </p:grpSpPr>
        <p:sp>
          <p:nvSpPr>
            <p:cNvPr id="11576" name="Google Shape;11576;p125"/>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7" name="Google Shape;11577;p125"/>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8" name="Google Shape;11578;p125"/>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79" name="Google Shape;11579;p125"/>
          <p:cNvGrpSpPr/>
          <p:nvPr/>
        </p:nvGrpSpPr>
        <p:grpSpPr>
          <a:xfrm>
            <a:off x="4858206" y="3365399"/>
            <a:ext cx="361969" cy="359274"/>
            <a:chOff x="-54836500" y="2296300"/>
            <a:chExt cx="319000" cy="316625"/>
          </a:xfrm>
        </p:grpSpPr>
        <p:sp>
          <p:nvSpPr>
            <p:cNvPr id="11580" name="Google Shape;11580;p125"/>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1" name="Google Shape;11581;p125"/>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2" name="Google Shape;11582;p125"/>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3" name="Google Shape;11583;p125"/>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84" name="Google Shape;11584;p125"/>
          <p:cNvGrpSpPr/>
          <p:nvPr/>
        </p:nvGrpSpPr>
        <p:grpSpPr>
          <a:xfrm>
            <a:off x="4879652" y="3832071"/>
            <a:ext cx="319078" cy="361090"/>
            <a:chOff x="-54817600" y="2687750"/>
            <a:chExt cx="281200" cy="318225"/>
          </a:xfrm>
        </p:grpSpPr>
        <p:sp>
          <p:nvSpPr>
            <p:cNvPr id="11585" name="Google Shape;11585;p125"/>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6" name="Google Shape;11586;p125"/>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7" name="Google Shape;11587;p125"/>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8" name="Google Shape;11588;p125"/>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89" name="Google Shape;11589;p125"/>
          <p:cNvGrpSpPr/>
          <p:nvPr/>
        </p:nvGrpSpPr>
        <p:grpSpPr>
          <a:xfrm>
            <a:off x="7110476" y="2911936"/>
            <a:ext cx="317290" cy="359303"/>
            <a:chOff x="-52887125" y="1903275"/>
            <a:chExt cx="279625" cy="316650"/>
          </a:xfrm>
        </p:grpSpPr>
        <p:sp>
          <p:nvSpPr>
            <p:cNvPr id="11590" name="Google Shape;11590;p125"/>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1" name="Google Shape;11591;p125"/>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92" name="Google Shape;11592;p125"/>
          <p:cNvGrpSpPr/>
          <p:nvPr/>
        </p:nvGrpSpPr>
        <p:grpSpPr>
          <a:xfrm>
            <a:off x="7089030" y="3362733"/>
            <a:ext cx="360182" cy="361969"/>
            <a:chOff x="-52906025" y="2293950"/>
            <a:chExt cx="317425" cy="319000"/>
          </a:xfrm>
        </p:grpSpPr>
        <p:sp>
          <p:nvSpPr>
            <p:cNvPr id="11593" name="Google Shape;11593;p125"/>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4" name="Google Shape;11594;p125"/>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5" name="Google Shape;11595;p125"/>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96" name="Google Shape;11596;p125"/>
          <p:cNvGrpSpPr/>
          <p:nvPr/>
        </p:nvGrpSpPr>
        <p:grpSpPr>
          <a:xfrm>
            <a:off x="7110476" y="3831192"/>
            <a:ext cx="317290" cy="361090"/>
            <a:chOff x="-52887125" y="2686975"/>
            <a:chExt cx="279625" cy="318225"/>
          </a:xfrm>
        </p:grpSpPr>
        <p:sp>
          <p:nvSpPr>
            <p:cNvPr id="11597" name="Google Shape;11597;p125"/>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8" name="Google Shape;11598;p125"/>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9" name="Google Shape;11599;p125"/>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0" name="Google Shape;11600;p125"/>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01" name="Google Shape;11601;p125"/>
          <p:cNvGrpSpPr/>
          <p:nvPr/>
        </p:nvGrpSpPr>
        <p:grpSpPr>
          <a:xfrm>
            <a:off x="6220848" y="4290810"/>
            <a:ext cx="318170" cy="359303"/>
            <a:chOff x="-51722225" y="1915100"/>
            <a:chExt cx="280400" cy="316650"/>
          </a:xfrm>
        </p:grpSpPr>
        <p:sp>
          <p:nvSpPr>
            <p:cNvPr id="11602" name="Google Shape;11602;p125"/>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3" name="Google Shape;11603;p125"/>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4" name="Google Shape;11604;p125"/>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5" name="Google Shape;11605;p125"/>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06" name="Google Shape;11606;p125"/>
          <p:cNvGrpSpPr/>
          <p:nvPr/>
        </p:nvGrpSpPr>
        <p:grpSpPr>
          <a:xfrm>
            <a:off x="6616678" y="1531508"/>
            <a:ext cx="370905" cy="360976"/>
            <a:chOff x="-56407800" y="1902600"/>
            <a:chExt cx="326875" cy="318125"/>
          </a:xfrm>
        </p:grpSpPr>
        <p:sp>
          <p:nvSpPr>
            <p:cNvPr id="11607" name="Google Shape;11607;p125"/>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8" name="Google Shape;11608;p125"/>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9" name="Google Shape;11609;p125"/>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10" name="Google Shape;11610;p125"/>
          <p:cNvGrpSpPr/>
          <p:nvPr/>
        </p:nvGrpSpPr>
        <p:grpSpPr>
          <a:xfrm>
            <a:off x="6622479" y="2018074"/>
            <a:ext cx="359303" cy="338736"/>
            <a:chOff x="-56401500" y="2304975"/>
            <a:chExt cx="316650" cy="298525"/>
          </a:xfrm>
        </p:grpSpPr>
        <p:sp>
          <p:nvSpPr>
            <p:cNvPr id="11611" name="Google Shape;11611;p125"/>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2" name="Google Shape;11612;p125"/>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3" name="Google Shape;11613;p125"/>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4" name="Google Shape;11614;p125"/>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15" name="Google Shape;11615;p125"/>
          <p:cNvGrpSpPr/>
          <p:nvPr/>
        </p:nvGrpSpPr>
        <p:grpSpPr>
          <a:xfrm>
            <a:off x="5328863" y="2910149"/>
            <a:ext cx="319985" cy="361090"/>
            <a:chOff x="-54426150" y="1901700"/>
            <a:chExt cx="282000" cy="318225"/>
          </a:xfrm>
        </p:grpSpPr>
        <p:sp>
          <p:nvSpPr>
            <p:cNvPr id="11616" name="Google Shape;11616;p125"/>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7" name="Google Shape;11617;p125"/>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8" name="Google Shape;11618;p125"/>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9" name="Google Shape;11619;p125"/>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20" name="Google Shape;11620;p125"/>
          <p:cNvGrpSpPr/>
          <p:nvPr/>
        </p:nvGrpSpPr>
        <p:grpSpPr>
          <a:xfrm>
            <a:off x="5328863" y="3363612"/>
            <a:ext cx="319985" cy="361998"/>
            <a:chOff x="-54426150" y="2294725"/>
            <a:chExt cx="282000" cy="319025"/>
          </a:xfrm>
        </p:grpSpPr>
        <p:sp>
          <p:nvSpPr>
            <p:cNvPr id="11621" name="Google Shape;11621;p125"/>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2" name="Google Shape;11622;p125"/>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3" name="Google Shape;11623;p125"/>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4" name="Google Shape;11624;p125"/>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5" name="Google Shape;11625;p125"/>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26" name="Google Shape;11626;p125"/>
          <p:cNvGrpSpPr/>
          <p:nvPr/>
        </p:nvGrpSpPr>
        <p:grpSpPr>
          <a:xfrm>
            <a:off x="5327076" y="3831192"/>
            <a:ext cx="323560" cy="361969"/>
            <a:chOff x="-54427725" y="2686975"/>
            <a:chExt cx="285150" cy="319000"/>
          </a:xfrm>
        </p:grpSpPr>
        <p:sp>
          <p:nvSpPr>
            <p:cNvPr id="11627" name="Google Shape;11627;p125"/>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8" name="Google Shape;11628;p125"/>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9" name="Google Shape;11629;p125"/>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0" name="Google Shape;11630;p125"/>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1" name="Google Shape;11631;p125"/>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32" name="Google Shape;11632;p125"/>
          <p:cNvGrpSpPr/>
          <p:nvPr/>
        </p:nvGrpSpPr>
        <p:grpSpPr>
          <a:xfrm>
            <a:off x="7533634" y="2912163"/>
            <a:ext cx="359303" cy="359984"/>
            <a:chOff x="-52513800" y="1903475"/>
            <a:chExt cx="316650" cy="317250"/>
          </a:xfrm>
        </p:grpSpPr>
        <p:sp>
          <p:nvSpPr>
            <p:cNvPr id="11633" name="Google Shape;11633;p125"/>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4" name="Google Shape;11634;p125"/>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35" name="Google Shape;11635;p125"/>
          <p:cNvGrpSpPr/>
          <p:nvPr/>
        </p:nvGrpSpPr>
        <p:grpSpPr>
          <a:xfrm>
            <a:off x="7543464" y="3364520"/>
            <a:ext cx="339644" cy="360182"/>
            <a:chOff x="-52505925" y="2295525"/>
            <a:chExt cx="299325" cy="317425"/>
          </a:xfrm>
        </p:grpSpPr>
        <p:sp>
          <p:nvSpPr>
            <p:cNvPr id="11636" name="Google Shape;11636;p125"/>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7" name="Google Shape;11637;p125"/>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8" name="Google Shape;11638;p125"/>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9" name="Google Shape;11639;p125"/>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40" name="Google Shape;11640;p125"/>
          <p:cNvGrpSpPr/>
          <p:nvPr/>
        </p:nvGrpSpPr>
        <p:grpSpPr>
          <a:xfrm>
            <a:off x="7554641" y="3831192"/>
            <a:ext cx="317290" cy="361090"/>
            <a:chOff x="-52494100" y="2686975"/>
            <a:chExt cx="279625" cy="318225"/>
          </a:xfrm>
        </p:grpSpPr>
        <p:sp>
          <p:nvSpPr>
            <p:cNvPr id="11641" name="Google Shape;11641;p125"/>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2" name="Google Shape;11642;p125"/>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3" name="Google Shape;11643;p125"/>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4" name="Google Shape;11644;p125"/>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45" name="Google Shape;11645;p125"/>
          <p:cNvGrpSpPr/>
          <p:nvPr/>
        </p:nvGrpSpPr>
        <p:grpSpPr>
          <a:xfrm>
            <a:off x="6665412" y="4292135"/>
            <a:ext cx="315503" cy="361090"/>
            <a:chOff x="-51708850" y="2305750"/>
            <a:chExt cx="278050" cy="318225"/>
          </a:xfrm>
        </p:grpSpPr>
        <p:sp>
          <p:nvSpPr>
            <p:cNvPr id="11646" name="Google Shape;11646;p125"/>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7" name="Google Shape;11647;p125"/>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8" name="Google Shape;11648;p125"/>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49" name="Google Shape;11649;p125"/>
          <p:cNvGrpSpPr/>
          <p:nvPr/>
        </p:nvGrpSpPr>
        <p:grpSpPr>
          <a:xfrm>
            <a:off x="7536807" y="1533922"/>
            <a:ext cx="319089" cy="362073"/>
            <a:chOff x="1044400" y="2917425"/>
            <a:chExt cx="248125" cy="281550"/>
          </a:xfrm>
        </p:grpSpPr>
        <p:sp>
          <p:nvSpPr>
            <p:cNvPr id="11650" name="Google Shape;11650;p125"/>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1" name="Google Shape;11651;p125"/>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2" name="Google Shape;11652;p125"/>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3" name="Google Shape;11653;p125"/>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4" name="Google Shape;11654;p125"/>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1655" name="Google Shape;11655;p125"/>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25"/>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1657" name="Google Shape;11657;p125"/>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8" name="Google Shape;11658;p125"/>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659" name="Google Shape;11659;p125"/>
          <p:cNvSpPr/>
          <p:nvPr/>
        </p:nvSpPr>
        <p:spPr>
          <a:xfrm>
            <a:off x="6633660" y="2459865"/>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63" name="Shape 11663"/>
        <p:cNvGrpSpPr/>
        <p:nvPr/>
      </p:nvGrpSpPr>
      <p:grpSpPr>
        <a:xfrm>
          <a:off x="0" y="0"/>
          <a:ext cx="0" cy="0"/>
          <a:chOff x="0" y="0"/>
          <a:chExt cx="0" cy="0"/>
        </a:xfrm>
      </p:grpSpPr>
      <p:sp>
        <p:nvSpPr>
          <p:cNvPr id="11664" name="Google Shape;11664;p126"/>
          <p:cNvSpPr txBox="1"/>
          <p:nvPr>
            <p:ph idx="4294967295" type="title"/>
          </p:nvPr>
        </p:nvSpPr>
        <p:spPr>
          <a:xfrm>
            <a:off x="849675" y="943800"/>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665" name="Google Shape;11665;p126"/>
          <p:cNvSpPr txBox="1"/>
          <p:nvPr>
            <p:ph idx="4294967295" type="title"/>
          </p:nvPr>
        </p:nvSpPr>
        <p:spPr>
          <a:xfrm>
            <a:off x="4858400" y="943800"/>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666" name="Google Shape;11666;p126"/>
          <p:cNvGrpSpPr/>
          <p:nvPr/>
        </p:nvGrpSpPr>
        <p:grpSpPr>
          <a:xfrm>
            <a:off x="889109" y="1531603"/>
            <a:ext cx="278288" cy="357036"/>
            <a:chOff x="-50489600" y="1947400"/>
            <a:chExt cx="233150" cy="299125"/>
          </a:xfrm>
        </p:grpSpPr>
        <p:sp>
          <p:nvSpPr>
            <p:cNvPr id="11667" name="Google Shape;11667;p126"/>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8" name="Google Shape;11668;p126"/>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69" name="Google Shape;11669;p126"/>
          <p:cNvGrpSpPr/>
          <p:nvPr/>
        </p:nvGrpSpPr>
        <p:grpSpPr>
          <a:xfrm>
            <a:off x="849616" y="1986560"/>
            <a:ext cx="357274" cy="358199"/>
            <a:chOff x="-50523475" y="2316000"/>
            <a:chExt cx="299325" cy="300100"/>
          </a:xfrm>
        </p:grpSpPr>
        <p:sp>
          <p:nvSpPr>
            <p:cNvPr id="11670" name="Google Shape;11670;p126"/>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1" name="Google Shape;11671;p126"/>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2" name="Google Shape;11672;p126"/>
          <p:cNvGrpSpPr/>
          <p:nvPr/>
        </p:nvGrpSpPr>
        <p:grpSpPr>
          <a:xfrm>
            <a:off x="848213" y="2435869"/>
            <a:ext cx="360079" cy="357304"/>
            <a:chOff x="-50524250" y="2686150"/>
            <a:chExt cx="301675" cy="299350"/>
          </a:xfrm>
        </p:grpSpPr>
        <p:sp>
          <p:nvSpPr>
            <p:cNvPr id="11673" name="Google Shape;11673;p126"/>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4" name="Google Shape;11674;p126"/>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5" name="Google Shape;11675;p126"/>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6" name="Google Shape;11676;p126"/>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7" name="Google Shape;11677;p126"/>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8" name="Google Shape;11678;p126"/>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9" name="Google Shape;11679;p126"/>
          <p:cNvGrpSpPr/>
          <p:nvPr/>
        </p:nvGrpSpPr>
        <p:grpSpPr>
          <a:xfrm>
            <a:off x="3070976" y="1561682"/>
            <a:ext cx="358199" cy="359154"/>
            <a:chOff x="-48633950" y="1972600"/>
            <a:chExt cx="300100" cy="300900"/>
          </a:xfrm>
        </p:grpSpPr>
        <p:sp>
          <p:nvSpPr>
            <p:cNvPr id="11680" name="Google Shape;11680;p126"/>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1" name="Google Shape;11681;p126"/>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82" name="Google Shape;11682;p126"/>
          <p:cNvGrpSpPr/>
          <p:nvPr/>
        </p:nvGrpSpPr>
        <p:grpSpPr>
          <a:xfrm>
            <a:off x="3070499" y="2017593"/>
            <a:ext cx="359154" cy="361004"/>
            <a:chOff x="-48634750" y="2342000"/>
            <a:chExt cx="300900" cy="302450"/>
          </a:xfrm>
        </p:grpSpPr>
        <p:sp>
          <p:nvSpPr>
            <p:cNvPr id="11683" name="Google Shape;11683;p126"/>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4" name="Google Shape;11684;p126"/>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5" name="Google Shape;11685;p126"/>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6" name="Google Shape;11686;p126"/>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7" name="Google Shape;11687;p126"/>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8" name="Google Shape;11688;p126"/>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9" name="Google Shape;11689;p126"/>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0" name="Google Shape;11690;p126"/>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91" name="Google Shape;11691;p126"/>
          <p:cNvGrpSpPr/>
          <p:nvPr/>
        </p:nvGrpSpPr>
        <p:grpSpPr>
          <a:xfrm>
            <a:off x="1757928" y="2917929"/>
            <a:ext cx="314006" cy="358229"/>
            <a:chOff x="-46753100" y="1965500"/>
            <a:chExt cx="263075" cy="300125"/>
          </a:xfrm>
        </p:grpSpPr>
        <p:sp>
          <p:nvSpPr>
            <p:cNvPr id="11692" name="Google Shape;11692;p126"/>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3" name="Google Shape;11693;p126"/>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94" name="Google Shape;11694;p126"/>
          <p:cNvGrpSpPr/>
          <p:nvPr/>
        </p:nvGrpSpPr>
        <p:grpSpPr>
          <a:xfrm>
            <a:off x="1735354" y="3385142"/>
            <a:ext cx="359154" cy="315916"/>
            <a:chOff x="-46772025" y="2350650"/>
            <a:chExt cx="300900" cy="264675"/>
          </a:xfrm>
        </p:grpSpPr>
        <p:sp>
          <p:nvSpPr>
            <p:cNvPr id="11695" name="Google Shape;11695;p126"/>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6" name="Google Shape;11696;p126"/>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97" name="Google Shape;11697;p126"/>
          <p:cNvGrpSpPr/>
          <p:nvPr/>
        </p:nvGrpSpPr>
        <p:grpSpPr>
          <a:xfrm>
            <a:off x="3071439" y="2465977"/>
            <a:ext cx="357274" cy="357274"/>
            <a:chOff x="-48633175" y="2711375"/>
            <a:chExt cx="299325" cy="299325"/>
          </a:xfrm>
        </p:grpSpPr>
        <p:sp>
          <p:nvSpPr>
            <p:cNvPr id="11698" name="Google Shape;11698;p126"/>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9" name="Google Shape;11699;p126"/>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0" name="Google Shape;11700;p126"/>
          <p:cNvGrpSpPr/>
          <p:nvPr/>
        </p:nvGrpSpPr>
        <p:grpSpPr>
          <a:xfrm>
            <a:off x="1735354" y="3819420"/>
            <a:ext cx="359154" cy="359154"/>
            <a:chOff x="-46772025" y="2701925"/>
            <a:chExt cx="300900" cy="300900"/>
          </a:xfrm>
        </p:grpSpPr>
        <p:sp>
          <p:nvSpPr>
            <p:cNvPr id="11701" name="Google Shape;11701;p126"/>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2" name="Google Shape;11702;p126"/>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03" name="Google Shape;11703;p126"/>
          <p:cNvSpPr/>
          <p:nvPr/>
        </p:nvSpPr>
        <p:spPr>
          <a:xfrm>
            <a:off x="3964861" y="29601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04" name="Google Shape;11704;p126"/>
          <p:cNvGrpSpPr/>
          <p:nvPr/>
        </p:nvGrpSpPr>
        <p:grpSpPr>
          <a:xfrm>
            <a:off x="1293035" y="1532528"/>
            <a:ext cx="358199" cy="359154"/>
            <a:chOff x="-50154075" y="1948175"/>
            <a:chExt cx="300100" cy="300900"/>
          </a:xfrm>
        </p:grpSpPr>
        <p:sp>
          <p:nvSpPr>
            <p:cNvPr id="11705" name="Google Shape;11705;p126"/>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6" name="Google Shape;11706;p126"/>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7" name="Google Shape;11707;p126"/>
          <p:cNvGrpSpPr/>
          <p:nvPr/>
        </p:nvGrpSpPr>
        <p:grpSpPr>
          <a:xfrm>
            <a:off x="1293035" y="1987485"/>
            <a:ext cx="358199" cy="358229"/>
            <a:chOff x="-50154850" y="2316775"/>
            <a:chExt cx="300100" cy="300125"/>
          </a:xfrm>
        </p:grpSpPr>
        <p:sp>
          <p:nvSpPr>
            <p:cNvPr id="11708" name="Google Shape;11708;p126"/>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9" name="Google Shape;11709;p126"/>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10" name="Google Shape;11710;p126"/>
          <p:cNvGrpSpPr/>
          <p:nvPr/>
        </p:nvGrpSpPr>
        <p:grpSpPr>
          <a:xfrm>
            <a:off x="1288813" y="2434496"/>
            <a:ext cx="366644" cy="356558"/>
            <a:chOff x="-50158000" y="2685000"/>
            <a:chExt cx="307175" cy="298725"/>
          </a:xfrm>
        </p:grpSpPr>
        <p:sp>
          <p:nvSpPr>
            <p:cNvPr id="11711" name="Google Shape;11711;p126"/>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2" name="Google Shape;11712;p126"/>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13" name="Google Shape;11713;p126"/>
          <p:cNvGrpSpPr/>
          <p:nvPr/>
        </p:nvGrpSpPr>
        <p:grpSpPr>
          <a:xfrm>
            <a:off x="3521599" y="1562607"/>
            <a:ext cx="361004" cy="358229"/>
            <a:chOff x="-48266125" y="1973375"/>
            <a:chExt cx="302450" cy="300125"/>
          </a:xfrm>
        </p:grpSpPr>
        <p:sp>
          <p:nvSpPr>
            <p:cNvPr id="11714" name="Google Shape;11714;p126"/>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5" name="Google Shape;11715;p126"/>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6" name="Google Shape;11716;p126"/>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7" name="Google Shape;11717;p126"/>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8" name="Google Shape;11718;p126"/>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9" name="Google Shape;11719;p126"/>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0" name="Google Shape;11720;p126"/>
          <p:cNvGrpSpPr/>
          <p:nvPr/>
        </p:nvGrpSpPr>
        <p:grpSpPr>
          <a:xfrm>
            <a:off x="3548844" y="2018369"/>
            <a:ext cx="306516" cy="358349"/>
            <a:chOff x="-48237000" y="2342650"/>
            <a:chExt cx="256800" cy="300225"/>
          </a:xfrm>
        </p:grpSpPr>
        <p:sp>
          <p:nvSpPr>
            <p:cNvPr id="11721" name="Google Shape;11721;p126"/>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2" name="Google Shape;11722;p126"/>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3" name="Google Shape;11723;p126"/>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4" name="Google Shape;11724;p126"/>
          <p:cNvGrpSpPr/>
          <p:nvPr/>
        </p:nvGrpSpPr>
        <p:grpSpPr>
          <a:xfrm>
            <a:off x="2180338" y="2918646"/>
            <a:ext cx="361034" cy="355633"/>
            <a:chOff x="-46404975" y="1966100"/>
            <a:chExt cx="302475" cy="297950"/>
          </a:xfrm>
        </p:grpSpPr>
        <p:sp>
          <p:nvSpPr>
            <p:cNvPr id="11725" name="Google Shape;11725;p126"/>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6" name="Google Shape;11726;p126"/>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7" name="Google Shape;11727;p126"/>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8" name="Google Shape;11728;p126"/>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9" name="Google Shape;11729;p126"/>
          <p:cNvGrpSpPr/>
          <p:nvPr/>
        </p:nvGrpSpPr>
        <p:grpSpPr>
          <a:xfrm>
            <a:off x="2181740" y="3364463"/>
            <a:ext cx="358229" cy="358199"/>
            <a:chOff x="-46401050" y="2333325"/>
            <a:chExt cx="300125" cy="300100"/>
          </a:xfrm>
        </p:grpSpPr>
        <p:sp>
          <p:nvSpPr>
            <p:cNvPr id="11730" name="Google Shape;11730;p126"/>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1" name="Google Shape;11731;p126"/>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2" name="Google Shape;11732;p126"/>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3" name="Google Shape;11733;p126"/>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34" name="Google Shape;11734;p126"/>
          <p:cNvSpPr/>
          <p:nvPr/>
        </p:nvSpPr>
        <p:spPr>
          <a:xfrm>
            <a:off x="2183438" y="38201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35" name="Google Shape;11735;p126"/>
          <p:cNvGrpSpPr/>
          <p:nvPr/>
        </p:nvGrpSpPr>
        <p:grpSpPr>
          <a:xfrm>
            <a:off x="3961830" y="3374818"/>
            <a:ext cx="359154" cy="359124"/>
            <a:chOff x="-44914800" y="2342000"/>
            <a:chExt cx="300900" cy="300875"/>
          </a:xfrm>
        </p:grpSpPr>
        <p:sp>
          <p:nvSpPr>
            <p:cNvPr id="11736" name="Google Shape;11736;p126"/>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7" name="Google Shape;11737;p126"/>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8" name="Google Shape;11738;p126"/>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39" name="Google Shape;11739;p126"/>
          <p:cNvSpPr/>
          <p:nvPr/>
        </p:nvSpPr>
        <p:spPr>
          <a:xfrm>
            <a:off x="1739586" y="15317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40" name="Google Shape;11740;p126"/>
          <p:cNvGrpSpPr/>
          <p:nvPr/>
        </p:nvGrpSpPr>
        <p:grpSpPr>
          <a:xfrm>
            <a:off x="1735816" y="1987336"/>
            <a:ext cx="359154" cy="357424"/>
            <a:chOff x="-49786250" y="2316650"/>
            <a:chExt cx="300900" cy="299450"/>
          </a:xfrm>
        </p:grpSpPr>
        <p:sp>
          <p:nvSpPr>
            <p:cNvPr id="11741" name="Google Shape;11741;p126"/>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2" name="Google Shape;11742;p126"/>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3" name="Google Shape;11743;p126"/>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4" name="Google Shape;11744;p126"/>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5" name="Google Shape;11745;p126"/>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6" name="Google Shape;11746;p126"/>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7" name="Google Shape;11747;p126"/>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48" name="Google Shape;11748;p126"/>
          <p:cNvSpPr/>
          <p:nvPr/>
        </p:nvSpPr>
        <p:spPr>
          <a:xfrm>
            <a:off x="1731604" y="24338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9" name="Google Shape;11749;p126"/>
          <p:cNvSpPr/>
          <p:nvPr/>
        </p:nvSpPr>
        <p:spPr>
          <a:xfrm>
            <a:off x="3971472" y="15634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50" name="Google Shape;11750;p126"/>
          <p:cNvGrpSpPr/>
          <p:nvPr/>
        </p:nvGrpSpPr>
        <p:grpSpPr>
          <a:xfrm>
            <a:off x="4033144" y="2017593"/>
            <a:ext cx="230365" cy="359124"/>
            <a:chOff x="-47842400" y="2342000"/>
            <a:chExt cx="193000" cy="300875"/>
          </a:xfrm>
        </p:grpSpPr>
        <p:sp>
          <p:nvSpPr>
            <p:cNvPr id="11751" name="Google Shape;11751;p126"/>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2" name="Google Shape;11752;p126"/>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3" name="Google Shape;11753;p126"/>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54" name="Google Shape;11754;p126"/>
          <p:cNvGrpSpPr/>
          <p:nvPr/>
        </p:nvGrpSpPr>
        <p:grpSpPr>
          <a:xfrm>
            <a:off x="3969212" y="2465052"/>
            <a:ext cx="358229" cy="359154"/>
            <a:chOff x="-47896750" y="2710600"/>
            <a:chExt cx="300125" cy="300900"/>
          </a:xfrm>
        </p:grpSpPr>
        <p:sp>
          <p:nvSpPr>
            <p:cNvPr id="11755" name="Google Shape;11755;p126"/>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6" name="Google Shape;11756;p126"/>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7" name="Google Shape;11757;p126"/>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8" name="Google Shape;11758;p126"/>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59" name="Google Shape;11759;p126"/>
          <p:cNvGrpSpPr/>
          <p:nvPr/>
        </p:nvGrpSpPr>
        <p:grpSpPr>
          <a:xfrm>
            <a:off x="2624852" y="2938609"/>
            <a:ext cx="359154" cy="314991"/>
            <a:chOff x="-46033225" y="1982825"/>
            <a:chExt cx="300900" cy="263900"/>
          </a:xfrm>
        </p:grpSpPr>
        <p:sp>
          <p:nvSpPr>
            <p:cNvPr id="11760" name="Google Shape;11760;p126"/>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1" name="Google Shape;11761;p126"/>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2" name="Google Shape;11762;p126"/>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63" name="Google Shape;11763;p126"/>
          <p:cNvGrpSpPr/>
          <p:nvPr/>
        </p:nvGrpSpPr>
        <p:grpSpPr>
          <a:xfrm>
            <a:off x="2621569" y="3365866"/>
            <a:ext cx="365719" cy="326151"/>
            <a:chOff x="-46034000" y="2334500"/>
            <a:chExt cx="306400" cy="273250"/>
          </a:xfrm>
        </p:grpSpPr>
        <p:sp>
          <p:nvSpPr>
            <p:cNvPr id="11764" name="Google Shape;11764;p126"/>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5" name="Google Shape;11765;p126"/>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6" name="Google Shape;11766;p126"/>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67" name="Google Shape;11767;p126"/>
          <p:cNvGrpSpPr/>
          <p:nvPr/>
        </p:nvGrpSpPr>
        <p:grpSpPr>
          <a:xfrm>
            <a:off x="2667627" y="3820255"/>
            <a:ext cx="273603" cy="356439"/>
            <a:chOff x="-45998575" y="2702625"/>
            <a:chExt cx="229225" cy="298625"/>
          </a:xfrm>
        </p:grpSpPr>
        <p:sp>
          <p:nvSpPr>
            <p:cNvPr id="11768" name="Google Shape;11768;p126"/>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9" name="Google Shape;11769;p126"/>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0" name="Google Shape;11770;p126"/>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1" name="Google Shape;11771;p126"/>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2" name="Google Shape;11772;p126"/>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3" name="Google Shape;11773;p126"/>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4" name="Google Shape;11774;p126"/>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75" name="Google Shape;11775;p126"/>
          <p:cNvSpPr/>
          <p:nvPr/>
        </p:nvSpPr>
        <p:spPr>
          <a:xfrm>
            <a:off x="3986479" y="38413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6" name="Google Shape;11776;p126"/>
          <p:cNvSpPr/>
          <p:nvPr/>
        </p:nvSpPr>
        <p:spPr>
          <a:xfrm>
            <a:off x="2183447" y="15417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77" name="Google Shape;11777;p126"/>
          <p:cNvGrpSpPr/>
          <p:nvPr/>
        </p:nvGrpSpPr>
        <p:grpSpPr>
          <a:xfrm>
            <a:off x="2203197" y="2434019"/>
            <a:ext cx="314961" cy="361034"/>
            <a:chOff x="-49398750" y="2684600"/>
            <a:chExt cx="263875" cy="302475"/>
          </a:xfrm>
        </p:grpSpPr>
        <p:sp>
          <p:nvSpPr>
            <p:cNvPr id="11778" name="Google Shape;11778;p126"/>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9" name="Google Shape;11779;p126"/>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0" name="Google Shape;11780;p126"/>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81" name="Google Shape;11781;p126"/>
          <p:cNvGrpSpPr/>
          <p:nvPr/>
        </p:nvGrpSpPr>
        <p:grpSpPr>
          <a:xfrm>
            <a:off x="873121" y="2928284"/>
            <a:ext cx="314006" cy="359154"/>
            <a:chOff x="-47509225" y="1974175"/>
            <a:chExt cx="263075" cy="300900"/>
          </a:xfrm>
        </p:grpSpPr>
        <p:sp>
          <p:nvSpPr>
            <p:cNvPr id="11782" name="Google Shape;11782;p126"/>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3" name="Google Shape;11783;p126"/>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4" name="Google Shape;11784;p126"/>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5" name="Google Shape;11785;p126"/>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6" name="Google Shape;11786;p126"/>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87" name="Google Shape;11787;p126"/>
          <p:cNvGrpSpPr/>
          <p:nvPr/>
        </p:nvGrpSpPr>
        <p:grpSpPr>
          <a:xfrm>
            <a:off x="849622" y="3374818"/>
            <a:ext cx="361004" cy="357961"/>
            <a:chOff x="-47529700" y="2342000"/>
            <a:chExt cx="302450" cy="299900"/>
          </a:xfrm>
        </p:grpSpPr>
        <p:sp>
          <p:nvSpPr>
            <p:cNvPr id="11788" name="Google Shape;11788;p126"/>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9" name="Google Shape;11789;p126"/>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90" name="Google Shape;11790;p126"/>
          <p:cNvGrpSpPr/>
          <p:nvPr/>
        </p:nvGrpSpPr>
        <p:grpSpPr>
          <a:xfrm>
            <a:off x="851025" y="3873967"/>
            <a:ext cx="358199" cy="272648"/>
            <a:chOff x="-47527350" y="2747625"/>
            <a:chExt cx="300100" cy="228425"/>
          </a:xfrm>
        </p:grpSpPr>
        <p:sp>
          <p:nvSpPr>
            <p:cNvPr id="11791" name="Google Shape;11791;p126"/>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2" name="Google Shape;11792;p126"/>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3" name="Google Shape;11793;p126"/>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4" name="Google Shape;11794;p126"/>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5" name="Google Shape;11795;p126"/>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6" name="Google Shape;11796;p126"/>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97" name="Google Shape;11797;p126"/>
          <p:cNvSpPr/>
          <p:nvPr/>
        </p:nvSpPr>
        <p:spPr>
          <a:xfrm>
            <a:off x="3077474" y="29156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98" name="Google Shape;11798;p126"/>
          <p:cNvGrpSpPr/>
          <p:nvPr/>
        </p:nvGrpSpPr>
        <p:grpSpPr>
          <a:xfrm>
            <a:off x="3073924" y="3387022"/>
            <a:ext cx="358229" cy="314961"/>
            <a:chOff x="-45664625" y="2352225"/>
            <a:chExt cx="300125" cy="263875"/>
          </a:xfrm>
        </p:grpSpPr>
        <p:sp>
          <p:nvSpPr>
            <p:cNvPr id="11799" name="Google Shape;11799;p126"/>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0" name="Google Shape;11800;p126"/>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1" name="Google Shape;11801;p126"/>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2" name="Google Shape;11802;p126"/>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3" name="Google Shape;11803;p126"/>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4" name="Google Shape;11804;p126"/>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5" name="Google Shape;11805;p126"/>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06" name="Google Shape;11806;p126"/>
          <p:cNvGrpSpPr/>
          <p:nvPr/>
        </p:nvGrpSpPr>
        <p:grpSpPr>
          <a:xfrm>
            <a:off x="3073103" y="3821001"/>
            <a:ext cx="359870" cy="357573"/>
            <a:chOff x="-45665400" y="2703250"/>
            <a:chExt cx="301500" cy="299575"/>
          </a:xfrm>
        </p:grpSpPr>
        <p:sp>
          <p:nvSpPr>
            <p:cNvPr id="11807" name="Google Shape;11807;p126"/>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8" name="Google Shape;11808;p126"/>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9" name="Google Shape;11809;p126"/>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0" name="Google Shape;11810;p126"/>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11" name="Google Shape;11811;p126"/>
          <p:cNvGrpSpPr/>
          <p:nvPr/>
        </p:nvGrpSpPr>
        <p:grpSpPr>
          <a:xfrm>
            <a:off x="2174760" y="4261937"/>
            <a:ext cx="359154" cy="360109"/>
            <a:chOff x="-44528075" y="1982825"/>
            <a:chExt cx="300900" cy="301700"/>
          </a:xfrm>
        </p:grpSpPr>
        <p:sp>
          <p:nvSpPr>
            <p:cNvPr id="11812" name="Google Shape;11812;p126"/>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3" name="Google Shape;11813;p126"/>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4" name="Google Shape;11814;p126"/>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5" name="Google Shape;11815;p126"/>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6" name="Google Shape;11816;p126"/>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7" name="Google Shape;11817;p126"/>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8" name="Google Shape;11818;p126"/>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19" name="Google Shape;11819;p126"/>
          <p:cNvSpPr/>
          <p:nvPr/>
        </p:nvSpPr>
        <p:spPr>
          <a:xfrm>
            <a:off x="2628711" y="15314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20" name="Google Shape;11820;p126"/>
          <p:cNvGrpSpPr/>
          <p:nvPr/>
        </p:nvGrpSpPr>
        <p:grpSpPr>
          <a:xfrm>
            <a:off x="2625923" y="1987485"/>
            <a:ext cx="358199" cy="358229"/>
            <a:chOff x="-49048250" y="2316775"/>
            <a:chExt cx="300100" cy="300125"/>
          </a:xfrm>
        </p:grpSpPr>
        <p:sp>
          <p:nvSpPr>
            <p:cNvPr id="11821" name="Google Shape;11821;p126"/>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2" name="Google Shape;11822;p126"/>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3" name="Google Shape;11823;p126"/>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4" name="Google Shape;11824;p126"/>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25" name="Google Shape;11825;p126"/>
          <p:cNvSpPr/>
          <p:nvPr/>
        </p:nvSpPr>
        <p:spPr>
          <a:xfrm>
            <a:off x="2627309" y="24351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26" name="Google Shape;11826;p126"/>
          <p:cNvGrpSpPr/>
          <p:nvPr/>
        </p:nvGrpSpPr>
        <p:grpSpPr>
          <a:xfrm>
            <a:off x="1290494" y="2928284"/>
            <a:ext cx="360109" cy="358199"/>
            <a:chOff x="-47160325" y="1974175"/>
            <a:chExt cx="301700" cy="300100"/>
          </a:xfrm>
        </p:grpSpPr>
        <p:sp>
          <p:nvSpPr>
            <p:cNvPr id="11827" name="Google Shape;11827;p126"/>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8" name="Google Shape;11828;p126"/>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29" name="Google Shape;11829;p126"/>
          <p:cNvGrpSpPr/>
          <p:nvPr/>
        </p:nvGrpSpPr>
        <p:grpSpPr>
          <a:xfrm>
            <a:off x="1290971" y="3374818"/>
            <a:ext cx="359154" cy="359124"/>
            <a:chOff x="-47159525" y="2342000"/>
            <a:chExt cx="300900" cy="300875"/>
          </a:xfrm>
        </p:grpSpPr>
        <p:sp>
          <p:nvSpPr>
            <p:cNvPr id="11830" name="Google Shape;11830;p126"/>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1" name="Google Shape;11831;p126"/>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2" name="Google Shape;11832;p126"/>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3" name="Google Shape;11833;p126"/>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4" name="Google Shape;11834;p126"/>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35" name="Google Shape;11835;p126"/>
          <p:cNvGrpSpPr/>
          <p:nvPr/>
        </p:nvGrpSpPr>
        <p:grpSpPr>
          <a:xfrm>
            <a:off x="1291448" y="3831654"/>
            <a:ext cx="358199" cy="359154"/>
            <a:chOff x="-47157950" y="2712175"/>
            <a:chExt cx="300100" cy="300900"/>
          </a:xfrm>
        </p:grpSpPr>
        <p:sp>
          <p:nvSpPr>
            <p:cNvPr id="11836" name="Google Shape;11836;p126"/>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7" name="Google Shape;11837;p126"/>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8" name="Google Shape;11838;p126"/>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9" name="Google Shape;11839;p126"/>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0" name="Google Shape;11840;p126"/>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1" name="Google Shape;11841;p126"/>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2" name="Google Shape;11842;p126"/>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43" name="Google Shape;11843;p126"/>
          <p:cNvSpPr/>
          <p:nvPr/>
        </p:nvSpPr>
        <p:spPr>
          <a:xfrm>
            <a:off x="3538211" y="29178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44" name="Google Shape;11844;p126"/>
          <p:cNvGrpSpPr/>
          <p:nvPr/>
        </p:nvGrpSpPr>
        <p:grpSpPr>
          <a:xfrm>
            <a:off x="3535175" y="3364463"/>
            <a:ext cx="315886" cy="358199"/>
            <a:chOff x="-45278675" y="2333325"/>
            <a:chExt cx="264650" cy="300100"/>
          </a:xfrm>
        </p:grpSpPr>
        <p:sp>
          <p:nvSpPr>
            <p:cNvPr id="11845" name="Google Shape;11845;p126"/>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6" name="Google Shape;11846;p126"/>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7" name="Google Shape;11847;p126"/>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8" name="Google Shape;11848;p126"/>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49" name="Google Shape;11849;p126"/>
          <p:cNvGrpSpPr/>
          <p:nvPr/>
        </p:nvGrpSpPr>
        <p:grpSpPr>
          <a:xfrm>
            <a:off x="3545500" y="3819420"/>
            <a:ext cx="295237" cy="358229"/>
            <a:chOff x="-45270025" y="2701925"/>
            <a:chExt cx="247350" cy="300125"/>
          </a:xfrm>
        </p:grpSpPr>
        <p:sp>
          <p:nvSpPr>
            <p:cNvPr id="11850" name="Google Shape;11850;p126"/>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1" name="Google Shape;11851;p126"/>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2" name="Google Shape;11852;p126"/>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3" name="Google Shape;11853;p126"/>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54" name="Google Shape;11854;p126"/>
          <p:cNvSpPr/>
          <p:nvPr/>
        </p:nvSpPr>
        <p:spPr>
          <a:xfrm>
            <a:off x="2628699" y="42899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55" name="Google Shape;11855;p126"/>
          <p:cNvGrpSpPr/>
          <p:nvPr/>
        </p:nvGrpSpPr>
        <p:grpSpPr>
          <a:xfrm>
            <a:off x="2209567" y="1972337"/>
            <a:ext cx="307444" cy="366555"/>
            <a:chOff x="2209567" y="1972337"/>
            <a:chExt cx="307444" cy="366555"/>
          </a:xfrm>
        </p:grpSpPr>
        <p:sp>
          <p:nvSpPr>
            <p:cNvPr id="11856" name="Google Shape;11856;p126"/>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7" name="Google Shape;11857;p126"/>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8" name="Google Shape;11858;p126"/>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59" name="Google Shape;11859;p126"/>
            <p:cNvGrpSpPr/>
            <p:nvPr/>
          </p:nvGrpSpPr>
          <p:grpSpPr>
            <a:xfrm>
              <a:off x="2209567" y="2078266"/>
              <a:ext cx="307444" cy="260626"/>
              <a:chOff x="1636184" y="2959225"/>
              <a:chExt cx="232666" cy="197250"/>
            </a:xfrm>
          </p:grpSpPr>
          <p:sp>
            <p:nvSpPr>
              <p:cNvPr id="11860" name="Google Shape;11860;p126"/>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1" name="Google Shape;11861;p126"/>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2" name="Google Shape;11862;p126"/>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1863" name="Google Shape;11863;p126"/>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1864" name="Google Shape;11864;p126"/>
          <p:cNvGrpSpPr/>
          <p:nvPr/>
        </p:nvGrpSpPr>
        <p:grpSpPr>
          <a:xfrm>
            <a:off x="3577265" y="2463611"/>
            <a:ext cx="258542" cy="365154"/>
            <a:chOff x="-47300587" y="123275"/>
            <a:chExt cx="190975" cy="269725"/>
          </a:xfrm>
        </p:grpSpPr>
        <p:sp>
          <p:nvSpPr>
            <p:cNvPr id="11865" name="Google Shape;11865;p126"/>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6" name="Google Shape;11866;p126"/>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7" name="Google Shape;11867;p126"/>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8" name="Google Shape;11868;p126"/>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9" name="Google Shape;11869;p126"/>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70" name="Google Shape;11870;p126"/>
          <p:cNvGrpSpPr/>
          <p:nvPr/>
        </p:nvGrpSpPr>
        <p:grpSpPr>
          <a:xfrm>
            <a:off x="4870788" y="1532801"/>
            <a:ext cx="342328" cy="339793"/>
            <a:chOff x="-13966675" y="1639700"/>
            <a:chExt cx="354450" cy="351825"/>
          </a:xfrm>
        </p:grpSpPr>
        <p:sp>
          <p:nvSpPr>
            <p:cNvPr id="11871" name="Google Shape;11871;p126"/>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2" name="Google Shape;11872;p126"/>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3" name="Google Shape;11873;p126"/>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4" name="Google Shape;11874;p126"/>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5" name="Google Shape;11875;p126"/>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76" name="Google Shape;11876;p126"/>
          <p:cNvSpPr/>
          <p:nvPr/>
        </p:nvSpPr>
        <p:spPr>
          <a:xfrm>
            <a:off x="4871549" y="19397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7" name="Google Shape;11877;p126"/>
          <p:cNvSpPr/>
          <p:nvPr/>
        </p:nvSpPr>
        <p:spPr>
          <a:xfrm>
            <a:off x="4932020" y="23494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78" name="Google Shape;11878;p126"/>
          <p:cNvGrpSpPr/>
          <p:nvPr/>
        </p:nvGrpSpPr>
        <p:grpSpPr>
          <a:xfrm>
            <a:off x="6667277" y="1532487"/>
            <a:ext cx="340034" cy="340420"/>
            <a:chOff x="-12199250" y="1662675"/>
            <a:chExt cx="352075" cy="352475"/>
          </a:xfrm>
        </p:grpSpPr>
        <p:sp>
          <p:nvSpPr>
            <p:cNvPr id="11879" name="Google Shape;11879;p126"/>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0" name="Google Shape;11880;p126"/>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1" name="Google Shape;11881;p126"/>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82" name="Google Shape;11882;p126"/>
          <p:cNvGrpSpPr/>
          <p:nvPr/>
        </p:nvGrpSpPr>
        <p:grpSpPr>
          <a:xfrm>
            <a:off x="6666130" y="1939354"/>
            <a:ext cx="342328" cy="342328"/>
            <a:chOff x="-12199250" y="2096250"/>
            <a:chExt cx="354450" cy="354450"/>
          </a:xfrm>
        </p:grpSpPr>
        <p:sp>
          <p:nvSpPr>
            <p:cNvPr id="11883" name="Google Shape;11883;p126"/>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4" name="Google Shape;11884;p126"/>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85" name="Google Shape;11885;p126"/>
          <p:cNvGrpSpPr/>
          <p:nvPr/>
        </p:nvGrpSpPr>
        <p:grpSpPr>
          <a:xfrm>
            <a:off x="6667277" y="2348308"/>
            <a:ext cx="340034" cy="341579"/>
            <a:chOff x="-12199250" y="2530225"/>
            <a:chExt cx="352075" cy="353675"/>
          </a:xfrm>
        </p:grpSpPr>
        <p:sp>
          <p:nvSpPr>
            <p:cNvPr id="11886" name="Google Shape;11886;p126"/>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7" name="Google Shape;11887;p126"/>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8" name="Google Shape;11888;p126"/>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9" name="Google Shape;11889;p126"/>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90" name="Google Shape;11890;p126"/>
          <p:cNvSpPr/>
          <p:nvPr/>
        </p:nvSpPr>
        <p:spPr>
          <a:xfrm>
            <a:off x="4871163" y="27790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91" name="Google Shape;11891;p126"/>
          <p:cNvGrpSpPr/>
          <p:nvPr/>
        </p:nvGrpSpPr>
        <p:grpSpPr>
          <a:xfrm>
            <a:off x="4870788" y="3188088"/>
            <a:ext cx="342328" cy="339310"/>
            <a:chOff x="-10462550" y="2057650"/>
            <a:chExt cx="354450" cy="351325"/>
          </a:xfrm>
        </p:grpSpPr>
        <p:sp>
          <p:nvSpPr>
            <p:cNvPr id="11892" name="Google Shape;11892;p126"/>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3" name="Google Shape;11893;p126"/>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94" name="Google Shape;11894;p126"/>
          <p:cNvSpPr/>
          <p:nvPr/>
        </p:nvSpPr>
        <p:spPr>
          <a:xfrm>
            <a:off x="7591624" y="28055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95" name="Google Shape;11895;p126"/>
          <p:cNvGrpSpPr/>
          <p:nvPr/>
        </p:nvGrpSpPr>
        <p:grpSpPr>
          <a:xfrm>
            <a:off x="6649772" y="2779651"/>
            <a:ext cx="375044" cy="340541"/>
            <a:chOff x="-8692750" y="1622100"/>
            <a:chExt cx="388325" cy="352600"/>
          </a:xfrm>
        </p:grpSpPr>
        <p:sp>
          <p:nvSpPr>
            <p:cNvPr id="11896" name="Google Shape;11896;p126"/>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7" name="Google Shape;11897;p126"/>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98" name="Google Shape;11898;p126"/>
          <p:cNvGrpSpPr/>
          <p:nvPr/>
        </p:nvGrpSpPr>
        <p:grpSpPr>
          <a:xfrm>
            <a:off x="5304253" y="1531907"/>
            <a:ext cx="341555" cy="341579"/>
            <a:chOff x="-13529550" y="1639425"/>
            <a:chExt cx="353650" cy="353675"/>
          </a:xfrm>
        </p:grpSpPr>
        <p:sp>
          <p:nvSpPr>
            <p:cNvPr id="11899" name="Google Shape;11899;p126"/>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0" name="Google Shape;11900;p126"/>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1" name="Google Shape;11901;p126"/>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2" name="Google Shape;11902;p126"/>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3" name="Google Shape;11903;p126"/>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4" name="Google Shape;11904;p126"/>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5" name="Google Shape;11905;p126"/>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6" name="Google Shape;11906;p126"/>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07" name="Google Shape;11907;p126"/>
          <p:cNvGrpSpPr/>
          <p:nvPr/>
        </p:nvGrpSpPr>
        <p:grpSpPr>
          <a:xfrm>
            <a:off x="5303106" y="1940489"/>
            <a:ext cx="343849" cy="340058"/>
            <a:chOff x="-13531925" y="2075775"/>
            <a:chExt cx="356025" cy="352100"/>
          </a:xfrm>
        </p:grpSpPr>
        <p:sp>
          <p:nvSpPr>
            <p:cNvPr id="11908" name="Google Shape;11908;p126"/>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9" name="Google Shape;11909;p126"/>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10" name="Google Shape;11910;p126"/>
          <p:cNvGrpSpPr/>
          <p:nvPr/>
        </p:nvGrpSpPr>
        <p:grpSpPr>
          <a:xfrm>
            <a:off x="5304627" y="2348694"/>
            <a:ext cx="340807" cy="340807"/>
            <a:chOff x="-13528775" y="2507400"/>
            <a:chExt cx="352875" cy="352875"/>
          </a:xfrm>
        </p:grpSpPr>
        <p:sp>
          <p:nvSpPr>
            <p:cNvPr id="11911" name="Google Shape;11911;p126"/>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2" name="Google Shape;11912;p126"/>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3" name="Google Shape;11913;p126"/>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14" name="Google Shape;11914;p126"/>
          <p:cNvSpPr/>
          <p:nvPr/>
        </p:nvSpPr>
        <p:spPr>
          <a:xfrm>
            <a:off x="7123388" y="15631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5" name="Google Shape;11915;p126"/>
          <p:cNvSpPr/>
          <p:nvPr/>
        </p:nvSpPr>
        <p:spPr>
          <a:xfrm>
            <a:off x="7123014" y="19402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16" name="Google Shape;11916;p126"/>
          <p:cNvGrpSpPr/>
          <p:nvPr/>
        </p:nvGrpSpPr>
        <p:grpSpPr>
          <a:xfrm>
            <a:off x="7140133" y="2348308"/>
            <a:ext cx="308090" cy="341579"/>
            <a:chOff x="-11747150" y="2530225"/>
            <a:chExt cx="319000" cy="353675"/>
          </a:xfrm>
        </p:grpSpPr>
        <p:sp>
          <p:nvSpPr>
            <p:cNvPr id="11917" name="Google Shape;11917;p126"/>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8" name="Google Shape;11918;p126"/>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19" name="Google Shape;11919;p126"/>
          <p:cNvGrpSpPr/>
          <p:nvPr/>
        </p:nvGrpSpPr>
        <p:grpSpPr>
          <a:xfrm>
            <a:off x="5304627" y="2779519"/>
            <a:ext cx="340807" cy="340807"/>
            <a:chOff x="-10027775" y="1622900"/>
            <a:chExt cx="352875" cy="352875"/>
          </a:xfrm>
        </p:grpSpPr>
        <p:sp>
          <p:nvSpPr>
            <p:cNvPr id="11920" name="Google Shape;11920;p126"/>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1" name="Google Shape;11921;p126"/>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2" name="Google Shape;11922;p126"/>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3" name="Google Shape;11923;p126"/>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4" name="Google Shape;11924;p126"/>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5" name="Google Shape;11925;p126"/>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26" name="Google Shape;11926;p126"/>
          <p:cNvSpPr/>
          <p:nvPr/>
        </p:nvSpPr>
        <p:spPr>
          <a:xfrm>
            <a:off x="5311472" y="31868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27" name="Google Shape;11927;p126"/>
          <p:cNvGrpSpPr/>
          <p:nvPr/>
        </p:nvGrpSpPr>
        <p:grpSpPr>
          <a:xfrm>
            <a:off x="8031595" y="2805183"/>
            <a:ext cx="322553" cy="342328"/>
            <a:chOff x="-10019125" y="2490075"/>
            <a:chExt cx="333975" cy="354450"/>
          </a:xfrm>
        </p:grpSpPr>
        <p:sp>
          <p:nvSpPr>
            <p:cNvPr id="11928" name="Google Shape;11928;p126"/>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9" name="Google Shape;11929;p126"/>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0" name="Google Shape;11930;p126"/>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1" name="Google Shape;11931;p126"/>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32" name="Google Shape;11932;p126"/>
          <p:cNvGrpSpPr/>
          <p:nvPr/>
        </p:nvGrpSpPr>
        <p:grpSpPr>
          <a:xfrm>
            <a:off x="6661180" y="3186193"/>
            <a:ext cx="352227" cy="343100"/>
            <a:chOff x="-8684100" y="2032450"/>
            <a:chExt cx="364700" cy="355250"/>
          </a:xfrm>
        </p:grpSpPr>
        <p:sp>
          <p:nvSpPr>
            <p:cNvPr id="11933" name="Google Shape;11933;p126"/>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4" name="Google Shape;11934;p126"/>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5" name="Google Shape;11935;p126"/>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36" name="Google Shape;11936;p126"/>
          <p:cNvSpPr/>
          <p:nvPr/>
        </p:nvSpPr>
        <p:spPr>
          <a:xfrm>
            <a:off x="5773709" y="15322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37" name="Google Shape;11937;p126"/>
          <p:cNvGrpSpPr/>
          <p:nvPr/>
        </p:nvGrpSpPr>
        <p:grpSpPr>
          <a:xfrm>
            <a:off x="5752039" y="1939656"/>
            <a:ext cx="343849" cy="341724"/>
            <a:chOff x="-13095575" y="2073400"/>
            <a:chExt cx="356025" cy="353825"/>
          </a:xfrm>
        </p:grpSpPr>
        <p:sp>
          <p:nvSpPr>
            <p:cNvPr id="11938" name="Google Shape;11938;p126"/>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9" name="Google Shape;11939;p126"/>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0" name="Google Shape;11940;p126"/>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1" name="Google Shape;11941;p126"/>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2" name="Google Shape;11942;p126"/>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3" name="Google Shape;11943;p126"/>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4" name="Google Shape;11944;p126"/>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5" name="Google Shape;11945;p126"/>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46" name="Google Shape;11946;p126"/>
          <p:cNvSpPr/>
          <p:nvPr/>
        </p:nvSpPr>
        <p:spPr>
          <a:xfrm>
            <a:off x="5753174" y="23486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47" name="Google Shape;11947;p126"/>
          <p:cNvGrpSpPr/>
          <p:nvPr/>
        </p:nvGrpSpPr>
        <p:grpSpPr>
          <a:xfrm>
            <a:off x="7576787" y="1531485"/>
            <a:ext cx="343100" cy="342424"/>
            <a:chOff x="-11332875" y="1660700"/>
            <a:chExt cx="355250" cy="354550"/>
          </a:xfrm>
        </p:grpSpPr>
        <p:sp>
          <p:nvSpPr>
            <p:cNvPr id="11948" name="Google Shape;11948;p126"/>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9" name="Google Shape;11949;p126"/>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0" name="Google Shape;11950;p126"/>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1" name="Google Shape;11951;p126"/>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52" name="Google Shape;11952;p126"/>
          <p:cNvSpPr/>
          <p:nvPr/>
        </p:nvSpPr>
        <p:spPr>
          <a:xfrm>
            <a:off x="7575652" y="19408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3" name="Google Shape;11953;p126"/>
          <p:cNvSpPr/>
          <p:nvPr/>
        </p:nvSpPr>
        <p:spPr>
          <a:xfrm>
            <a:off x="7576413" y="23696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54" name="Google Shape;11954;p126"/>
          <p:cNvGrpSpPr/>
          <p:nvPr/>
        </p:nvGrpSpPr>
        <p:grpSpPr>
          <a:xfrm>
            <a:off x="5774096" y="2777997"/>
            <a:ext cx="299736" cy="343849"/>
            <a:chOff x="-9570950" y="1622100"/>
            <a:chExt cx="310350" cy="356025"/>
          </a:xfrm>
        </p:grpSpPr>
        <p:sp>
          <p:nvSpPr>
            <p:cNvPr id="11955" name="Google Shape;11955;p126"/>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6" name="Google Shape;11956;p126"/>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57" name="Google Shape;11957;p126"/>
          <p:cNvGrpSpPr/>
          <p:nvPr/>
        </p:nvGrpSpPr>
        <p:grpSpPr>
          <a:xfrm>
            <a:off x="5752800" y="3186953"/>
            <a:ext cx="342328" cy="341579"/>
            <a:chOff x="-9594575" y="2056875"/>
            <a:chExt cx="354450" cy="353675"/>
          </a:xfrm>
        </p:grpSpPr>
        <p:sp>
          <p:nvSpPr>
            <p:cNvPr id="11958" name="Google Shape;11958;p126"/>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9" name="Google Shape;11959;p126"/>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0" name="Google Shape;11960;p126"/>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61" name="Google Shape;11961;p126"/>
          <p:cNvSpPr/>
          <p:nvPr/>
        </p:nvSpPr>
        <p:spPr>
          <a:xfrm>
            <a:off x="7123002" y="32173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62" name="Google Shape;11962;p126"/>
          <p:cNvGrpSpPr/>
          <p:nvPr/>
        </p:nvGrpSpPr>
        <p:grpSpPr>
          <a:xfrm>
            <a:off x="6208482" y="1532293"/>
            <a:ext cx="342328" cy="340807"/>
            <a:chOff x="-12661600" y="1640225"/>
            <a:chExt cx="354450" cy="352875"/>
          </a:xfrm>
        </p:grpSpPr>
        <p:sp>
          <p:nvSpPr>
            <p:cNvPr id="11963" name="Google Shape;11963;p126"/>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4" name="Google Shape;11964;p126"/>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5" name="Google Shape;11965;p126"/>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66" name="Google Shape;11966;p126"/>
          <p:cNvGrpSpPr/>
          <p:nvPr/>
        </p:nvGrpSpPr>
        <p:grpSpPr>
          <a:xfrm>
            <a:off x="6208857" y="1960831"/>
            <a:ext cx="341579" cy="299374"/>
            <a:chOff x="-12660025" y="2096250"/>
            <a:chExt cx="353675" cy="309975"/>
          </a:xfrm>
        </p:grpSpPr>
        <p:sp>
          <p:nvSpPr>
            <p:cNvPr id="11967" name="Google Shape;11967;p126"/>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8" name="Google Shape;11968;p126"/>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9" name="Google Shape;11969;p126"/>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0" name="Google Shape;11970;p126"/>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1" name="Google Shape;11971;p126"/>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2" name="Google Shape;11972;p126"/>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73" name="Google Shape;11973;p126"/>
          <p:cNvGrpSpPr/>
          <p:nvPr/>
        </p:nvGrpSpPr>
        <p:grpSpPr>
          <a:xfrm>
            <a:off x="6207335" y="2348127"/>
            <a:ext cx="344622" cy="341941"/>
            <a:chOff x="-12663175" y="2506800"/>
            <a:chExt cx="356825" cy="354050"/>
          </a:xfrm>
        </p:grpSpPr>
        <p:sp>
          <p:nvSpPr>
            <p:cNvPr id="11974" name="Google Shape;11974;p126"/>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5" name="Google Shape;11975;p126"/>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6" name="Google Shape;11976;p126"/>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7" name="Google Shape;11977;p126"/>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78" name="Google Shape;11978;p126"/>
          <p:cNvGrpSpPr/>
          <p:nvPr/>
        </p:nvGrpSpPr>
        <p:grpSpPr>
          <a:xfrm>
            <a:off x="8022468" y="1531907"/>
            <a:ext cx="340807" cy="341579"/>
            <a:chOff x="-10896525" y="1663050"/>
            <a:chExt cx="352875" cy="353675"/>
          </a:xfrm>
        </p:grpSpPr>
        <p:sp>
          <p:nvSpPr>
            <p:cNvPr id="11979" name="Google Shape;11979;p126"/>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0" name="Google Shape;11980;p126"/>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81" name="Google Shape;11981;p126"/>
          <p:cNvSpPr/>
          <p:nvPr/>
        </p:nvSpPr>
        <p:spPr>
          <a:xfrm>
            <a:off x="8061643" y="19396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82" name="Google Shape;11982;p126"/>
          <p:cNvGrpSpPr/>
          <p:nvPr/>
        </p:nvGrpSpPr>
        <p:grpSpPr>
          <a:xfrm>
            <a:off x="8022082" y="2359342"/>
            <a:ext cx="341579" cy="319511"/>
            <a:chOff x="-10898100" y="2542050"/>
            <a:chExt cx="353675" cy="330825"/>
          </a:xfrm>
        </p:grpSpPr>
        <p:sp>
          <p:nvSpPr>
            <p:cNvPr id="11983" name="Google Shape;11983;p126"/>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4" name="Google Shape;11984;p126"/>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5" name="Google Shape;11985;p126"/>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6" name="Google Shape;11986;p126"/>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7" name="Google Shape;11987;p126"/>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8" name="Google Shape;11988;p126"/>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89" name="Google Shape;11989;p126"/>
          <p:cNvGrpSpPr/>
          <p:nvPr/>
        </p:nvGrpSpPr>
        <p:grpSpPr>
          <a:xfrm>
            <a:off x="6209617" y="2780207"/>
            <a:ext cx="340058" cy="339430"/>
            <a:chOff x="-9157450" y="1622750"/>
            <a:chExt cx="352100" cy="351450"/>
          </a:xfrm>
        </p:grpSpPr>
        <p:sp>
          <p:nvSpPr>
            <p:cNvPr id="11990" name="Google Shape;11990;p126"/>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1" name="Google Shape;11991;p126"/>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92" name="Google Shape;11992;p126"/>
          <p:cNvGrpSpPr/>
          <p:nvPr/>
        </p:nvGrpSpPr>
        <p:grpSpPr>
          <a:xfrm>
            <a:off x="6247658" y="3188474"/>
            <a:ext cx="263977" cy="338537"/>
            <a:chOff x="-9119650" y="2056875"/>
            <a:chExt cx="273325" cy="350525"/>
          </a:xfrm>
        </p:grpSpPr>
        <p:sp>
          <p:nvSpPr>
            <p:cNvPr id="11993" name="Google Shape;11993;p126"/>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4" name="Google Shape;11994;p126"/>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95" name="Google Shape;11995;p126"/>
          <p:cNvSpPr/>
          <p:nvPr/>
        </p:nvSpPr>
        <p:spPr>
          <a:xfrm>
            <a:off x="8022842" y="32173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6" name="Google Shape;11996;p126"/>
          <p:cNvSpPr/>
          <p:nvPr/>
        </p:nvSpPr>
        <p:spPr>
          <a:xfrm>
            <a:off x="7143562" y="27791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97" name="Google Shape;11997;p126"/>
          <p:cNvGrpSpPr/>
          <p:nvPr/>
        </p:nvGrpSpPr>
        <p:grpSpPr>
          <a:xfrm>
            <a:off x="7576790" y="3217879"/>
            <a:ext cx="343094" cy="341569"/>
            <a:chOff x="6001575" y="3119050"/>
            <a:chExt cx="315025" cy="313625"/>
          </a:xfrm>
        </p:grpSpPr>
        <p:sp>
          <p:nvSpPr>
            <p:cNvPr id="11998" name="Google Shape;11998;p126"/>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9" name="Google Shape;11999;p126"/>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03" name="Shape 12003"/>
        <p:cNvGrpSpPr/>
        <p:nvPr/>
      </p:nvGrpSpPr>
      <p:grpSpPr>
        <a:xfrm>
          <a:off x="0" y="0"/>
          <a:ext cx="0" cy="0"/>
          <a:chOff x="0" y="0"/>
          <a:chExt cx="0" cy="0"/>
        </a:xfrm>
      </p:grpSpPr>
      <p:sp>
        <p:nvSpPr>
          <p:cNvPr id="12004" name="Google Shape;12004;p127"/>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05" name="Google Shape;12005;p127"/>
          <p:cNvGrpSpPr/>
          <p:nvPr/>
        </p:nvGrpSpPr>
        <p:grpSpPr>
          <a:xfrm>
            <a:off x="845233" y="2273195"/>
            <a:ext cx="476329" cy="476213"/>
            <a:chOff x="-21298675" y="2414425"/>
            <a:chExt cx="306400" cy="306325"/>
          </a:xfrm>
        </p:grpSpPr>
        <p:sp>
          <p:nvSpPr>
            <p:cNvPr id="12006" name="Google Shape;12006;p127"/>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7" name="Google Shape;12007;p127"/>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8" name="Google Shape;12008;p127"/>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09" name="Google Shape;12009;p127"/>
          <p:cNvGrpSpPr/>
          <p:nvPr/>
        </p:nvGrpSpPr>
        <p:grpSpPr>
          <a:xfrm>
            <a:off x="844611" y="2865128"/>
            <a:ext cx="477573" cy="445432"/>
            <a:chOff x="-21299475" y="2798025"/>
            <a:chExt cx="307200" cy="286525"/>
          </a:xfrm>
        </p:grpSpPr>
        <p:sp>
          <p:nvSpPr>
            <p:cNvPr id="12010" name="Google Shape;12010;p127"/>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1" name="Google Shape;12011;p127"/>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2" name="Google Shape;12012;p127"/>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3" name="Google Shape;12013;p127"/>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4" name="Google Shape;12014;p127"/>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5" name="Google Shape;12015;p127"/>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6" name="Google Shape;12016;p127"/>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7" name="Google Shape;12017;p127"/>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8" name="Google Shape;12018;p127"/>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9" name="Google Shape;12019;p127"/>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0" name="Google Shape;12020;p127"/>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1" name="Google Shape;12021;p127"/>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22" name="Google Shape;12022;p127"/>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3" name="Google Shape;12023;p127"/>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4" name="Google Shape;12024;p127"/>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25" name="Google Shape;12025;p127"/>
          <p:cNvGrpSpPr/>
          <p:nvPr/>
        </p:nvGrpSpPr>
        <p:grpSpPr>
          <a:xfrm>
            <a:off x="6713966" y="1688917"/>
            <a:ext cx="413912" cy="472676"/>
            <a:chOff x="-17545650" y="2051350"/>
            <a:chExt cx="266250" cy="304050"/>
          </a:xfrm>
        </p:grpSpPr>
        <p:sp>
          <p:nvSpPr>
            <p:cNvPr id="12026" name="Google Shape;12026;p127"/>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7" name="Google Shape;12027;p127"/>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8" name="Google Shape;12028;p127"/>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9" name="Google Shape;12029;p127"/>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30" name="Google Shape;12030;p127"/>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31" name="Google Shape;12031;p127"/>
          <p:cNvGrpSpPr/>
          <p:nvPr/>
        </p:nvGrpSpPr>
        <p:grpSpPr>
          <a:xfrm>
            <a:off x="6684584" y="2865574"/>
            <a:ext cx="472676" cy="444538"/>
            <a:chOff x="-17565350" y="2809825"/>
            <a:chExt cx="304050" cy="285950"/>
          </a:xfrm>
        </p:grpSpPr>
        <p:sp>
          <p:nvSpPr>
            <p:cNvPr id="12032" name="Google Shape;12032;p127"/>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3" name="Google Shape;12033;p127"/>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4" name="Google Shape;12034;p127"/>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5" name="Google Shape;12035;p127"/>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6" name="Google Shape;12036;p127"/>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37" name="Google Shape;12037;p127"/>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8" name="Google Shape;12038;p127"/>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9" name="Google Shape;12039;p127"/>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40" name="Google Shape;12040;p127"/>
          <p:cNvGrpSpPr/>
          <p:nvPr/>
        </p:nvGrpSpPr>
        <p:grpSpPr>
          <a:xfrm>
            <a:off x="1457493" y="2850904"/>
            <a:ext cx="416283" cy="473881"/>
            <a:chOff x="-20904875" y="2788575"/>
            <a:chExt cx="267775" cy="304825"/>
          </a:xfrm>
        </p:grpSpPr>
        <p:sp>
          <p:nvSpPr>
            <p:cNvPr id="12041" name="Google Shape;12041;p127"/>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2" name="Google Shape;12042;p127"/>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43" name="Google Shape;12043;p127"/>
          <p:cNvGrpSpPr/>
          <p:nvPr/>
        </p:nvGrpSpPr>
        <p:grpSpPr>
          <a:xfrm>
            <a:off x="4397908" y="2275564"/>
            <a:ext cx="360045" cy="471471"/>
            <a:chOff x="-19006700" y="2434925"/>
            <a:chExt cx="231600" cy="303275"/>
          </a:xfrm>
        </p:grpSpPr>
        <p:sp>
          <p:nvSpPr>
            <p:cNvPr id="12044" name="Google Shape;12044;p127"/>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5" name="Google Shape;12045;p127"/>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6" name="Google Shape;12046;p127"/>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7" name="Google Shape;12047;p127"/>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48" name="Google Shape;12048;p127"/>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9" name="Google Shape;12049;p127"/>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50" name="Google Shape;12050;p127"/>
          <p:cNvGrpSpPr/>
          <p:nvPr/>
        </p:nvGrpSpPr>
        <p:grpSpPr>
          <a:xfrm>
            <a:off x="7276507" y="2289051"/>
            <a:ext cx="473881" cy="444499"/>
            <a:chOff x="-17190425" y="2435725"/>
            <a:chExt cx="304825" cy="285925"/>
          </a:xfrm>
        </p:grpSpPr>
        <p:sp>
          <p:nvSpPr>
            <p:cNvPr id="12051" name="Google Shape;12051;p127"/>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2" name="Google Shape;12052;p127"/>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3" name="Google Shape;12053;p127"/>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54" name="Google Shape;12054;p127"/>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55" name="Google Shape;12055;p127"/>
          <p:cNvGrpSpPr/>
          <p:nvPr/>
        </p:nvGrpSpPr>
        <p:grpSpPr>
          <a:xfrm>
            <a:off x="4931233" y="3444650"/>
            <a:ext cx="476329" cy="475086"/>
            <a:chOff x="-15719925" y="2416825"/>
            <a:chExt cx="306400" cy="305600"/>
          </a:xfrm>
        </p:grpSpPr>
        <p:sp>
          <p:nvSpPr>
            <p:cNvPr id="12056" name="Google Shape;12056;p127"/>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7" name="Google Shape;12057;p127"/>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8" name="Google Shape;12058;p127"/>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59" name="Google Shape;12059;p127"/>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0" name="Google Shape;12060;p127"/>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61" name="Google Shape;12061;p127"/>
          <p:cNvGrpSpPr/>
          <p:nvPr/>
        </p:nvGrpSpPr>
        <p:grpSpPr>
          <a:xfrm>
            <a:off x="2017527" y="2851506"/>
            <a:ext cx="479983" cy="472676"/>
            <a:chOff x="-20550425" y="2789350"/>
            <a:chExt cx="308750" cy="304050"/>
          </a:xfrm>
        </p:grpSpPr>
        <p:sp>
          <p:nvSpPr>
            <p:cNvPr id="12062" name="Google Shape;12062;p127"/>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3" name="Google Shape;12063;p127"/>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64" name="Google Shape;12064;p127"/>
          <p:cNvGrpSpPr/>
          <p:nvPr/>
        </p:nvGrpSpPr>
        <p:grpSpPr>
          <a:xfrm>
            <a:off x="4932894" y="1688158"/>
            <a:ext cx="473920" cy="474192"/>
            <a:chOff x="-18666450" y="2059825"/>
            <a:chExt cx="304850" cy="305025"/>
          </a:xfrm>
        </p:grpSpPr>
        <p:sp>
          <p:nvSpPr>
            <p:cNvPr id="12065" name="Google Shape;12065;p127"/>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6" name="Google Shape;12066;p127"/>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67" name="Google Shape;12067;p127"/>
          <p:cNvGrpSpPr/>
          <p:nvPr/>
        </p:nvGrpSpPr>
        <p:grpSpPr>
          <a:xfrm>
            <a:off x="4932292" y="2275584"/>
            <a:ext cx="475125" cy="471432"/>
            <a:chOff x="-18668025" y="2435725"/>
            <a:chExt cx="305625" cy="303250"/>
          </a:xfrm>
        </p:grpSpPr>
        <p:sp>
          <p:nvSpPr>
            <p:cNvPr id="12068" name="Google Shape;12068;p127"/>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9" name="Google Shape;12069;p127"/>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70" name="Google Shape;12070;p127"/>
          <p:cNvGrpSpPr/>
          <p:nvPr/>
        </p:nvGrpSpPr>
        <p:grpSpPr>
          <a:xfrm>
            <a:off x="4931689" y="2850902"/>
            <a:ext cx="476329" cy="473881"/>
            <a:chOff x="-18668800" y="2807475"/>
            <a:chExt cx="306400" cy="304825"/>
          </a:xfrm>
        </p:grpSpPr>
        <p:sp>
          <p:nvSpPr>
            <p:cNvPr id="12071" name="Google Shape;12071;p127"/>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2" name="Google Shape;12072;p127"/>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3" name="Google Shape;12073;p127"/>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4" name="Google Shape;12074;p127"/>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5" name="Google Shape;12075;p127"/>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6" name="Google Shape;12076;p127"/>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7" name="Google Shape;12077;p127"/>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8" name="Google Shape;12078;p127"/>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9" name="Google Shape;12079;p127"/>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80" name="Google Shape;12080;p127"/>
          <p:cNvGrpSpPr/>
          <p:nvPr/>
        </p:nvGrpSpPr>
        <p:grpSpPr>
          <a:xfrm>
            <a:off x="7885658" y="1687693"/>
            <a:ext cx="416361" cy="475125"/>
            <a:chOff x="-16798200" y="2050575"/>
            <a:chExt cx="267825" cy="305625"/>
          </a:xfrm>
        </p:grpSpPr>
        <p:sp>
          <p:nvSpPr>
            <p:cNvPr id="12081" name="Google Shape;12081;p127"/>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2" name="Google Shape;12082;p127"/>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3" name="Google Shape;12083;p127"/>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84" name="Google Shape;12084;p127"/>
          <p:cNvGrpSpPr/>
          <p:nvPr/>
        </p:nvGrpSpPr>
        <p:grpSpPr>
          <a:xfrm>
            <a:off x="7856276" y="2852127"/>
            <a:ext cx="475125" cy="471432"/>
            <a:chOff x="-16817100" y="2801175"/>
            <a:chExt cx="305625" cy="303250"/>
          </a:xfrm>
        </p:grpSpPr>
        <p:sp>
          <p:nvSpPr>
            <p:cNvPr id="12085" name="Google Shape;12085;p127"/>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6" name="Google Shape;12086;p127"/>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7" name="Google Shape;12087;p127"/>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8" name="Google Shape;12088;p127"/>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9" name="Google Shape;12089;p127"/>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0" name="Google Shape;12090;p127"/>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1" name="Google Shape;12091;p127"/>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2" name="Google Shape;12092;p127"/>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93" name="Google Shape;12093;p127"/>
          <p:cNvGrpSpPr/>
          <p:nvPr/>
        </p:nvGrpSpPr>
        <p:grpSpPr>
          <a:xfrm>
            <a:off x="7263396" y="3444614"/>
            <a:ext cx="476329" cy="475125"/>
            <a:chOff x="-15717575" y="2786200"/>
            <a:chExt cx="306400" cy="305625"/>
          </a:xfrm>
        </p:grpSpPr>
        <p:sp>
          <p:nvSpPr>
            <p:cNvPr id="12094" name="Google Shape;12094;p127"/>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5" name="Google Shape;12095;p127"/>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6" name="Google Shape;12096;p127"/>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7" name="Google Shape;12097;p127"/>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8" name="Google Shape;12098;p127"/>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9" name="Google Shape;12099;p127"/>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0" name="Google Shape;12100;p127"/>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01" name="Google Shape;12101;p127"/>
          <p:cNvGrpSpPr/>
          <p:nvPr/>
        </p:nvGrpSpPr>
        <p:grpSpPr>
          <a:xfrm>
            <a:off x="2600969" y="1688296"/>
            <a:ext cx="475125" cy="473920"/>
            <a:chOff x="-20173175" y="2038750"/>
            <a:chExt cx="305625" cy="304850"/>
          </a:xfrm>
        </p:grpSpPr>
        <p:sp>
          <p:nvSpPr>
            <p:cNvPr id="12102" name="Google Shape;12102;p127"/>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3" name="Google Shape;12103;p127"/>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04" name="Google Shape;12104;p127"/>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05" name="Google Shape;12105;p127"/>
          <p:cNvGrpSpPr/>
          <p:nvPr/>
        </p:nvGrpSpPr>
        <p:grpSpPr>
          <a:xfrm>
            <a:off x="2602193" y="2850282"/>
            <a:ext cx="472676" cy="475125"/>
            <a:chOff x="-20173175" y="2787775"/>
            <a:chExt cx="304050" cy="305625"/>
          </a:xfrm>
        </p:grpSpPr>
        <p:sp>
          <p:nvSpPr>
            <p:cNvPr id="12106" name="Google Shape;12106;p127"/>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7" name="Google Shape;12107;p127"/>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8" name="Google Shape;12108;p127"/>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9" name="Google Shape;12109;p127"/>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0" name="Google Shape;12110;p127"/>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1" name="Google Shape;12111;p127"/>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2" name="Google Shape;12112;p127"/>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13" name="Google Shape;12113;p127"/>
          <p:cNvGrpSpPr/>
          <p:nvPr/>
        </p:nvGrpSpPr>
        <p:grpSpPr>
          <a:xfrm>
            <a:off x="5527177" y="2275564"/>
            <a:ext cx="473881" cy="471471"/>
            <a:chOff x="-18294675" y="2434925"/>
            <a:chExt cx="304825" cy="303275"/>
          </a:xfrm>
        </p:grpSpPr>
        <p:sp>
          <p:nvSpPr>
            <p:cNvPr id="12114" name="Google Shape;12114;p127"/>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5" name="Google Shape;12115;p127"/>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6" name="Google Shape;12116;p127"/>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17" name="Google Shape;12117;p127"/>
          <p:cNvGrpSpPr/>
          <p:nvPr/>
        </p:nvGrpSpPr>
        <p:grpSpPr>
          <a:xfrm>
            <a:off x="5583492" y="2852107"/>
            <a:ext cx="361250" cy="471471"/>
            <a:chOff x="-18258450" y="2809825"/>
            <a:chExt cx="232375" cy="303275"/>
          </a:xfrm>
        </p:grpSpPr>
        <p:sp>
          <p:nvSpPr>
            <p:cNvPr id="12118" name="Google Shape;12118;p127"/>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9" name="Google Shape;12119;p127"/>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0" name="Google Shape;12120;p127"/>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21" name="Google Shape;12121;p127"/>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22" name="Google Shape;12122;p127"/>
          <p:cNvGrpSpPr/>
          <p:nvPr/>
        </p:nvGrpSpPr>
        <p:grpSpPr>
          <a:xfrm>
            <a:off x="3793692" y="3445233"/>
            <a:ext cx="415117" cy="473920"/>
            <a:chOff x="-16422500" y="2425450"/>
            <a:chExt cx="267025" cy="304850"/>
          </a:xfrm>
        </p:grpSpPr>
        <p:sp>
          <p:nvSpPr>
            <p:cNvPr id="12123" name="Google Shape;12123;p127"/>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4" name="Google Shape;12124;p127"/>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5" name="Google Shape;12125;p127"/>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26" name="Google Shape;12126;p127"/>
          <p:cNvGrpSpPr/>
          <p:nvPr/>
        </p:nvGrpSpPr>
        <p:grpSpPr>
          <a:xfrm>
            <a:off x="6096453" y="3445838"/>
            <a:ext cx="473920" cy="472676"/>
            <a:chOff x="-16442200" y="2801175"/>
            <a:chExt cx="304850" cy="304050"/>
          </a:xfrm>
        </p:grpSpPr>
        <p:sp>
          <p:nvSpPr>
            <p:cNvPr id="12127" name="Google Shape;12127;p127"/>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8" name="Google Shape;12128;p127"/>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9" name="Google Shape;12129;p127"/>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30" name="Google Shape;12130;p127"/>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1" name="Google Shape;12131;p127"/>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32" name="Google Shape;12132;p127"/>
          <p:cNvGrpSpPr/>
          <p:nvPr/>
        </p:nvGrpSpPr>
        <p:grpSpPr>
          <a:xfrm>
            <a:off x="3172167" y="2276343"/>
            <a:ext cx="481265" cy="469917"/>
            <a:chOff x="-19802200" y="2416025"/>
            <a:chExt cx="309575" cy="302275"/>
          </a:xfrm>
        </p:grpSpPr>
        <p:sp>
          <p:nvSpPr>
            <p:cNvPr id="12133" name="Google Shape;12133;p127"/>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4" name="Google Shape;12134;p127"/>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5" name="Google Shape;12135;p127"/>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6" name="Google Shape;12136;p127"/>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7" name="Google Shape;12137;p127"/>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38" name="Google Shape;12138;p127"/>
          <p:cNvGrpSpPr/>
          <p:nvPr/>
        </p:nvGrpSpPr>
        <p:grpSpPr>
          <a:xfrm>
            <a:off x="3175238" y="2851506"/>
            <a:ext cx="475125" cy="472676"/>
            <a:chOff x="-19801400" y="2788575"/>
            <a:chExt cx="305625" cy="304050"/>
          </a:xfrm>
        </p:grpSpPr>
        <p:sp>
          <p:nvSpPr>
            <p:cNvPr id="12139" name="Google Shape;12139;p127"/>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0" name="Google Shape;12140;p127"/>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1" name="Google Shape;12141;p127"/>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2" name="Google Shape;12142;p127"/>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3" name="Google Shape;12143;p127"/>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4" name="Google Shape;12144;p127"/>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45" name="Google Shape;12145;p127"/>
          <p:cNvGrpSpPr/>
          <p:nvPr/>
        </p:nvGrpSpPr>
        <p:grpSpPr>
          <a:xfrm>
            <a:off x="6130314" y="1688916"/>
            <a:ext cx="422463" cy="472676"/>
            <a:chOff x="-17903225" y="2060800"/>
            <a:chExt cx="271750" cy="304050"/>
          </a:xfrm>
        </p:grpSpPr>
        <p:sp>
          <p:nvSpPr>
            <p:cNvPr id="12146" name="Google Shape;12146;p127"/>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7" name="Google Shape;12147;p127"/>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8" name="Google Shape;12148;p127"/>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49" name="Google Shape;12149;p127"/>
          <p:cNvGrpSpPr/>
          <p:nvPr/>
        </p:nvGrpSpPr>
        <p:grpSpPr>
          <a:xfrm>
            <a:off x="6104605" y="2274962"/>
            <a:ext cx="473881" cy="472676"/>
            <a:chOff x="-17918975" y="2435725"/>
            <a:chExt cx="304825" cy="304050"/>
          </a:xfrm>
        </p:grpSpPr>
        <p:sp>
          <p:nvSpPr>
            <p:cNvPr id="12150" name="Google Shape;12150;p127"/>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1" name="Google Shape;12151;p127"/>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52" name="Google Shape;12152;p127"/>
          <p:cNvGrpSpPr/>
          <p:nvPr/>
        </p:nvGrpSpPr>
        <p:grpSpPr>
          <a:xfrm>
            <a:off x="6133365" y="2852729"/>
            <a:ext cx="416361" cy="470228"/>
            <a:chOff x="-17899300" y="2810625"/>
            <a:chExt cx="267825" cy="302475"/>
          </a:xfrm>
        </p:grpSpPr>
        <p:sp>
          <p:nvSpPr>
            <p:cNvPr id="12153" name="Google Shape;12153;p127"/>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4" name="Google Shape;12154;p127"/>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5" name="Google Shape;12155;p127"/>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56" name="Google Shape;12156;p127"/>
          <p:cNvGrpSpPr/>
          <p:nvPr/>
        </p:nvGrpSpPr>
        <p:grpSpPr>
          <a:xfrm>
            <a:off x="2039218" y="3461166"/>
            <a:ext cx="472676" cy="442089"/>
            <a:chOff x="-16066500" y="2060800"/>
            <a:chExt cx="304050" cy="284375"/>
          </a:xfrm>
        </p:grpSpPr>
        <p:sp>
          <p:nvSpPr>
            <p:cNvPr id="12157" name="Google Shape;12157;p127"/>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8" name="Google Shape;12158;p127"/>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9" name="Google Shape;12159;p127"/>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0" name="Google Shape;12160;p127"/>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1" name="Google Shape;12161;p127"/>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62" name="Google Shape;12162;p127"/>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3" name="Google Shape;12163;p127"/>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4" name="Google Shape;12164;p127"/>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65" name="Google Shape;12165;p127"/>
          <p:cNvGrpSpPr/>
          <p:nvPr/>
        </p:nvGrpSpPr>
        <p:grpSpPr>
          <a:xfrm>
            <a:off x="7923925" y="2297751"/>
            <a:ext cx="368362" cy="419314"/>
            <a:chOff x="4995050" y="3245650"/>
            <a:chExt cx="236950" cy="269725"/>
          </a:xfrm>
        </p:grpSpPr>
        <p:sp>
          <p:nvSpPr>
            <p:cNvPr id="12166" name="Google Shape;12166;p127"/>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7" name="Google Shape;12167;p127"/>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8" name="Google Shape;12168;p127"/>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69" name="Google Shape;12169;p127"/>
            <p:cNvGrpSpPr/>
            <p:nvPr/>
          </p:nvGrpSpPr>
          <p:grpSpPr>
            <a:xfrm>
              <a:off x="4995050" y="3245650"/>
              <a:ext cx="236950" cy="269725"/>
              <a:chOff x="4995050" y="3245650"/>
              <a:chExt cx="236950" cy="269725"/>
            </a:xfrm>
          </p:grpSpPr>
          <p:sp>
            <p:nvSpPr>
              <p:cNvPr id="12170" name="Google Shape;12170;p127"/>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1" name="Google Shape;12171;p127"/>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172" name="Google Shape;12172;p127"/>
          <p:cNvGrpSpPr/>
          <p:nvPr/>
        </p:nvGrpSpPr>
        <p:grpSpPr>
          <a:xfrm>
            <a:off x="5523718" y="1689744"/>
            <a:ext cx="483749" cy="481292"/>
            <a:chOff x="4724650" y="2885700"/>
            <a:chExt cx="270750" cy="269375"/>
          </a:xfrm>
        </p:grpSpPr>
        <p:sp>
          <p:nvSpPr>
            <p:cNvPr id="12173" name="Google Shape;12173;p127"/>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4" name="Google Shape;12174;p127"/>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5" name="Google Shape;12175;p127"/>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6" name="Google Shape;12176;p127"/>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7" name="Google Shape;12177;p127"/>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8" name="Google Shape;12178;p127"/>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9" name="Google Shape;12179;p127"/>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80" name="Google Shape;12180;p127"/>
          <p:cNvGrpSpPr/>
          <p:nvPr/>
        </p:nvGrpSpPr>
        <p:grpSpPr>
          <a:xfrm>
            <a:off x="4390823" y="1683871"/>
            <a:ext cx="389425" cy="467821"/>
            <a:chOff x="4459350" y="2882125"/>
            <a:chExt cx="228375" cy="274350"/>
          </a:xfrm>
        </p:grpSpPr>
        <p:sp>
          <p:nvSpPr>
            <p:cNvPr id="12181" name="Google Shape;12181;p127"/>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2" name="Google Shape;12182;p127"/>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3" name="Google Shape;12183;p127"/>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4" name="Google Shape;12184;p127"/>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5" name="Google Shape;12185;p127"/>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27"/>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7" name="Google Shape;12187;p127"/>
          <p:cNvSpPr txBox="1"/>
          <p:nvPr/>
        </p:nvSpPr>
        <p:spPr>
          <a:xfrm>
            <a:off x="1220500" y="1085850"/>
            <a:ext cx="70473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Nature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91" name="Shape 12191"/>
        <p:cNvGrpSpPr/>
        <p:nvPr/>
      </p:nvGrpSpPr>
      <p:grpSpPr>
        <a:xfrm>
          <a:off x="0" y="0"/>
          <a:ext cx="0" cy="0"/>
          <a:chOff x="0" y="0"/>
          <a:chExt cx="0" cy="0"/>
        </a:xfrm>
      </p:grpSpPr>
      <p:sp>
        <p:nvSpPr>
          <p:cNvPr id="12192" name="Google Shape;12192;p128"/>
          <p:cNvSpPr txBox="1"/>
          <p:nvPr>
            <p:ph idx="4294967295"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193" name="Google Shape;12193;p128"/>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94" name="Google Shape;12194;p128"/>
          <p:cNvGrpSpPr/>
          <p:nvPr/>
        </p:nvGrpSpPr>
        <p:grpSpPr>
          <a:xfrm>
            <a:off x="847082" y="2140412"/>
            <a:ext cx="426462" cy="420796"/>
            <a:chOff x="-6713450" y="2397900"/>
            <a:chExt cx="295375" cy="291450"/>
          </a:xfrm>
        </p:grpSpPr>
        <p:sp>
          <p:nvSpPr>
            <p:cNvPr id="12195" name="Google Shape;12195;p128"/>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6" name="Google Shape;12196;p128"/>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97" name="Google Shape;12197;p128"/>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98" name="Google Shape;12198;p128"/>
          <p:cNvGrpSpPr/>
          <p:nvPr/>
        </p:nvGrpSpPr>
        <p:grpSpPr>
          <a:xfrm>
            <a:off x="3551844" y="1631401"/>
            <a:ext cx="423069" cy="420507"/>
            <a:chOff x="-4932650" y="2046625"/>
            <a:chExt cx="293025" cy="291250"/>
          </a:xfrm>
        </p:grpSpPr>
        <p:sp>
          <p:nvSpPr>
            <p:cNvPr id="12199" name="Google Shape;12199;p128"/>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0" name="Google Shape;12200;p128"/>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201" name="Google Shape;12201;p128"/>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02" name="Google Shape;12202;p128"/>
          <p:cNvGrpSpPr/>
          <p:nvPr/>
        </p:nvGrpSpPr>
        <p:grpSpPr>
          <a:xfrm>
            <a:off x="3563775" y="2660957"/>
            <a:ext cx="423069" cy="420796"/>
            <a:chOff x="-4931075" y="2765725"/>
            <a:chExt cx="293025" cy="291450"/>
          </a:xfrm>
        </p:grpSpPr>
        <p:sp>
          <p:nvSpPr>
            <p:cNvPr id="12203" name="Google Shape;12203;p128"/>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4" name="Google Shape;12204;p128"/>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05" name="Google Shape;12205;p128"/>
          <p:cNvGrpSpPr/>
          <p:nvPr/>
        </p:nvGrpSpPr>
        <p:grpSpPr>
          <a:xfrm>
            <a:off x="6269343" y="1656289"/>
            <a:ext cx="420796" cy="370732"/>
            <a:chOff x="-3137650" y="2067900"/>
            <a:chExt cx="291450" cy="256775"/>
          </a:xfrm>
        </p:grpSpPr>
        <p:sp>
          <p:nvSpPr>
            <p:cNvPr id="12206" name="Google Shape;12206;p128"/>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7" name="Google Shape;12207;p128"/>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8" name="Google Shape;12208;p128"/>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09" name="Google Shape;12209;p128"/>
          <p:cNvGrpSpPr/>
          <p:nvPr/>
        </p:nvGrpSpPr>
        <p:grpSpPr>
          <a:xfrm>
            <a:off x="6269343" y="2139926"/>
            <a:ext cx="420796" cy="421770"/>
            <a:chOff x="-3137650" y="2408950"/>
            <a:chExt cx="291450" cy="292125"/>
          </a:xfrm>
        </p:grpSpPr>
        <p:sp>
          <p:nvSpPr>
            <p:cNvPr id="12210" name="Google Shape;12210;p128"/>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1" name="Google Shape;12211;p128"/>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2" name="Google Shape;12212;p128"/>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3" name="Google Shape;12213;p128"/>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4" name="Google Shape;12214;p128"/>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15" name="Google Shape;12215;p128"/>
          <p:cNvGrpSpPr/>
          <p:nvPr/>
        </p:nvGrpSpPr>
        <p:grpSpPr>
          <a:xfrm>
            <a:off x="6281274" y="2685412"/>
            <a:ext cx="420796" cy="371887"/>
            <a:chOff x="-3137650" y="2787000"/>
            <a:chExt cx="291450" cy="257575"/>
          </a:xfrm>
        </p:grpSpPr>
        <p:sp>
          <p:nvSpPr>
            <p:cNvPr id="12216" name="Google Shape;12216;p128"/>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7" name="Google Shape;12217;p128"/>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8" name="Google Shape;12218;p128"/>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9" name="Google Shape;12219;p128"/>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0" name="Google Shape;12220;p128"/>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1" name="Google Shape;12221;p128"/>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2" name="Google Shape;12222;p128"/>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3" name="Google Shape;12223;p128"/>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224" name="Google Shape;12224;p128"/>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5" name="Google Shape;12225;p128"/>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6" name="Google Shape;12226;p128"/>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27" name="Google Shape;12227;p128"/>
          <p:cNvGrpSpPr/>
          <p:nvPr/>
        </p:nvGrpSpPr>
        <p:grpSpPr>
          <a:xfrm>
            <a:off x="1399451" y="2660397"/>
            <a:ext cx="421914" cy="421914"/>
            <a:chOff x="-6354300" y="2757075"/>
            <a:chExt cx="292225" cy="292225"/>
          </a:xfrm>
        </p:grpSpPr>
        <p:sp>
          <p:nvSpPr>
            <p:cNvPr id="12228" name="Google Shape;12228;p128"/>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9" name="Google Shape;12229;p128"/>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0" name="Google Shape;12230;p128"/>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1" name="Google Shape;12231;p128"/>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32" name="Google Shape;12232;p128"/>
          <p:cNvGrpSpPr/>
          <p:nvPr/>
        </p:nvGrpSpPr>
        <p:grpSpPr>
          <a:xfrm>
            <a:off x="4093454" y="1629560"/>
            <a:ext cx="424188" cy="424188"/>
            <a:chOff x="-4573475" y="2045850"/>
            <a:chExt cx="293800" cy="293800"/>
          </a:xfrm>
        </p:grpSpPr>
        <p:sp>
          <p:nvSpPr>
            <p:cNvPr id="12233" name="Google Shape;12233;p128"/>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4" name="Google Shape;12234;p128"/>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35" name="Google Shape;12235;p128"/>
          <p:cNvGrpSpPr/>
          <p:nvPr/>
        </p:nvGrpSpPr>
        <p:grpSpPr>
          <a:xfrm>
            <a:off x="4092877" y="2138699"/>
            <a:ext cx="425343" cy="424225"/>
            <a:chOff x="-4570325" y="2405775"/>
            <a:chExt cx="294600" cy="293825"/>
          </a:xfrm>
        </p:grpSpPr>
        <p:sp>
          <p:nvSpPr>
            <p:cNvPr id="12236" name="Google Shape;12236;p128"/>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7" name="Google Shape;12237;p128"/>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38" name="Google Shape;12238;p128"/>
          <p:cNvGrpSpPr/>
          <p:nvPr/>
        </p:nvGrpSpPr>
        <p:grpSpPr>
          <a:xfrm>
            <a:off x="4105945" y="2659838"/>
            <a:ext cx="423069" cy="423033"/>
            <a:chOff x="-4572700" y="2764950"/>
            <a:chExt cx="293025" cy="293000"/>
          </a:xfrm>
        </p:grpSpPr>
        <p:sp>
          <p:nvSpPr>
            <p:cNvPr id="12239" name="Google Shape;12239;p128"/>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0" name="Google Shape;12240;p128"/>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1" name="Google Shape;12241;p128"/>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2" name="Google Shape;12242;p128"/>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3" name="Google Shape;12243;p128"/>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44" name="Google Shape;12244;p128"/>
          <p:cNvGrpSpPr/>
          <p:nvPr/>
        </p:nvGrpSpPr>
        <p:grpSpPr>
          <a:xfrm>
            <a:off x="6824707" y="1631239"/>
            <a:ext cx="414840" cy="420832"/>
            <a:chOff x="-2777700" y="2049775"/>
            <a:chExt cx="287325" cy="291475"/>
          </a:xfrm>
        </p:grpSpPr>
        <p:sp>
          <p:nvSpPr>
            <p:cNvPr id="12245" name="Google Shape;12245;p128"/>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6" name="Google Shape;12246;p128"/>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7" name="Google Shape;12247;p128"/>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48" name="Google Shape;12248;p128"/>
          <p:cNvGrpSpPr/>
          <p:nvPr/>
        </p:nvGrpSpPr>
        <p:grpSpPr>
          <a:xfrm>
            <a:off x="6821170" y="2140431"/>
            <a:ext cx="421914" cy="420759"/>
            <a:chOff x="-2571737" y="2403625"/>
            <a:chExt cx="292225" cy="291425"/>
          </a:xfrm>
        </p:grpSpPr>
        <p:sp>
          <p:nvSpPr>
            <p:cNvPr id="12249" name="Google Shape;12249;p128"/>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0" name="Google Shape;12250;p128"/>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1" name="Google Shape;12251;p128"/>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2" name="Google Shape;12252;p128"/>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3" name="Google Shape;12253;p128"/>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4" name="Google Shape;12254;p128"/>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5" name="Google Shape;12255;p128"/>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56" name="Google Shape;12256;p128"/>
          <p:cNvGrpSpPr/>
          <p:nvPr/>
        </p:nvGrpSpPr>
        <p:grpSpPr>
          <a:xfrm>
            <a:off x="6821170" y="2661534"/>
            <a:ext cx="421914" cy="419640"/>
            <a:chOff x="-2571737" y="2764550"/>
            <a:chExt cx="292225" cy="290650"/>
          </a:xfrm>
        </p:grpSpPr>
        <p:sp>
          <p:nvSpPr>
            <p:cNvPr id="12257" name="Google Shape;12257;p128"/>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8" name="Google Shape;12258;p128"/>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9" name="Google Shape;12259;p128"/>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60" name="Google Shape;12260;p128"/>
          <p:cNvGrpSpPr/>
          <p:nvPr/>
        </p:nvGrpSpPr>
        <p:grpSpPr>
          <a:xfrm>
            <a:off x="3020671" y="3230538"/>
            <a:ext cx="421914" cy="423864"/>
            <a:chOff x="-1333975" y="2365850"/>
            <a:chExt cx="292225" cy="293575"/>
          </a:xfrm>
        </p:grpSpPr>
        <p:sp>
          <p:nvSpPr>
            <p:cNvPr id="12261" name="Google Shape;12261;p128"/>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2" name="Google Shape;12262;p128"/>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3" name="Google Shape;12263;p128"/>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4" name="Google Shape;12264;p128"/>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5" name="Google Shape;12265;p128"/>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6" name="Google Shape;12266;p128"/>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7" name="Google Shape;12267;p128"/>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8" name="Google Shape;12268;p128"/>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69" name="Google Shape;12269;p128"/>
          <p:cNvGrpSpPr/>
          <p:nvPr/>
        </p:nvGrpSpPr>
        <p:grpSpPr>
          <a:xfrm>
            <a:off x="1954146" y="2660397"/>
            <a:ext cx="398020" cy="421914"/>
            <a:chOff x="-5995925" y="2757850"/>
            <a:chExt cx="275675" cy="292225"/>
          </a:xfrm>
        </p:grpSpPr>
        <p:sp>
          <p:nvSpPr>
            <p:cNvPr id="12270" name="Google Shape;12270;p128"/>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1" name="Google Shape;12271;p128"/>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2" name="Google Shape;12272;p128"/>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3" name="Google Shape;12273;p128"/>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4" name="Google Shape;12274;p128"/>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5" name="Google Shape;12275;p128"/>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6" name="Google Shape;12276;p128"/>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7" name="Google Shape;12277;p128"/>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8" name="Google Shape;12278;p128"/>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79" name="Google Shape;12279;p128"/>
          <p:cNvGrpSpPr/>
          <p:nvPr/>
        </p:nvGrpSpPr>
        <p:grpSpPr>
          <a:xfrm>
            <a:off x="4634433" y="1631816"/>
            <a:ext cx="421951" cy="419677"/>
            <a:chOff x="-4211975" y="2046625"/>
            <a:chExt cx="292250" cy="290675"/>
          </a:xfrm>
        </p:grpSpPr>
        <p:sp>
          <p:nvSpPr>
            <p:cNvPr id="12280" name="Google Shape;12280;p128"/>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1" name="Google Shape;12281;p128"/>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82" name="Google Shape;12282;p128"/>
          <p:cNvGrpSpPr/>
          <p:nvPr/>
        </p:nvGrpSpPr>
        <p:grpSpPr>
          <a:xfrm>
            <a:off x="4684479" y="2138699"/>
            <a:ext cx="321859" cy="424225"/>
            <a:chOff x="-4178875" y="2405775"/>
            <a:chExt cx="222925" cy="293825"/>
          </a:xfrm>
        </p:grpSpPr>
        <p:sp>
          <p:nvSpPr>
            <p:cNvPr id="12283" name="Google Shape;12283;p128"/>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4" name="Google Shape;12284;p128"/>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5" name="Google Shape;12285;p128"/>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86" name="Google Shape;12286;p128"/>
          <p:cNvGrpSpPr/>
          <p:nvPr/>
        </p:nvGrpSpPr>
        <p:grpSpPr>
          <a:xfrm>
            <a:off x="4646942" y="2673483"/>
            <a:ext cx="420796" cy="395746"/>
            <a:chOff x="-4211975" y="2783850"/>
            <a:chExt cx="291450" cy="274100"/>
          </a:xfrm>
        </p:grpSpPr>
        <p:sp>
          <p:nvSpPr>
            <p:cNvPr id="12287" name="Google Shape;12287;p128"/>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8" name="Google Shape;12288;p128"/>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9" name="Google Shape;12289;p128"/>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290" name="Google Shape;12290;p128"/>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91" name="Google Shape;12291;p128"/>
          <p:cNvGrpSpPr/>
          <p:nvPr/>
        </p:nvGrpSpPr>
        <p:grpSpPr>
          <a:xfrm>
            <a:off x="7351871" y="2140413"/>
            <a:ext cx="420796" cy="420796"/>
            <a:chOff x="-2419325" y="2408150"/>
            <a:chExt cx="291450" cy="291450"/>
          </a:xfrm>
        </p:grpSpPr>
        <p:sp>
          <p:nvSpPr>
            <p:cNvPr id="12292" name="Google Shape;12292;p128"/>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3" name="Google Shape;12293;p128"/>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4" name="Google Shape;12294;p128"/>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5" name="Google Shape;12295;p128"/>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6" name="Google Shape;12296;p128"/>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7" name="Google Shape;12297;p128"/>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8" name="Google Shape;12298;p128"/>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299" name="Google Shape;12299;p128"/>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00" name="Google Shape;12300;p128"/>
          <p:cNvGrpSpPr/>
          <p:nvPr/>
        </p:nvGrpSpPr>
        <p:grpSpPr>
          <a:xfrm>
            <a:off x="4673396" y="3231514"/>
            <a:ext cx="420796" cy="421914"/>
            <a:chOff x="-1333200" y="2770450"/>
            <a:chExt cx="291450" cy="292225"/>
          </a:xfrm>
        </p:grpSpPr>
        <p:sp>
          <p:nvSpPr>
            <p:cNvPr id="12301" name="Google Shape;12301;p128"/>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2" name="Google Shape;12302;p128"/>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03" name="Google Shape;12303;p128"/>
          <p:cNvGrpSpPr/>
          <p:nvPr/>
        </p:nvGrpSpPr>
        <p:grpSpPr>
          <a:xfrm>
            <a:off x="2470009" y="1631256"/>
            <a:ext cx="423069" cy="420796"/>
            <a:chOff x="-5635200" y="2037975"/>
            <a:chExt cx="293025" cy="291450"/>
          </a:xfrm>
        </p:grpSpPr>
        <p:sp>
          <p:nvSpPr>
            <p:cNvPr id="12304" name="Google Shape;12304;p128"/>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5" name="Google Shape;12305;p128"/>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06" name="Google Shape;12306;p128"/>
          <p:cNvGrpSpPr/>
          <p:nvPr/>
        </p:nvGrpSpPr>
        <p:grpSpPr>
          <a:xfrm>
            <a:off x="2468295" y="2140412"/>
            <a:ext cx="426499" cy="420796"/>
            <a:chOff x="-5637575" y="2397900"/>
            <a:chExt cx="295400" cy="291450"/>
          </a:xfrm>
        </p:grpSpPr>
        <p:sp>
          <p:nvSpPr>
            <p:cNvPr id="12307" name="Google Shape;12307;p128"/>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8" name="Google Shape;12308;p128"/>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9" name="Google Shape;12309;p128"/>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0" name="Google Shape;12310;p128"/>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11" name="Google Shape;12311;p128"/>
          <p:cNvGrpSpPr/>
          <p:nvPr/>
        </p:nvGrpSpPr>
        <p:grpSpPr>
          <a:xfrm>
            <a:off x="2481958" y="2660397"/>
            <a:ext cx="423033" cy="421914"/>
            <a:chOff x="-5635975" y="2757075"/>
            <a:chExt cx="293000" cy="292225"/>
          </a:xfrm>
        </p:grpSpPr>
        <p:sp>
          <p:nvSpPr>
            <p:cNvPr id="12312" name="Google Shape;12312;p128"/>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3" name="Google Shape;12313;p128"/>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14" name="Google Shape;12314;p128"/>
          <p:cNvGrpSpPr/>
          <p:nvPr/>
        </p:nvGrpSpPr>
        <p:grpSpPr>
          <a:xfrm>
            <a:off x="5165893" y="1631256"/>
            <a:ext cx="423069" cy="420796"/>
            <a:chOff x="-3854375" y="2046625"/>
            <a:chExt cx="293025" cy="291450"/>
          </a:xfrm>
        </p:grpSpPr>
        <p:sp>
          <p:nvSpPr>
            <p:cNvPr id="12315" name="Google Shape;12315;p128"/>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6" name="Google Shape;12316;p128"/>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17" name="Google Shape;12317;p128"/>
          <p:cNvGrpSpPr/>
          <p:nvPr/>
        </p:nvGrpSpPr>
        <p:grpSpPr>
          <a:xfrm>
            <a:off x="5164756" y="2138717"/>
            <a:ext cx="425343" cy="424188"/>
            <a:chOff x="-3854375" y="2405000"/>
            <a:chExt cx="294600" cy="293800"/>
          </a:xfrm>
        </p:grpSpPr>
        <p:sp>
          <p:nvSpPr>
            <p:cNvPr id="12318" name="Google Shape;12318;p128"/>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9" name="Google Shape;12319;p128"/>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0" name="Google Shape;12320;p128"/>
          <p:cNvGrpSpPr/>
          <p:nvPr/>
        </p:nvGrpSpPr>
        <p:grpSpPr>
          <a:xfrm>
            <a:off x="5178961" y="2659838"/>
            <a:ext cx="420796" cy="423033"/>
            <a:chOff x="-3852025" y="2764950"/>
            <a:chExt cx="291450" cy="293000"/>
          </a:xfrm>
        </p:grpSpPr>
        <p:sp>
          <p:nvSpPr>
            <p:cNvPr id="12321" name="Google Shape;12321;p128"/>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2" name="Google Shape;12322;p128"/>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323" name="Google Shape;12323;p128"/>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4" name="Google Shape;12324;p128"/>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25" name="Google Shape;12325;p128"/>
          <p:cNvGrpSpPr/>
          <p:nvPr/>
        </p:nvGrpSpPr>
        <p:grpSpPr>
          <a:xfrm>
            <a:off x="7901550" y="2660398"/>
            <a:ext cx="420796" cy="421914"/>
            <a:chOff x="-2060175" y="2768875"/>
            <a:chExt cx="291450" cy="292225"/>
          </a:xfrm>
        </p:grpSpPr>
        <p:sp>
          <p:nvSpPr>
            <p:cNvPr id="12326" name="Google Shape;12326;p128"/>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7" name="Google Shape;12327;p128"/>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8" name="Google Shape;12328;p128"/>
          <p:cNvGrpSpPr/>
          <p:nvPr/>
        </p:nvGrpSpPr>
        <p:grpSpPr>
          <a:xfrm>
            <a:off x="1915160" y="3232071"/>
            <a:ext cx="421914" cy="420796"/>
            <a:chOff x="-937025" y="2064750"/>
            <a:chExt cx="292225" cy="291450"/>
          </a:xfrm>
        </p:grpSpPr>
        <p:sp>
          <p:nvSpPr>
            <p:cNvPr id="12329" name="Google Shape;12329;p128"/>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0" name="Google Shape;12330;p128"/>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1" name="Google Shape;12331;p128"/>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32" name="Google Shape;12332;p128"/>
          <p:cNvGrpSpPr/>
          <p:nvPr/>
        </p:nvGrpSpPr>
        <p:grpSpPr>
          <a:xfrm>
            <a:off x="3018323" y="1630697"/>
            <a:ext cx="421951" cy="421914"/>
            <a:chOff x="-5276050" y="2037975"/>
            <a:chExt cx="292250" cy="292225"/>
          </a:xfrm>
        </p:grpSpPr>
        <p:sp>
          <p:nvSpPr>
            <p:cNvPr id="12333" name="Google Shape;12333;p128"/>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4" name="Google Shape;12334;p128"/>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5" name="Google Shape;12335;p128"/>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336" name="Google Shape;12336;p128"/>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7" name="Google Shape;12337;p128"/>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38" name="Google Shape;12338;p128"/>
          <p:cNvGrpSpPr/>
          <p:nvPr/>
        </p:nvGrpSpPr>
        <p:grpSpPr>
          <a:xfrm>
            <a:off x="5777136" y="1631256"/>
            <a:ext cx="324133" cy="420796"/>
            <a:chOff x="-3462150" y="2046625"/>
            <a:chExt cx="224500" cy="291450"/>
          </a:xfrm>
        </p:grpSpPr>
        <p:sp>
          <p:nvSpPr>
            <p:cNvPr id="12339" name="Google Shape;12339;p128"/>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0" name="Google Shape;12340;p128"/>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1" name="Google Shape;12341;p128"/>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2" name="Google Shape;12342;p128"/>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3" name="Google Shape;12343;p128"/>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4" name="Google Shape;12344;p128"/>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5" name="Google Shape;12345;p128"/>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46" name="Google Shape;12346;p128"/>
          <p:cNvGrpSpPr/>
          <p:nvPr/>
        </p:nvGrpSpPr>
        <p:grpSpPr>
          <a:xfrm>
            <a:off x="5752700" y="2139276"/>
            <a:ext cx="373006" cy="423069"/>
            <a:chOff x="-3478675" y="2405775"/>
            <a:chExt cx="258350" cy="293025"/>
          </a:xfrm>
        </p:grpSpPr>
        <p:sp>
          <p:nvSpPr>
            <p:cNvPr id="12347" name="Google Shape;12347;p128"/>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8" name="Google Shape;12348;p128"/>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9" name="Google Shape;12349;p128"/>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0" name="Google Shape;12350;p128"/>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51" name="Google Shape;12351;p128"/>
          <p:cNvGrpSpPr/>
          <p:nvPr/>
        </p:nvGrpSpPr>
        <p:grpSpPr>
          <a:xfrm>
            <a:off x="5815218" y="2660398"/>
            <a:ext cx="271831" cy="421914"/>
            <a:chOff x="-3443250" y="2765725"/>
            <a:chExt cx="188275" cy="292225"/>
          </a:xfrm>
        </p:grpSpPr>
        <p:sp>
          <p:nvSpPr>
            <p:cNvPr id="12352" name="Google Shape;12352;p128"/>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3" name="Google Shape;12353;p128"/>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4" name="Google Shape;12354;p128"/>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5" name="Google Shape;12355;p128"/>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56" name="Google Shape;12356;p128"/>
          <p:cNvGrpSpPr/>
          <p:nvPr/>
        </p:nvGrpSpPr>
        <p:grpSpPr>
          <a:xfrm>
            <a:off x="844114" y="3230934"/>
            <a:ext cx="371887" cy="423069"/>
            <a:chOff x="-1684475" y="2049000"/>
            <a:chExt cx="257575" cy="293025"/>
          </a:xfrm>
        </p:grpSpPr>
        <p:sp>
          <p:nvSpPr>
            <p:cNvPr id="12357" name="Google Shape;12357;p128"/>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8" name="Google Shape;12358;p128"/>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9" name="Google Shape;12359;p128"/>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0" name="Google Shape;12360;p128"/>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361" name="Google Shape;12361;p128"/>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62" name="Google Shape;12362;p128"/>
          <p:cNvGrpSpPr/>
          <p:nvPr/>
        </p:nvGrpSpPr>
        <p:grpSpPr>
          <a:xfrm>
            <a:off x="4134007" y="3231514"/>
            <a:ext cx="420796" cy="421914"/>
            <a:chOff x="-1700225" y="2768875"/>
            <a:chExt cx="291450" cy="292225"/>
          </a:xfrm>
        </p:grpSpPr>
        <p:sp>
          <p:nvSpPr>
            <p:cNvPr id="12363" name="Google Shape;12363;p128"/>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4" name="Google Shape;12364;p128"/>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5" name="Google Shape;12365;p128"/>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6" name="Google Shape;12366;p128"/>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7" name="Google Shape;12367;p128"/>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8" name="Google Shape;12368;p128"/>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69" name="Google Shape;12369;p128"/>
          <p:cNvGrpSpPr/>
          <p:nvPr/>
        </p:nvGrpSpPr>
        <p:grpSpPr>
          <a:xfrm>
            <a:off x="3602355" y="3230935"/>
            <a:ext cx="371887" cy="423069"/>
            <a:chOff x="-919700" y="2420750"/>
            <a:chExt cx="257575" cy="293025"/>
          </a:xfrm>
        </p:grpSpPr>
        <p:sp>
          <p:nvSpPr>
            <p:cNvPr id="12370" name="Google Shape;12370;p128"/>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1" name="Google Shape;12371;p128"/>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2" name="Google Shape;12372;p128"/>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73" name="Google Shape;12373;p128"/>
          <p:cNvGrpSpPr/>
          <p:nvPr/>
        </p:nvGrpSpPr>
        <p:grpSpPr>
          <a:xfrm>
            <a:off x="1937547" y="1645950"/>
            <a:ext cx="409531" cy="410617"/>
            <a:chOff x="6679825" y="2693700"/>
            <a:chExt cx="257875" cy="258575"/>
          </a:xfrm>
        </p:grpSpPr>
        <p:sp>
          <p:nvSpPr>
            <p:cNvPr id="12374" name="Google Shape;12374;p128"/>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5" name="Google Shape;12375;p128"/>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76" name="Google Shape;12376;p128"/>
          <p:cNvGrpSpPr/>
          <p:nvPr/>
        </p:nvGrpSpPr>
        <p:grpSpPr>
          <a:xfrm>
            <a:off x="1927121" y="2142110"/>
            <a:ext cx="420531" cy="417262"/>
            <a:chOff x="6790450" y="3119050"/>
            <a:chExt cx="262750" cy="260675"/>
          </a:xfrm>
        </p:grpSpPr>
        <p:sp>
          <p:nvSpPr>
            <p:cNvPr id="12377" name="Google Shape;12377;p128"/>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8" name="Google Shape;12378;p128"/>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79" name="Google Shape;12379;p128"/>
          <p:cNvGrpSpPr/>
          <p:nvPr/>
        </p:nvGrpSpPr>
        <p:grpSpPr>
          <a:xfrm>
            <a:off x="6554233" y="3755436"/>
            <a:ext cx="358093" cy="407391"/>
            <a:chOff x="7660859" y="2571753"/>
            <a:chExt cx="366561" cy="417024"/>
          </a:xfrm>
        </p:grpSpPr>
        <p:sp>
          <p:nvSpPr>
            <p:cNvPr id="12380" name="Google Shape;12380;p128"/>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1" name="Google Shape;12381;p128"/>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2" name="Google Shape;12382;p128"/>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83" name="Google Shape;12383;p128"/>
          <p:cNvGrpSpPr/>
          <p:nvPr/>
        </p:nvGrpSpPr>
        <p:grpSpPr>
          <a:xfrm>
            <a:off x="4088914" y="3755436"/>
            <a:ext cx="407391" cy="407391"/>
            <a:chOff x="5566722" y="2571753"/>
            <a:chExt cx="417024" cy="417024"/>
          </a:xfrm>
        </p:grpSpPr>
        <p:sp>
          <p:nvSpPr>
            <p:cNvPr id="12384" name="Google Shape;12384;p128"/>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5" name="Google Shape;12385;p128"/>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86" name="Google Shape;12386;p128"/>
          <p:cNvGrpSpPr/>
          <p:nvPr/>
        </p:nvGrpSpPr>
        <p:grpSpPr>
          <a:xfrm>
            <a:off x="4705247" y="3857692"/>
            <a:ext cx="407380" cy="202880"/>
            <a:chOff x="6090251" y="2676413"/>
            <a:chExt cx="417013" cy="207677"/>
          </a:xfrm>
        </p:grpSpPr>
        <p:sp>
          <p:nvSpPr>
            <p:cNvPr id="12387" name="Google Shape;12387;p128"/>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8" name="Google Shape;12388;p128"/>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9" name="Google Shape;12389;p128"/>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0" name="Google Shape;12390;p128"/>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91" name="Google Shape;12391;p128"/>
          <p:cNvGrpSpPr/>
          <p:nvPr/>
        </p:nvGrpSpPr>
        <p:grpSpPr>
          <a:xfrm>
            <a:off x="5937901" y="3755436"/>
            <a:ext cx="407391" cy="407391"/>
            <a:chOff x="7137330" y="2571753"/>
            <a:chExt cx="417024" cy="417024"/>
          </a:xfrm>
        </p:grpSpPr>
        <p:sp>
          <p:nvSpPr>
            <p:cNvPr id="12392" name="Google Shape;12392;p128"/>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3" name="Google Shape;12393;p128"/>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4" name="Google Shape;12394;p128"/>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95" name="Google Shape;12395;p128"/>
          <p:cNvGrpSpPr/>
          <p:nvPr/>
        </p:nvGrpSpPr>
        <p:grpSpPr>
          <a:xfrm>
            <a:off x="5321569" y="3755436"/>
            <a:ext cx="407391" cy="407391"/>
            <a:chOff x="6613801" y="2571753"/>
            <a:chExt cx="417024" cy="417024"/>
          </a:xfrm>
        </p:grpSpPr>
        <p:sp>
          <p:nvSpPr>
            <p:cNvPr id="12396" name="Google Shape;12396;p128"/>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7" name="Google Shape;12397;p128"/>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8" name="Google Shape;12398;p128"/>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9" name="Google Shape;12399;p128"/>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0" name="Google Shape;12400;p128"/>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01" name="Google Shape;12401;p128"/>
          <p:cNvGrpSpPr/>
          <p:nvPr/>
        </p:nvGrpSpPr>
        <p:grpSpPr>
          <a:xfrm>
            <a:off x="7908242" y="3238780"/>
            <a:ext cx="407411" cy="407411"/>
            <a:chOff x="2964567" y="2571753"/>
            <a:chExt cx="417045" cy="417045"/>
          </a:xfrm>
        </p:grpSpPr>
        <p:sp>
          <p:nvSpPr>
            <p:cNvPr id="12402" name="Google Shape;12402;p128"/>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3" name="Google Shape;12403;p128"/>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04" name="Google Shape;12404;p128"/>
          <p:cNvGrpSpPr/>
          <p:nvPr/>
        </p:nvGrpSpPr>
        <p:grpSpPr>
          <a:xfrm>
            <a:off x="1623565" y="3815897"/>
            <a:ext cx="407391" cy="286470"/>
            <a:chOff x="3476576" y="2633631"/>
            <a:chExt cx="417024" cy="293244"/>
          </a:xfrm>
        </p:grpSpPr>
        <p:sp>
          <p:nvSpPr>
            <p:cNvPr id="12405" name="Google Shape;12405;p128"/>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6" name="Google Shape;12406;p128"/>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07" name="Google Shape;12407;p128"/>
          <p:cNvGrpSpPr/>
          <p:nvPr/>
        </p:nvGrpSpPr>
        <p:grpSpPr>
          <a:xfrm>
            <a:off x="2239897" y="3755508"/>
            <a:ext cx="407411" cy="407248"/>
            <a:chOff x="3988564" y="2571836"/>
            <a:chExt cx="417045" cy="416878"/>
          </a:xfrm>
        </p:grpSpPr>
        <p:sp>
          <p:nvSpPr>
            <p:cNvPr id="12408" name="Google Shape;12408;p128"/>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9" name="Google Shape;12409;p128"/>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10" name="Google Shape;12410;p128"/>
          <p:cNvGrpSpPr/>
          <p:nvPr/>
        </p:nvGrpSpPr>
        <p:grpSpPr>
          <a:xfrm>
            <a:off x="2856250" y="3755436"/>
            <a:ext cx="407391" cy="407391"/>
            <a:chOff x="4500573" y="2571753"/>
            <a:chExt cx="417024" cy="417024"/>
          </a:xfrm>
        </p:grpSpPr>
        <p:sp>
          <p:nvSpPr>
            <p:cNvPr id="12411" name="Google Shape;12411;p128"/>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2" name="Google Shape;12412;p128"/>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13" name="Google Shape;12413;p128"/>
          <p:cNvGrpSpPr/>
          <p:nvPr/>
        </p:nvGrpSpPr>
        <p:grpSpPr>
          <a:xfrm>
            <a:off x="3472582" y="3755436"/>
            <a:ext cx="407391" cy="407391"/>
            <a:chOff x="5012603" y="2571753"/>
            <a:chExt cx="417024" cy="417024"/>
          </a:xfrm>
        </p:grpSpPr>
        <p:sp>
          <p:nvSpPr>
            <p:cNvPr id="12414" name="Google Shape;12414;p128"/>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5" name="Google Shape;12415;p128"/>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16" name="Google Shape;12416;p128"/>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17" name="Google Shape;12417;p128"/>
          <p:cNvGrpSpPr/>
          <p:nvPr/>
        </p:nvGrpSpPr>
        <p:grpSpPr>
          <a:xfrm>
            <a:off x="5733329" y="3238790"/>
            <a:ext cx="407432" cy="407391"/>
            <a:chOff x="812101" y="2571761"/>
            <a:chExt cx="417066" cy="417024"/>
          </a:xfrm>
        </p:grpSpPr>
        <p:sp>
          <p:nvSpPr>
            <p:cNvPr id="12418" name="Google Shape;12418;p128"/>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9" name="Google Shape;12419;p128"/>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0" name="Google Shape;12420;p128"/>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1" name="Google Shape;12421;p128"/>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22" name="Google Shape;12422;p128"/>
          <p:cNvGrpSpPr/>
          <p:nvPr/>
        </p:nvGrpSpPr>
        <p:grpSpPr>
          <a:xfrm>
            <a:off x="6253923" y="3238790"/>
            <a:ext cx="407391" cy="407391"/>
            <a:chOff x="1323129" y="2571761"/>
            <a:chExt cx="417024" cy="417024"/>
          </a:xfrm>
        </p:grpSpPr>
        <p:sp>
          <p:nvSpPr>
            <p:cNvPr id="12423" name="Google Shape;12423;p128"/>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4" name="Google Shape;12424;p128"/>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5" name="Google Shape;12425;p128"/>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6" name="Google Shape;12426;p128"/>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27" name="Google Shape;12427;p128"/>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28" name="Google Shape;12428;p128"/>
          <p:cNvGrpSpPr/>
          <p:nvPr/>
        </p:nvGrpSpPr>
        <p:grpSpPr>
          <a:xfrm>
            <a:off x="7390398" y="3238843"/>
            <a:ext cx="408023" cy="407411"/>
            <a:chOff x="2344476" y="2571761"/>
            <a:chExt cx="417671" cy="417045"/>
          </a:xfrm>
        </p:grpSpPr>
        <p:sp>
          <p:nvSpPr>
            <p:cNvPr id="12429" name="Google Shape;12429;p128"/>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0" name="Google Shape;12430;p128"/>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31" name="Google Shape;12431;p128"/>
          <p:cNvGrpSpPr/>
          <p:nvPr/>
        </p:nvGrpSpPr>
        <p:grpSpPr>
          <a:xfrm>
            <a:off x="7121258" y="3759535"/>
            <a:ext cx="399178" cy="399178"/>
            <a:chOff x="2038375" y="3798025"/>
            <a:chExt cx="841792" cy="841792"/>
          </a:xfrm>
        </p:grpSpPr>
        <p:sp>
          <p:nvSpPr>
            <p:cNvPr id="12432" name="Google Shape;12432;p128"/>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3" name="Google Shape;12433;p128"/>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Elegant Education Pack for Students XL by Slidesgo">
  <a:themeElements>
    <a:clrScheme name="Simple Light">
      <a:dk1>
        <a:srgbClr val="FFFFFF"/>
      </a:dk1>
      <a:lt1>
        <a:srgbClr val="EDECDF"/>
      </a:lt1>
      <a:dk2>
        <a:srgbClr val="C8A591"/>
      </a:dk2>
      <a:lt2>
        <a:srgbClr val="FFFFFF"/>
      </a:lt2>
      <a:accent1>
        <a:srgbClr val="A0A299"/>
      </a:accent1>
      <a:accent2>
        <a:srgbClr val="40474B"/>
      </a:accent2>
      <a:accent3>
        <a:srgbClr val="C8A591"/>
      </a:accent3>
      <a:accent4>
        <a:srgbClr val="EDECDF"/>
      </a:accent4>
      <a:accent5>
        <a:srgbClr val="A0A299"/>
      </a:accent5>
      <a:accent6>
        <a:srgbClr val="FFFFFF"/>
      </a:accent6>
      <a:hlink>
        <a:srgbClr val="40474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