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144000"/>
  <p:embeddedFontLst>
    <p:embeddedFont>
      <p:font typeface="Raleway"/>
      <p:regular r:id="rId42"/>
      <p:bold r:id="rId43"/>
      <p:italic r:id="rId44"/>
      <p:boldItalic r:id="rId45"/>
    </p:embeddedFont>
    <p:embeddedFont>
      <p:font typeface="Inter"/>
      <p:regular r:id="rId46"/>
      <p:bold r:id="rId47"/>
      <p:italic r:id="rId48"/>
      <p:boldItalic r:id="rId49"/>
    </p:embeddedFont>
    <p:embeddedFont>
      <p:font typeface="Syne"/>
      <p:regular r:id="rId50"/>
      <p:bold r:id="rId51"/>
    </p:embeddedFont>
    <p:embeddedFont>
      <p:font typeface="Albert Sans"/>
      <p:regular r:id="rId52"/>
      <p:bold r:id="rId53"/>
      <p:italic r:id="rId54"/>
      <p:boldItalic r:id="rId55"/>
    </p:embeddedFont>
    <p:embeddedFont>
      <p:font typeface="Syne SemiBold"/>
      <p:regular r:id="rId56"/>
      <p:bold r:id="rId57"/>
    </p:embeddedFont>
    <p:embeddedFont>
      <p:font typeface="Syne Medium"/>
      <p:regular r:id="rId58"/>
      <p:bold r:id="rId59"/>
    </p:embeddedFont>
    <p:embeddedFont>
      <p:font typeface="Open Sans"/>
      <p:regular r:id="rId60"/>
      <p:bold r:id="rId61"/>
      <p:italic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196715E-669B-421D-94DF-DC3B05A8AADC}">
  <a:tblStyle styleId="{E196715E-669B-421D-94DF-DC3B05A8AAD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248C34E-FC24-406B-A782-3E0AE1E05402}"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Raleway-regular.fntdata"/><Relationship Id="rId41" Type="http://schemas.openxmlformats.org/officeDocument/2006/relationships/slide" Target="slides/slide35.xml"/><Relationship Id="rId44" Type="http://schemas.openxmlformats.org/officeDocument/2006/relationships/font" Target="fonts/Raleway-italic.fntdata"/><Relationship Id="rId43" Type="http://schemas.openxmlformats.org/officeDocument/2006/relationships/font" Target="fonts/Raleway-bold.fntdata"/><Relationship Id="rId46" Type="http://schemas.openxmlformats.org/officeDocument/2006/relationships/font" Target="fonts/Inter-regular.fntdata"/><Relationship Id="rId45" Type="http://schemas.openxmlformats.org/officeDocument/2006/relationships/font" Target="fonts/Raleway-bold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Inter-italic.fntdata"/><Relationship Id="rId47" Type="http://schemas.openxmlformats.org/officeDocument/2006/relationships/font" Target="fonts/Inter-bold.fntdata"/><Relationship Id="rId49" Type="http://schemas.openxmlformats.org/officeDocument/2006/relationships/font" Target="fonts/Inter-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OpenSans-italic.fntdata"/><Relationship Id="rId61" Type="http://schemas.openxmlformats.org/officeDocument/2006/relationships/font" Target="fonts/OpenSans-bold.fntdata"/><Relationship Id="rId20" Type="http://schemas.openxmlformats.org/officeDocument/2006/relationships/slide" Target="slides/slide14.xml"/><Relationship Id="rId63" Type="http://schemas.openxmlformats.org/officeDocument/2006/relationships/font" Target="fonts/OpenSans-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OpenSans-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Syne-bold.fntdata"/><Relationship Id="rId50" Type="http://schemas.openxmlformats.org/officeDocument/2006/relationships/font" Target="fonts/Syne-regular.fntdata"/><Relationship Id="rId53" Type="http://schemas.openxmlformats.org/officeDocument/2006/relationships/font" Target="fonts/AlbertSans-bold.fntdata"/><Relationship Id="rId52" Type="http://schemas.openxmlformats.org/officeDocument/2006/relationships/font" Target="fonts/AlbertSans-regular.fntdata"/><Relationship Id="rId11" Type="http://schemas.openxmlformats.org/officeDocument/2006/relationships/slide" Target="slides/slide5.xml"/><Relationship Id="rId55" Type="http://schemas.openxmlformats.org/officeDocument/2006/relationships/font" Target="fonts/AlbertSans-boldItalic.fntdata"/><Relationship Id="rId10" Type="http://schemas.openxmlformats.org/officeDocument/2006/relationships/slide" Target="slides/slide4.xml"/><Relationship Id="rId54" Type="http://schemas.openxmlformats.org/officeDocument/2006/relationships/font" Target="fonts/AlbertSans-italic.fntdata"/><Relationship Id="rId13" Type="http://schemas.openxmlformats.org/officeDocument/2006/relationships/slide" Target="slides/slide7.xml"/><Relationship Id="rId57" Type="http://schemas.openxmlformats.org/officeDocument/2006/relationships/font" Target="fonts/SyneSemiBold-bold.fntdata"/><Relationship Id="rId12" Type="http://schemas.openxmlformats.org/officeDocument/2006/relationships/slide" Target="slides/slide6.xml"/><Relationship Id="rId56" Type="http://schemas.openxmlformats.org/officeDocument/2006/relationships/font" Target="fonts/SyneSemiBold-regular.fntdata"/><Relationship Id="rId15" Type="http://schemas.openxmlformats.org/officeDocument/2006/relationships/slide" Target="slides/slide9.xml"/><Relationship Id="rId59" Type="http://schemas.openxmlformats.org/officeDocument/2006/relationships/font" Target="fonts/SyneMedium-bold.fntdata"/><Relationship Id="rId14" Type="http://schemas.openxmlformats.org/officeDocument/2006/relationships/slide" Target="slides/slide8.xml"/><Relationship Id="rId58" Type="http://schemas.openxmlformats.org/officeDocument/2006/relationships/font" Target="fonts/Syne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 name="Shape 123"/>
        <p:cNvGrpSpPr/>
        <p:nvPr/>
      </p:nvGrpSpPr>
      <p:grpSpPr>
        <a:xfrm>
          <a:off x="0" y="0"/>
          <a:ext cx="0" cy="0"/>
          <a:chOff x="0" y="0"/>
          <a:chExt cx="0" cy="0"/>
        </a:xfrm>
      </p:grpSpPr>
      <p:sp>
        <p:nvSpPr>
          <p:cNvPr id="124" name="Google Shape;124;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 name="Google Shape;125;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 name="Shape 131"/>
        <p:cNvGrpSpPr/>
        <p:nvPr/>
      </p:nvGrpSpPr>
      <p:grpSpPr>
        <a:xfrm>
          <a:off x="0" y="0"/>
          <a:ext cx="0" cy="0"/>
          <a:chOff x="0" y="0"/>
          <a:chExt cx="0" cy="0"/>
        </a:xfrm>
      </p:grpSpPr>
      <p:sp>
        <p:nvSpPr>
          <p:cNvPr id="132" name="Google Shape;13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 name="Google Shape;13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 name="Shape 140"/>
        <p:cNvGrpSpPr/>
        <p:nvPr/>
      </p:nvGrpSpPr>
      <p:grpSpPr>
        <a:xfrm>
          <a:off x="0" y="0"/>
          <a:ext cx="0" cy="0"/>
          <a:chOff x="0" y="0"/>
          <a:chExt cx="0" cy="0"/>
        </a:xfrm>
      </p:grpSpPr>
      <p:sp>
        <p:nvSpPr>
          <p:cNvPr id="141" name="Google Shape;141;g347ab2cd00d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 name="Google Shape;142;g347ab2cd00d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 name="Shape 153"/>
        <p:cNvGrpSpPr/>
        <p:nvPr/>
      </p:nvGrpSpPr>
      <p:grpSpPr>
        <a:xfrm>
          <a:off x="0" y="0"/>
          <a:ext cx="0" cy="0"/>
          <a:chOff x="0" y="0"/>
          <a:chExt cx="0" cy="0"/>
        </a:xfrm>
      </p:grpSpPr>
      <p:sp>
        <p:nvSpPr>
          <p:cNvPr id="154" name="Google Shape;154;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 name="Google Shape;155;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 name="Shape 160"/>
        <p:cNvGrpSpPr/>
        <p:nvPr/>
      </p:nvGrpSpPr>
      <p:grpSpPr>
        <a:xfrm>
          <a:off x="0" y="0"/>
          <a:ext cx="0" cy="0"/>
          <a:chOff x="0" y="0"/>
          <a:chExt cx="0" cy="0"/>
        </a:xfrm>
      </p:grpSpPr>
      <p:sp>
        <p:nvSpPr>
          <p:cNvPr id="161" name="Google Shape;161;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 name="Google Shape;162;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 name="Shape 168"/>
        <p:cNvGrpSpPr/>
        <p:nvPr/>
      </p:nvGrpSpPr>
      <p:grpSpPr>
        <a:xfrm>
          <a:off x="0" y="0"/>
          <a:ext cx="0" cy="0"/>
          <a:chOff x="0" y="0"/>
          <a:chExt cx="0" cy="0"/>
        </a:xfrm>
      </p:grpSpPr>
      <p:sp>
        <p:nvSpPr>
          <p:cNvPr id="169" name="Google Shape;169;g34c5a6c8ff6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 name="Google Shape;170;g34c5a6c8ff6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 name="Shape 174"/>
        <p:cNvGrpSpPr/>
        <p:nvPr/>
      </p:nvGrpSpPr>
      <p:grpSpPr>
        <a:xfrm>
          <a:off x="0" y="0"/>
          <a:ext cx="0" cy="0"/>
          <a:chOff x="0" y="0"/>
          <a:chExt cx="0" cy="0"/>
        </a:xfrm>
      </p:grpSpPr>
      <p:sp>
        <p:nvSpPr>
          <p:cNvPr id="175" name="Google Shape;175;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 name="Google Shape;176;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 name="Shape 183"/>
        <p:cNvGrpSpPr/>
        <p:nvPr/>
      </p:nvGrpSpPr>
      <p:grpSpPr>
        <a:xfrm>
          <a:off x="0" y="0"/>
          <a:ext cx="0" cy="0"/>
          <a:chOff x="0" y="0"/>
          <a:chExt cx="0" cy="0"/>
        </a:xfrm>
      </p:grpSpPr>
      <p:sp>
        <p:nvSpPr>
          <p:cNvPr id="184" name="Google Shape;184;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 name="Google Shape;185;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 name="Shape 194"/>
        <p:cNvGrpSpPr/>
        <p:nvPr/>
      </p:nvGrpSpPr>
      <p:grpSpPr>
        <a:xfrm>
          <a:off x="0" y="0"/>
          <a:ext cx="0" cy="0"/>
          <a:chOff x="0" y="0"/>
          <a:chExt cx="0" cy="0"/>
        </a:xfrm>
      </p:grpSpPr>
      <p:sp>
        <p:nvSpPr>
          <p:cNvPr id="195" name="Google Shape;195;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 name="Google Shape;196;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 name="Shape 211"/>
        <p:cNvGrpSpPr/>
        <p:nvPr/>
      </p:nvGrpSpPr>
      <p:grpSpPr>
        <a:xfrm>
          <a:off x="0" y="0"/>
          <a:ext cx="0" cy="0"/>
          <a:chOff x="0" y="0"/>
          <a:chExt cx="0" cy="0"/>
        </a:xfrm>
      </p:grpSpPr>
      <p:sp>
        <p:nvSpPr>
          <p:cNvPr id="212" name="Google Shape;212;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 name="Google Shape;213;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172b1845856_1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172b1845856_1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g184d99d1a72_0_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 name="Google Shape;279;g184d99d1a72_0_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 name="Shape 297"/>
        <p:cNvGrpSpPr/>
        <p:nvPr/>
      </p:nvGrpSpPr>
      <p:grpSpPr>
        <a:xfrm>
          <a:off x="0" y="0"/>
          <a:ext cx="0" cy="0"/>
          <a:chOff x="0" y="0"/>
          <a:chExt cx="0" cy="0"/>
        </a:xfrm>
      </p:grpSpPr>
      <p:sp>
        <p:nvSpPr>
          <p:cNvPr id="298" name="Google Shape;298;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 name="Google Shape;299;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 name="Shape 315"/>
        <p:cNvGrpSpPr/>
        <p:nvPr/>
      </p:nvGrpSpPr>
      <p:grpSpPr>
        <a:xfrm>
          <a:off x="0" y="0"/>
          <a:ext cx="0" cy="0"/>
          <a:chOff x="0" y="0"/>
          <a:chExt cx="0" cy="0"/>
        </a:xfrm>
      </p:grpSpPr>
      <p:sp>
        <p:nvSpPr>
          <p:cNvPr id="316" name="Google Shape;316;g347694f6db2_0_14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 name="Google Shape;317;g347694f6db2_0_14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 name="Shape 321"/>
        <p:cNvGrpSpPr/>
        <p:nvPr/>
      </p:nvGrpSpPr>
      <p:grpSpPr>
        <a:xfrm>
          <a:off x="0" y="0"/>
          <a:ext cx="0" cy="0"/>
          <a:chOff x="0" y="0"/>
          <a:chExt cx="0" cy="0"/>
        </a:xfrm>
      </p:grpSpPr>
      <p:sp>
        <p:nvSpPr>
          <p:cNvPr id="322" name="Google Shape;322;g347694f6db2_0_14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 name="Google Shape;323;g347694f6db2_0_14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347694f6db2_0_7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347694f6db2_0_7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347694f6db2_0_7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347694f6db2_0_7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347694f6db2_0_7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347694f6db2_0_7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347694f6db2_0_7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347694f6db2_0_7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g347694f6db2_0_7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 name="Google Shape;475;g347694f6db2_0_7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347694f6db2_0_7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347694f6db2_0_7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 name="Shape 1123"/>
        <p:cNvGrpSpPr/>
        <p:nvPr/>
      </p:nvGrpSpPr>
      <p:grpSpPr>
        <a:xfrm>
          <a:off x="0" y="0"/>
          <a:ext cx="0" cy="0"/>
          <a:chOff x="0" y="0"/>
          <a:chExt cx="0" cy="0"/>
        </a:xfrm>
      </p:grpSpPr>
      <p:sp>
        <p:nvSpPr>
          <p:cNvPr id="1124" name="Google Shape;1124;g347694f6db2_0_78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 name="Google Shape;1125;g347694f6db2_0_78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 name="Shape 1435"/>
        <p:cNvGrpSpPr/>
        <p:nvPr/>
      </p:nvGrpSpPr>
      <p:grpSpPr>
        <a:xfrm>
          <a:off x="0" y="0"/>
          <a:ext cx="0" cy="0"/>
          <a:chOff x="0" y="0"/>
          <a:chExt cx="0" cy="0"/>
        </a:xfrm>
      </p:grpSpPr>
      <p:sp>
        <p:nvSpPr>
          <p:cNvPr id="1436" name="Google Shape;1436;g347694f6db2_0_8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7" name="Google Shape;1437;g347694f6db2_0_8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 name="Shape 1470"/>
        <p:cNvGrpSpPr/>
        <p:nvPr/>
      </p:nvGrpSpPr>
      <p:grpSpPr>
        <a:xfrm>
          <a:off x="0" y="0"/>
          <a:ext cx="0" cy="0"/>
          <a:chOff x="0" y="0"/>
          <a:chExt cx="0" cy="0"/>
        </a:xfrm>
      </p:grpSpPr>
      <p:sp>
        <p:nvSpPr>
          <p:cNvPr id="1471" name="Google Shape;1471;g347694f6db2_0_8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 name="Google Shape;1472;g347694f6db2_0_8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3" name="Shape 1703"/>
        <p:cNvGrpSpPr/>
        <p:nvPr/>
      </p:nvGrpSpPr>
      <p:grpSpPr>
        <a:xfrm>
          <a:off x="0" y="0"/>
          <a:ext cx="0" cy="0"/>
          <a:chOff x="0" y="0"/>
          <a:chExt cx="0" cy="0"/>
        </a:xfrm>
      </p:grpSpPr>
      <p:sp>
        <p:nvSpPr>
          <p:cNvPr id="1704" name="Google Shape;1704;g347694f6db2_0_8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5" name="Google Shape;1705;g347694f6db2_0_8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2" name="Shape 1862"/>
        <p:cNvGrpSpPr/>
        <p:nvPr/>
      </p:nvGrpSpPr>
      <p:grpSpPr>
        <a:xfrm>
          <a:off x="0" y="0"/>
          <a:ext cx="0" cy="0"/>
          <a:chOff x="0" y="0"/>
          <a:chExt cx="0" cy="0"/>
        </a:xfrm>
      </p:grpSpPr>
      <p:sp>
        <p:nvSpPr>
          <p:cNvPr id="1863" name="Google Shape;1863;g347694f6db2_0_8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4" name="Google Shape;1864;g347694f6db2_0_8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8" name="Shape 2338"/>
        <p:cNvGrpSpPr/>
        <p:nvPr/>
      </p:nvGrpSpPr>
      <p:grpSpPr>
        <a:xfrm>
          <a:off x="0" y="0"/>
          <a:ext cx="0" cy="0"/>
          <a:chOff x="0" y="0"/>
          <a:chExt cx="0" cy="0"/>
        </a:xfrm>
      </p:grpSpPr>
      <p:sp>
        <p:nvSpPr>
          <p:cNvPr id="2339" name="Google Shape;2339;g347694f6db2_0_9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0" name="Google Shape;2340;g347694f6db2_0_9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g347694f6db2_0_9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7" name="Google Shape;2767;g347694f6db2_0_9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5" name="Shape 3405"/>
        <p:cNvGrpSpPr/>
        <p:nvPr/>
      </p:nvGrpSpPr>
      <p:grpSpPr>
        <a:xfrm>
          <a:off x="0" y="0"/>
          <a:ext cx="0" cy="0"/>
          <a:chOff x="0" y="0"/>
          <a:chExt cx="0" cy="0"/>
        </a:xfrm>
      </p:grpSpPr>
      <p:sp>
        <p:nvSpPr>
          <p:cNvPr id="3406" name="Google Shape;3406;g347694f6db2_0_10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7" name="Google Shape;3407;g347694f6db2_0_10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5" name="Shape 4095"/>
        <p:cNvGrpSpPr/>
        <p:nvPr/>
      </p:nvGrpSpPr>
      <p:grpSpPr>
        <a:xfrm>
          <a:off x="0" y="0"/>
          <a:ext cx="0" cy="0"/>
          <a:chOff x="0" y="0"/>
          <a:chExt cx="0" cy="0"/>
        </a:xfrm>
      </p:grpSpPr>
      <p:sp>
        <p:nvSpPr>
          <p:cNvPr id="4096" name="Google Shape;4096;g347694f6db2_0_10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7" name="Google Shape;4097;g347694f6db2_0_10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9" name="Shape 4719"/>
        <p:cNvGrpSpPr/>
        <p:nvPr/>
      </p:nvGrpSpPr>
      <p:grpSpPr>
        <a:xfrm>
          <a:off x="0" y="0"/>
          <a:ext cx="0" cy="0"/>
          <a:chOff x="0" y="0"/>
          <a:chExt cx="0" cy="0"/>
        </a:xfrm>
      </p:grpSpPr>
      <p:sp>
        <p:nvSpPr>
          <p:cNvPr id="4720" name="Google Shape;4720;g347694f6db2_0_11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1" name="Google Shape;4721;g347694f6db2_0_11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0" name="Shape 4980"/>
        <p:cNvGrpSpPr/>
        <p:nvPr/>
      </p:nvGrpSpPr>
      <p:grpSpPr>
        <a:xfrm>
          <a:off x="0" y="0"/>
          <a:ext cx="0" cy="0"/>
          <a:chOff x="0" y="0"/>
          <a:chExt cx="0" cy="0"/>
        </a:xfrm>
      </p:grpSpPr>
      <p:sp>
        <p:nvSpPr>
          <p:cNvPr id="4981" name="Google Shape;4981;g347694f6db2_0_11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2" name="Google Shape;4982;g347694f6db2_0_11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0" name="Shape 5410"/>
        <p:cNvGrpSpPr/>
        <p:nvPr/>
      </p:nvGrpSpPr>
      <p:grpSpPr>
        <a:xfrm>
          <a:off x="0" y="0"/>
          <a:ext cx="0" cy="0"/>
          <a:chOff x="0" y="0"/>
          <a:chExt cx="0" cy="0"/>
        </a:xfrm>
      </p:grpSpPr>
      <p:sp>
        <p:nvSpPr>
          <p:cNvPr id="5411" name="Google Shape;5411;g347694f6db2_0_14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2" name="Google Shape;5412;g347694f6db2_0_14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0" name="Google Shape;10;p2"/>
          <p:cNvSpPr txBox="1"/>
          <p:nvPr>
            <p:ph type="ctrTitle"/>
          </p:nvPr>
        </p:nvSpPr>
        <p:spPr>
          <a:xfrm>
            <a:off x="713225" y="539500"/>
            <a:ext cx="7717500" cy="9072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b="0" sz="5000">
                <a:latin typeface="Syne SemiBold"/>
                <a:ea typeface="Syne SemiBold"/>
                <a:cs typeface="Syne SemiBold"/>
                <a:sym typeface="Syne SemiBold"/>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5389400" y="3946400"/>
            <a:ext cx="3041400" cy="657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title="techstartup-osc.jpg"/>
          <p:cNvPicPr preferRelativeResize="0"/>
          <p:nvPr/>
        </p:nvPicPr>
        <p:blipFill rotWithShape="1">
          <a:blip r:embed="rId2">
            <a:alphaModFix/>
          </a:blip>
          <a:srcRect b="0" l="0" r="31125" t="31125"/>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4" name="Google Shape;14;p3"/>
          <p:cNvSpPr txBox="1"/>
          <p:nvPr>
            <p:ph type="title"/>
          </p:nvPr>
        </p:nvSpPr>
        <p:spPr>
          <a:xfrm>
            <a:off x="713225" y="3585200"/>
            <a:ext cx="7717800" cy="1018800"/>
          </a:xfrm>
          <a:prstGeom prst="rect">
            <a:avLst/>
          </a:prstGeom>
        </p:spPr>
        <p:txBody>
          <a:bodyPr anchorCtr="0" anchor="t" bIns="91425" lIns="91425" spcFirstLastPara="1" rIns="91425" wrap="square" tIns="91425">
            <a:noAutofit/>
          </a:bodyPr>
          <a:lstStyle>
            <a:lvl1pPr lvl="0" algn="r">
              <a:spcBef>
                <a:spcPts val="0"/>
              </a:spcBef>
              <a:spcAft>
                <a:spcPts val="0"/>
              </a:spcAft>
              <a:buSzPts val="3600"/>
              <a:buNone/>
              <a:defRPr b="0" sz="5000">
                <a:latin typeface="Syne SemiBold"/>
                <a:ea typeface="Syne SemiBold"/>
                <a:cs typeface="Syne SemiBold"/>
                <a:sym typeface="Syne SemiBold"/>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713225" y="499725"/>
            <a:ext cx="1267500" cy="6846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0" sz="4000">
                <a:latin typeface="Syne SemiBold"/>
                <a:ea typeface="Syne SemiBold"/>
                <a:cs typeface="Syne SemiBold"/>
                <a:sym typeface="Syne SemiBold"/>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pic>
        <p:nvPicPr>
          <p:cNvPr id="17" name="Google Shape;17;p4" title="techstartup-osc1.jpg"/>
          <p:cNvPicPr preferRelativeResize="0"/>
          <p:nvPr/>
        </p:nvPicPr>
        <p:blipFill>
          <a:blip r:embed="rId2">
            <a:alphaModFix/>
          </a:blip>
          <a:stretch>
            <a:fillRect/>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8" name="Google Shape;1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19" name="Google Shape;19;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pic>
        <p:nvPicPr>
          <p:cNvPr id="21" name="Google Shape;21;p5"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22" name="Google Shape;22;p5"/>
          <p:cNvSpPr txBox="1"/>
          <p:nvPr>
            <p:ph type="title"/>
          </p:nvPr>
        </p:nvSpPr>
        <p:spPr>
          <a:xfrm>
            <a:off x="720000" y="3644300"/>
            <a:ext cx="2955300" cy="959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b="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23" name="Google Shape;23;p5"/>
          <p:cNvSpPr txBox="1"/>
          <p:nvPr>
            <p:ph idx="1" type="subTitle"/>
          </p:nvPr>
        </p:nvSpPr>
        <p:spPr>
          <a:xfrm>
            <a:off x="4592700" y="3268312"/>
            <a:ext cx="3838200" cy="122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 name="Google Shape;24;p5"/>
          <p:cNvSpPr txBox="1"/>
          <p:nvPr>
            <p:ph idx="2" type="subTitle"/>
          </p:nvPr>
        </p:nvSpPr>
        <p:spPr>
          <a:xfrm>
            <a:off x="4589325" y="1219088"/>
            <a:ext cx="3838200" cy="122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 name="Google Shape;25;p5"/>
          <p:cNvSpPr txBox="1"/>
          <p:nvPr>
            <p:ph idx="3" type="subTitle"/>
          </p:nvPr>
        </p:nvSpPr>
        <p:spPr>
          <a:xfrm>
            <a:off x="4589325" y="646388"/>
            <a:ext cx="3838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Medium"/>
                <a:ea typeface="Syne Medium"/>
                <a:cs typeface="Syne Medium"/>
                <a:sym typeface="Syne Medium"/>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 name="Google Shape;26;p5"/>
          <p:cNvSpPr txBox="1"/>
          <p:nvPr>
            <p:ph idx="4" type="subTitle"/>
          </p:nvPr>
        </p:nvSpPr>
        <p:spPr>
          <a:xfrm>
            <a:off x="4592700" y="2695612"/>
            <a:ext cx="3838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Medium"/>
                <a:ea typeface="Syne Medium"/>
                <a:cs typeface="Syne Medium"/>
                <a:sym typeface="Syne Medium"/>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7" name="Shape 27"/>
        <p:cNvGrpSpPr/>
        <p:nvPr/>
      </p:nvGrpSpPr>
      <p:grpSpPr>
        <a:xfrm>
          <a:off x="0" y="0"/>
          <a:ext cx="0" cy="0"/>
          <a:chOff x="0" y="0"/>
          <a:chExt cx="0" cy="0"/>
        </a:xfrm>
      </p:grpSpPr>
      <p:pic>
        <p:nvPicPr>
          <p:cNvPr id="28" name="Google Shape;28;p6" title="techstartup-osc1.jpg"/>
          <p:cNvPicPr preferRelativeResize="0"/>
          <p:nvPr/>
        </p:nvPicPr>
        <p:blipFill>
          <a:blip r:embed="rId2">
            <a:alphaModFix/>
          </a:blip>
          <a:stretch>
            <a:fillRect/>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29" name="Google Shape;29;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 name="Shape 30"/>
        <p:cNvGrpSpPr/>
        <p:nvPr/>
      </p:nvGrpSpPr>
      <p:grpSpPr>
        <a:xfrm>
          <a:off x="0" y="0"/>
          <a:ext cx="0" cy="0"/>
          <a:chOff x="0" y="0"/>
          <a:chExt cx="0" cy="0"/>
        </a:xfrm>
      </p:grpSpPr>
      <p:pic>
        <p:nvPicPr>
          <p:cNvPr id="31" name="Google Shape;31;p7" title="techstartup-osc3.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32" name="Google Shape;32;p7"/>
          <p:cNvSpPr txBox="1"/>
          <p:nvPr>
            <p:ph idx="1" type="subTitle"/>
          </p:nvPr>
        </p:nvSpPr>
        <p:spPr>
          <a:xfrm>
            <a:off x="4928800" y="1475100"/>
            <a:ext cx="3501900" cy="21933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
        <p:nvSpPr>
          <p:cNvPr id="33" name="Google Shape;33;p7"/>
          <p:cNvSpPr txBox="1"/>
          <p:nvPr>
            <p:ph type="title"/>
          </p:nvPr>
        </p:nvSpPr>
        <p:spPr>
          <a:xfrm>
            <a:off x="811975" y="539488"/>
            <a:ext cx="42948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600"/>
              <a:buNone/>
              <a:defRPr b="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34" name="Google Shape;34;p7"/>
          <p:cNvSpPr/>
          <p:nvPr>
            <p:ph idx="2" type="pic"/>
          </p:nvPr>
        </p:nvSpPr>
        <p:spPr>
          <a:xfrm>
            <a:off x="1" y="1476775"/>
            <a:ext cx="4294800" cy="36666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5" name="Shape 35"/>
        <p:cNvGrpSpPr/>
        <p:nvPr/>
      </p:nvGrpSpPr>
      <p:grpSpPr>
        <a:xfrm>
          <a:off x="0" y="0"/>
          <a:ext cx="0" cy="0"/>
          <a:chOff x="0" y="0"/>
          <a:chExt cx="0" cy="0"/>
        </a:xfrm>
      </p:grpSpPr>
      <p:pic>
        <p:nvPicPr>
          <p:cNvPr id="36" name="Google Shape;36;p8" title="techstartup-osc.jpg"/>
          <p:cNvPicPr preferRelativeResize="0"/>
          <p:nvPr/>
        </p:nvPicPr>
        <p:blipFill rotWithShape="1">
          <a:blip r:embed="rId2">
            <a:alphaModFix/>
          </a:blip>
          <a:srcRect b="0" l="0" r="31125" t="31125"/>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37" name="Google Shape;37;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8" name="Shape 38"/>
        <p:cNvGrpSpPr/>
        <p:nvPr/>
      </p:nvGrpSpPr>
      <p:grpSpPr>
        <a:xfrm>
          <a:off x="0" y="0"/>
          <a:ext cx="0" cy="0"/>
          <a:chOff x="0" y="0"/>
          <a:chExt cx="0" cy="0"/>
        </a:xfrm>
      </p:grpSpPr>
      <p:pic>
        <p:nvPicPr>
          <p:cNvPr id="39" name="Google Shape;39;p9"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40" name="Google Shape;40;p9"/>
          <p:cNvSpPr txBox="1"/>
          <p:nvPr>
            <p:ph type="title"/>
          </p:nvPr>
        </p:nvSpPr>
        <p:spPr>
          <a:xfrm>
            <a:off x="2135550" y="1189100"/>
            <a:ext cx="4872900" cy="196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2600"/>
              <a:buNone/>
              <a:defRPr/>
            </a:lvl2pPr>
            <a:lvl3pPr lvl="2" rtl="0" algn="ctr">
              <a:spcBef>
                <a:spcPts val="0"/>
              </a:spcBef>
              <a:spcAft>
                <a:spcPts val="0"/>
              </a:spcAft>
              <a:buSzPts val="2600"/>
              <a:buNone/>
              <a:defRPr/>
            </a:lvl3pPr>
            <a:lvl4pPr lvl="3" rtl="0" algn="ctr">
              <a:spcBef>
                <a:spcPts val="0"/>
              </a:spcBef>
              <a:spcAft>
                <a:spcPts val="0"/>
              </a:spcAft>
              <a:buSzPts val="2600"/>
              <a:buNone/>
              <a:defRPr/>
            </a:lvl4pPr>
            <a:lvl5pPr lvl="4" rtl="0" algn="ctr">
              <a:spcBef>
                <a:spcPts val="0"/>
              </a:spcBef>
              <a:spcAft>
                <a:spcPts val="0"/>
              </a:spcAft>
              <a:buSzPts val="2600"/>
              <a:buNone/>
              <a:defRPr/>
            </a:lvl5pPr>
            <a:lvl6pPr lvl="5" rtl="0" algn="ctr">
              <a:spcBef>
                <a:spcPts val="0"/>
              </a:spcBef>
              <a:spcAft>
                <a:spcPts val="0"/>
              </a:spcAft>
              <a:buSzPts val="2600"/>
              <a:buNone/>
              <a:defRPr/>
            </a:lvl6pPr>
            <a:lvl7pPr lvl="6" rtl="0" algn="ctr">
              <a:spcBef>
                <a:spcPts val="0"/>
              </a:spcBef>
              <a:spcAft>
                <a:spcPts val="0"/>
              </a:spcAft>
              <a:buSzPts val="2600"/>
              <a:buNone/>
              <a:defRPr/>
            </a:lvl7pPr>
            <a:lvl8pPr lvl="7" rtl="0" algn="ctr">
              <a:spcBef>
                <a:spcPts val="0"/>
              </a:spcBef>
              <a:spcAft>
                <a:spcPts val="0"/>
              </a:spcAft>
              <a:buSzPts val="2600"/>
              <a:buNone/>
              <a:defRPr/>
            </a:lvl8pPr>
            <a:lvl9pPr lvl="8" rtl="0" algn="ctr">
              <a:spcBef>
                <a:spcPts val="0"/>
              </a:spcBef>
              <a:spcAft>
                <a:spcPts val="0"/>
              </a:spcAft>
              <a:buSzPts val="2600"/>
              <a:buNone/>
              <a:defRPr/>
            </a:lvl9pPr>
          </a:lstStyle>
          <a:p/>
        </p:txBody>
      </p:sp>
      <p:sp>
        <p:nvSpPr>
          <p:cNvPr id="41" name="Google Shape;41;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2" name="Shape 42"/>
        <p:cNvGrpSpPr/>
        <p:nvPr/>
      </p:nvGrpSpPr>
      <p:grpSpPr>
        <a:xfrm>
          <a:off x="0" y="0"/>
          <a:ext cx="0" cy="0"/>
          <a:chOff x="0" y="0"/>
          <a:chExt cx="0" cy="0"/>
        </a:xfrm>
      </p:grpSpPr>
      <p:sp>
        <p:nvSpPr>
          <p:cNvPr id="43" name="Google Shape;43;p10"/>
          <p:cNvSpPr/>
          <p:nvPr>
            <p:ph idx="2" type="pic"/>
          </p:nvPr>
        </p:nvSpPr>
        <p:spPr>
          <a:xfrm>
            <a:off x="0" y="0"/>
            <a:ext cx="9144000" cy="5143500"/>
          </a:xfrm>
          <a:prstGeom prst="rect">
            <a:avLst/>
          </a:prstGeom>
          <a:noFill/>
          <a:ln>
            <a:noFill/>
          </a:ln>
        </p:spPr>
      </p:sp>
      <p:sp>
        <p:nvSpPr>
          <p:cNvPr id="44" name="Google Shape;44;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2600"/>
              <a:buNone/>
              <a:defRPr>
                <a:solidFill>
                  <a:schemeClr val="lt1"/>
                </a:solidFill>
              </a:defRPr>
            </a:lvl1pPr>
            <a:lvl2pPr lvl="1" rtl="0" algn="ctr">
              <a:spcBef>
                <a:spcPts val="0"/>
              </a:spcBef>
              <a:spcAft>
                <a:spcPts val="0"/>
              </a:spcAft>
              <a:buSzPts val="2600"/>
              <a:buNone/>
              <a:defRPr/>
            </a:lvl2pPr>
            <a:lvl3pPr lvl="2" rtl="0" algn="ctr">
              <a:spcBef>
                <a:spcPts val="0"/>
              </a:spcBef>
              <a:spcAft>
                <a:spcPts val="0"/>
              </a:spcAft>
              <a:buSzPts val="2600"/>
              <a:buNone/>
              <a:defRPr/>
            </a:lvl3pPr>
            <a:lvl4pPr lvl="3" rtl="0" algn="ctr">
              <a:spcBef>
                <a:spcPts val="0"/>
              </a:spcBef>
              <a:spcAft>
                <a:spcPts val="0"/>
              </a:spcAft>
              <a:buSzPts val="2600"/>
              <a:buNone/>
              <a:defRPr/>
            </a:lvl4pPr>
            <a:lvl5pPr lvl="4" rtl="0" algn="ctr">
              <a:spcBef>
                <a:spcPts val="0"/>
              </a:spcBef>
              <a:spcAft>
                <a:spcPts val="0"/>
              </a:spcAft>
              <a:buSzPts val="2600"/>
              <a:buNone/>
              <a:defRPr/>
            </a:lvl5pPr>
            <a:lvl6pPr lvl="5" rtl="0" algn="ctr">
              <a:spcBef>
                <a:spcPts val="0"/>
              </a:spcBef>
              <a:spcAft>
                <a:spcPts val="0"/>
              </a:spcAft>
              <a:buSzPts val="2600"/>
              <a:buNone/>
              <a:defRPr/>
            </a:lvl6pPr>
            <a:lvl7pPr lvl="6" rtl="0" algn="ctr">
              <a:spcBef>
                <a:spcPts val="0"/>
              </a:spcBef>
              <a:spcAft>
                <a:spcPts val="0"/>
              </a:spcAft>
              <a:buSzPts val="2600"/>
              <a:buNone/>
              <a:defRPr/>
            </a:lvl7pPr>
            <a:lvl8pPr lvl="7" rtl="0" algn="ctr">
              <a:spcBef>
                <a:spcPts val="0"/>
              </a:spcBef>
              <a:spcAft>
                <a:spcPts val="0"/>
              </a:spcAft>
              <a:buSzPts val="2600"/>
              <a:buNone/>
              <a:defRPr/>
            </a:lvl8pPr>
            <a:lvl9pPr lvl="8" rtl="0" algn="ctr">
              <a:spcBef>
                <a:spcPts val="0"/>
              </a:spcBef>
              <a:spcAft>
                <a:spcPts val="0"/>
              </a:spcAft>
              <a:buSzPts val="26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5" name="Shape 45"/>
        <p:cNvGrpSpPr/>
        <p:nvPr/>
      </p:nvGrpSpPr>
      <p:grpSpPr>
        <a:xfrm>
          <a:off x="0" y="0"/>
          <a:ext cx="0" cy="0"/>
          <a:chOff x="0" y="0"/>
          <a:chExt cx="0" cy="0"/>
        </a:xfrm>
      </p:grpSpPr>
      <p:pic>
        <p:nvPicPr>
          <p:cNvPr id="46" name="Google Shape;46;p11"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47" name="Google Shape;47;p11"/>
          <p:cNvSpPr txBox="1"/>
          <p:nvPr>
            <p:ph hasCustomPrompt="1" type="title"/>
          </p:nvPr>
        </p:nvSpPr>
        <p:spPr>
          <a:xfrm>
            <a:off x="713225" y="539500"/>
            <a:ext cx="6576000" cy="929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b="0" sz="6000">
                <a:latin typeface="Syne SemiBold"/>
                <a:ea typeface="Syne SemiBold"/>
                <a:cs typeface="Syne SemiBold"/>
                <a:sym typeface="Syne SemiBol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8" name="Google Shape;48;p11"/>
          <p:cNvSpPr txBox="1"/>
          <p:nvPr>
            <p:ph idx="1" type="subTitle"/>
          </p:nvPr>
        </p:nvSpPr>
        <p:spPr>
          <a:xfrm>
            <a:off x="5607575" y="3961100"/>
            <a:ext cx="2823300" cy="642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9" name="Shape 4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0" name="Shape 50"/>
        <p:cNvGrpSpPr/>
        <p:nvPr/>
      </p:nvGrpSpPr>
      <p:grpSpPr>
        <a:xfrm>
          <a:off x="0" y="0"/>
          <a:ext cx="0" cy="0"/>
          <a:chOff x="0" y="0"/>
          <a:chExt cx="0" cy="0"/>
        </a:xfrm>
      </p:grpSpPr>
      <p:pic>
        <p:nvPicPr>
          <p:cNvPr id="51" name="Google Shape;51;p13" title="techstartup-osc2.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52" name="Google Shape;52;p13"/>
          <p:cNvSpPr txBox="1"/>
          <p:nvPr>
            <p:ph type="title"/>
          </p:nvPr>
        </p:nvSpPr>
        <p:spPr>
          <a:xfrm>
            <a:off x="713225" y="539500"/>
            <a:ext cx="3686400" cy="6201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b="0" sz="300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53" name="Google Shape;53;p13"/>
          <p:cNvSpPr txBox="1"/>
          <p:nvPr>
            <p:ph hasCustomPrompt="1" idx="2" type="title"/>
          </p:nvPr>
        </p:nvSpPr>
        <p:spPr>
          <a:xfrm>
            <a:off x="4494552" y="19510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4" name="Google Shape;54;p13"/>
          <p:cNvSpPr txBox="1"/>
          <p:nvPr>
            <p:ph hasCustomPrompt="1" idx="3" type="title"/>
          </p:nvPr>
        </p:nvSpPr>
        <p:spPr>
          <a:xfrm>
            <a:off x="4494552" y="33062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5" name="Google Shape;55;p13"/>
          <p:cNvSpPr txBox="1"/>
          <p:nvPr>
            <p:ph hasCustomPrompt="1" idx="4" type="title"/>
          </p:nvPr>
        </p:nvSpPr>
        <p:spPr>
          <a:xfrm>
            <a:off x="4494552" y="26286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6" name="Google Shape;56;p13"/>
          <p:cNvSpPr txBox="1"/>
          <p:nvPr>
            <p:ph hasCustomPrompt="1" idx="5" type="title"/>
          </p:nvPr>
        </p:nvSpPr>
        <p:spPr>
          <a:xfrm>
            <a:off x="4494552" y="3983875"/>
            <a:ext cx="1013400" cy="6201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dk2"/>
              </a:buClr>
              <a:buSzPts val="2000"/>
              <a:buFont typeface="Syne Medium"/>
              <a:buNone/>
              <a:defRPr b="0">
                <a:latin typeface="Syne Medium"/>
                <a:ea typeface="Syne Medium"/>
                <a:cs typeface="Syne Medium"/>
                <a:sym typeface="Syne Medium"/>
              </a:defRPr>
            </a:lvl1pPr>
            <a:lvl2pPr lvl="1">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2pPr>
            <a:lvl3pPr lvl="2">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3pPr>
            <a:lvl4pPr lvl="3">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4pPr>
            <a:lvl5pPr lvl="4">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5pPr>
            <a:lvl6pPr lvl="5">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6pPr>
            <a:lvl7pPr lvl="6">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7pPr>
            <a:lvl8pPr lvl="7">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8pPr>
            <a:lvl9pPr lvl="8">
              <a:spcBef>
                <a:spcPts val="0"/>
              </a:spcBef>
              <a:spcAft>
                <a:spcPts val="0"/>
              </a:spcAft>
              <a:buClr>
                <a:schemeClr val="dk2"/>
              </a:buClr>
              <a:buSzPts val="2000"/>
              <a:buFont typeface="Syne Medium"/>
              <a:buNone/>
              <a:defRPr b="0" sz="2000">
                <a:solidFill>
                  <a:schemeClr val="dk2"/>
                </a:solidFill>
                <a:latin typeface="Syne Medium"/>
                <a:ea typeface="Syne Medium"/>
                <a:cs typeface="Syne Medium"/>
                <a:sym typeface="Syne Medium"/>
              </a:defRPr>
            </a:lvl9pPr>
          </a:lstStyle>
          <a:p>
            <a:r>
              <a:t>xx%</a:t>
            </a:r>
          </a:p>
        </p:txBody>
      </p:sp>
      <p:sp>
        <p:nvSpPr>
          <p:cNvPr id="57" name="Google Shape;57;p13"/>
          <p:cNvSpPr txBox="1"/>
          <p:nvPr>
            <p:ph idx="1" type="subTitle"/>
          </p:nvPr>
        </p:nvSpPr>
        <p:spPr>
          <a:xfrm>
            <a:off x="5559775" y="19510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
        <p:nvSpPr>
          <p:cNvPr id="58" name="Google Shape;58;p13"/>
          <p:cNvSpPr txBox="1"/>
          <p:nvPr>
            <p:ph idx="6" type="subTitle"/>
          </p:nvPr>
        </p:nvSpPr>
        <p:spPr>
          <a:xfrm>
            <a:off x="5559775" y="26286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
        <p:nvSpPr>
          <p:cNvPr id="59" name="Google Shape;59;p13"/>
          <p:cNvSpPr txBox="1"/>
          <p:nvPr>
            <p:ph idx="7" type="subTitle"/>
          </p:nvPr>
        </p:nvSpPr>
        <p:spPr>
          <a:xfrm>
            <a:off x="5559775" y="33062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
        <p:nvSpPr>
          <p:cNvPr id="60" name="Google Shape;60;p13"/>
          <p:cNvSpPr txBox="1"/>
          <p:nvPr>
            <p:ph idx="8" type="subTitle"/>
          </p:nvPr>
        </p:nvSpPr>
        <p:spPr>
          <a:xfrm>
            <a:off x="5559775" y="3983888"/>
            <a:ext cx="2871000" cy="62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000"/>
              <a:buFont typeface="Syne Medium"/>
              <a:buNone/>
              <a:defRPr sz="2000">
                <a:solidFill>
                  <a:schemeClr val="dk1"/>
                </a:solidFill>
                <a:latin typeface="Syne Medium"/>
                <a:ea typeface="Syne Medium"/>
                <a:cs typeface="Syne Medium"/>
                <a:sym typeface="Syne Medium"/>
              </a:defRPr>
            </a:lvl1pPr>
            <a:lvl2pPr lvl="1">
              <a:lnSpc>
                <a:spcPct val="100000"/>
              </a:lnSpc>
              <a:spcBef>
                <a:spcPts val="0"/>
              </a:spcBef>
              <a:spcAft>
                <a:spcPts val="0"/>
              </a:spcAft>
              <a:buSzPts val="2000"/>
              <a:buFont typeface="Syne Medium"/>
              <a:buNone/>
              <a:defRPr sz="2000">
                <a:latin typeface="Syne Medium"/>
                <a:ea typeface="Syne Medium"/>
                <a:cs typeface="Syne Medium"/>
                <a:sym typeface="Syne Medium"/>
              </a:defRPr>
            </a:lvl2pPr>
            <a:lvl3pPr lvl="2">
              <a:lnSpc>
                <a:spcPct val="100000"/>
              </a:lnSpc>
              <a:spcBef>
                <a:spcPts val="0"/>
              </a:spcBef>
              <a:spcAft>
                <a:spcPts val="0"/>
              </a:spcAft>
              <a:buSzPts val="2000"/>
              <a:buFont typeface="Syne Medium"/>
              <a:buNone/>
              <a:defRPr sz="2000">
                <a:latin typeface="Syne Medium"/>
                <a:ea typeface="Syne Medium"/>
                <a:cs typeface="Syne Medium"/>
                <a:sym typeface="Syne Medium"/>
              </a:defRPr>
            </a:lvl3pPr>
            <a:lvl4pPr lvl="3">
              <a:lnSpc>
                <a:spcPct val="100000"/>
              </a:lnSpc>
              <a:spcBef>
                <a:spcPts val="0"/>
              </a:spcBef>
              <a:spcAft>
                <a:spcPts val="0"/>
              </a:spcAft>
              <a:buSzPts val="2000"/>
              <a:buFont typeface="Syne Medium"/>
              <a:buNone/>
              <a:defRPr sz="2000">
                <a:latin typeface="Syne Medium"/>
                <a:ea typeface="Syne Medium"/>
                <a:cs typeface="Syne Medium"/>
                <a:sym typeface="Syne Medium"/>
              </a:defRPr>
            </a:lvl4pPr>
            <a:lvl5pPr lvl="4">
              <a:lnSpc>
                <a:spcPct val="100000"/>
              </a:lnSpc>
              <a:spcBef>
                <a:spcPts val="0"/>
              </a:spcBef>
              <a:spcAft>
                <a:spcPts val="0"/>
              </a:spcAft>
              <a:buSzPts val="2000"/>
              <a:buFont typeface="Syne Medium"/>
              <a:buNone/>
              <a:defRPr sz="2000">
                <a:latin typeface="Syne Medium"/>
                <a:ea typeface="Syne Medium"/>
                <a:cs typeface="Syne Medium"/>
                <a:sym typeface="Syne Medium"/>
              </a:defRPr>
            </a:lvl5pPr>
            <a:lvl6pPr lvl="5">
              <a:lnSpc>
                <a:spcPct val="100000"/>
              </a:lnSpc>
              <a:spcBef>
                <a:spcPts val="0"/>
              </a:spcBef>
              <a:spcAft>
                <a:spcPts val="0"/>
              </a:spcAft>
              <a:buSzPts val="2000"/>
              <a:buFont typeface="Syne Medium"/>
              <a:buNone/>
              <a:defRPr sz="2000">
                <a:latin typeface="Syne Medium"/>
                <a:ea typeface="Syne Medium"/>
                <a:cs typeface="Syne Medium"/>
                <a:sym typeface="Syne Medium"/>
              </a:defRPr>
            </a:lvl6pPr>
            <a:lvl7pPr lvl="6">
              <a:lnSpc>
                <a:spcPct val="100000"/>
              </a:lnSpc>
              <a:spcBef>
                <a:spcPts val="0"/>
              </a:spcBef>
              <a:spcAft>
                <a:spcPts val="0"/>
              </a:spcAft>
              <a:buSzPts val="2000"/>
              <a:buFont typeface="Syne Medium"/>
              <a:buNone/>
              <a:defRPr sz="2000">
                <a:latin typeface="Syne Medium"/>
                <a:ea typeface="Syne Medium"/>
                <a:cs typeface="Syne Medium"/>
                <a:sym typeface="Syne Medium"/>
              </a:defRPr>
            </a:lvl7pPr>
            <a:lvl8pPr lvl="7">
              <a:lnSpc>
                <a:spcPct val="100000"/>
              </a:lnSpc>
              <a:spcBef>
                <a:spcPts val="0"/>
              </a:spcBef>
              <a:spcAft>
                <a:spcPts val="0"/>
              </a:spcAft>
              <a:buSzPts val="2000"/>
              <a:buFont typeface="Syne Medium"/>
              <a:buNone/>
              <a:defRPr sz="2000">
                <a:latin typeface="Syne Medium"/>
                <a:ea typeface="Syne Medium"/>
                <a:cs typeface="Syne Medium"/>
                <a:sym typeface="Syne Medium"/>
              </a:defRPr>
            </a:lvl8pPr>
            <a:lvl9pPr lvl="8">
              <a:lnSpc>
                <a:spcPct val="100000"/>
              </a:lnSpc>
              <a:spcBef>
                <a:spcPts val="0"/>
              </a:spcBef>
              <a:spcAft>
                <a:spcPts val="0"/>
              </a:spcAft>
              <a:buSzPts val="2000"/>
              <a:buFont typeface="Syne Medium"/>
              <a:buNone/>
              <a:defRPr sz="2000">
                <a:latin typeface="Syne Medium"/>
                <a:ea typeface="Syne Medium"/>
                <a:cs typeface="Syne Medium"/>
                <a:sym typeface="Syne Medium"/>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0">
    <p:spTree>
      <p:nvGrpSpPr>
        <p:cNvPr id="61" name="Shape 61"/>
        <p:cNvGrpSpPr/>
        <p:nvPr/>
      </p:nvGrpSpPr>
      <p:grpSpPr>
        <a:xfrm>
          <a:off x="0" y="0"/>
          <a:ext cx="0" cy="0"/>
          <a:chOff x="0" y="0"/>
          <a:chExt cx="0" cy="0"/>
        </a:xfrm>
      </p:grpSpPr>
      <p:pic>
        <p:nvPicPr>
          <p:cNvPr id="62" name="Google Shape;62;p14" title="techstartup-osc3.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63" name="Google Shape;63;p14"/>
          <p:cNvSpPr txBox="1"/>
          <p:nvPr>
            <p:ph idx="1" type="subTitle"/>
          </p:nvPr>
        </p:nvSpPr>
        <p:spPr>
          <a:xfrm>
            <a:off x="4928800" y="1475100"/>
            <a:ext cx="3501900" cy="21933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
        <p:nvSpPr>
          <p:cNvPr id="64" name="Google Shape;64;p14"/>
          <p:cNvSpPr txBox="1"/>
          <p:nvPr>
            <p:ph type="title"/>
          </p:nvPr>
        </p:nvSpPr>
        <p:spPr>
          <a:xfrm>
            <a:off x="811975" y="539500"/>
            <a:ext cx="7618800" cy="572700"/>
          </a:xfrm>
          <a:prstGeom prst="rect">
            <a:avLst/>
          </a:prstGeom>
        </p:spPr>
        <p:txBody>
          <a:bodyPr anchorCtr="0" anchor="b" bIns="91425" lIns="91425" spcFirstLastPara="1" rIns="91425" wrap="square" tIns="91425">
            <a:noAutofit/>
          </a:bodyPr>
          <a:lstStyle>
            <a:lvl1pPr lvl="0">
              <a:spcBef>
                <a:spcPts val="0"/>
              </a:spcBef>
              <a:spcAft>
                <a:spcPts val="0"/>
              </a:spcAft>
              <a:buSzPts val="2600"/>
              <a:buNone/>
              <a:defRPr b="0">
                <a:latin typeface="Syne SemiBold"/>
                <a:ea typeface="Syne SemiBold"/>
                <a:cs typeface="Syne SemiBold"/>
                <a:sym typeface="Syne SemiBold"/>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65" name="Google Shape;65;p14"/>
          <p:cNvSpPr/>
          <p:nvPr>
            <p:ph idx="2" type="pic"/>
          </p:nvPr>
        </p:nvSpPr>
        <p:spPr>
          <a:xfrm>
            <a:off x="1" y="1476775"/>
            <a:ext cx="4294800" cy="3666600"/>
          </a:xfrm>
          <a:prstGeom prst="rect">
            <a:avLst/>
          </a:prstGeom>
          <a:no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0_1">
    <p:spTree>
      <p:nvGrpSpPr>
        <p:cNvPr id="66" name="Shape 66"/>
        <p:cNvGrpSpPr/>
        <p:nvPr/>
      </p:nvGrpSpPr>
      <p:grpSpPr>
        <a:xfrm>
          <a:off x="0" y="0"/>
          <a:ext cx="0" cy="0"/>
          <a:chOff x="0" y="0"/>
          <a:chExt cx="0" cy="0"/>
        </a:xfrm>
      </p:grpSpPr>
      <p:pic>
        <p:nvPicPr>
          <p:cNvPr id="67" name="Google Shape;67;p15" title="techstartup-osc5.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68" name="Google Shape;68;p15"/>
          <p:cNvSpPr txBox="1"/>
          <p:nvPr>
            <p:ph type="title"/>
          </p:nvPr>
        </p:nvSpPr>
        <p:spPr>
          <a:xfrm>
            <a:off x="762679" y="794675"/>
            <a:ext cx="7618500" cy="698400"/>
          </a:xfrm>
          <a:prstGeom prst="rect">
            <a:avLst/>
          </a:prstGeom>
          <a:ln>
            <a:noFill/>
          </a:ln>
        </p:spPr>
        <p:txBody>
          <a:bodyPr anchorCtr="0" anchor="t" bIns="91425" lIns="91425" spcFirstLastPara="1" rIns="91425" wrap="square" tIns="91425">
            <a:noAutofit/>
          </a:bodyPr>
          <a:lstStyle>
            <a:lvl1pPr lvl="0" algn="l">
              <a:spcBef>
                <a:spcPts val="0"/>
              </a:spcBef>
              <a:spcAft>
                <a:spcPts val="0"/>
              </a:spcAft>
              <a:buSzPts val="2600"/>
              <a:buNone/>
              <a:defRPr b="0" sz="4000">
                <a:latin typeface="Syne SemiBold"/>
                <a:ea typeface="Syne SemiBold"/>
                <a:cs typeface="Syne SemiBold"/>
                <a:sym typeface="Syne SemiBold"/>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69" name="Google Shape;69;p15"/>
          <p:cNvSpPr txBox="1"/>
          <p:nvPr>
            <p:ph idx="1" type="body"/>
          </p:nvPr>
        </p:nvSpPr>
        <p:spPr>
          <a:xfrm>
            <a:off x="3185049" y="2398525"/>
            <a:ext cx="5196300" cy="19503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200"/>
            </a:lvl1pPr>
            <a:lvl2pPr indent="-304800" lvl="1" marL="914400">
              <a:lnSpc>
                <a:spcPct val="115000"/>
              </a:lnSpc>
              <a:spcBef>
                <a:spcPts val="0"/>
              </a:spcBef>
              <a:spcAft>
                <a:spcPts val="0"/>
              </a:spcAft>
              <a:buSzPts val="1200"/>
              <a:buChar char="○"/>
              <a:defRPr/>
            </a:lvl2pPr>
            <a:lvl3pPr indent="-304800" lvl="2" marL="1371600">
              <a:lnSpc>
                <a:spcPct val="115000"/>
              </a:lnSpc>
              <a:spcBef>
                <a:spcPts val="0"/>
              </a:spcBef>
              <a:spcAft>
                <a:spcPts val="0"/>
              </a:spcAft>
              <a:buSzPts val="1200"/>
              <a:buChar char="■"/>
              <a:defRPr/>
            </a:lvl3pPr>
            <a:lvl4pPr indent="-304800" lvl="3" marL="1828800">
              <a:lnSpc>
                <a:spcPct val="115000"/>
              </a:lnSpc>
              <a:spcBef>
                <a:spcPts val="0"/>
              </a:spcBef>
              <a:spcAft>
                <a:spcPts val="0"/>
              </a:spcAft>
              <a:buSzPts val="1200"/>
              <a:buChar char="●"/>
              <a:defRPr/>
            </a:lvl4pPr>
            <a:lvl5pPr indent="-304800" lvl="4" marL="2286000">
              <a:lnSpc>
                <a:spcPct val="115000"/>
              </a:lnSpc>
              <a:spcBef>
                <a:spcPts val="0"/>
              </a:spcBef>
              <a:spcAft>
                <a:spcPts val="0"/>
              </a:spcAft>
              <a:buSzPts val="1200"/>
              <a:buChar char="○"/>
              <a:defRPr/>
            </a:lvl5pPr>
            <a:lvl6pPr indent="-304800" lvl="5" marL="2743200">
              <a:lnSpc>
                <a:spcPct val="115000"/>
              </a:lnSpc>
              <a:spcBef>
                <a:spcPts val="0"/>
              </a:spcBef>
              <a:spcAft>
                <a:spcPts val="0"/>
              </a:spcAft>
              <a:buSzPts val="1200"/>
              <a:buChar char="■"/>
              <a:defRPr/>
            </a:lvl6pPr>
            <a:lvl7pPr indent="-304800" lvl="6" marL="3200400">
              <a:lnSpc>
                <a:spcPct val="115000"/>
              </a:lnSpc>
              <a:spcBef>
                <a:spcPts val="0"/>
              </a:spcBef>
              <a:spcAft>
                <a:spcPts val="0"/>
              </a:spcAft>
              <a:buSzPts val="1200"/>
              <a:buChar char="●"/>
              <a:defRPr/>
            </a:lvl7pPr>
            <a:lvl8pPr indent="-304800" lvl="7" marL="3657600">
              <a:lnSpc>
                <a:spcPct val="115000"/>
              </a:lnSpc>
              <a:spcBef>
                <a:spcPts val="0"/>
              </a:spcBef>
              <a:spcAft>
                <a:spcPts val="0"/>
              </a:spcAft>
              <a:buSzPts val="1200"/>
              <a:buChar char="○"/>
              <a:defRPr/>
            </a:lvl8pPr>
            <a:lvl9pPr indent="-304800" lvl="8" marL="4114800">
              <a:lnSpc>
                <a:spcPct val="115000"/>
              </a:lnSpc>
              <a:spcBef>
                <a:spcPts val="0"/>
              </a:spcBef>
              <a:spcAft>
                <a:spcPts val="0"/>
              </a:spcAft>
              <a:buSzPts val="1200"/>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70" name="Shape 70"/>
        <p:cNvGrpSpPr/>
        <p:nvPr/>
      </p:nvGrpSpPr>
      <p:grpSpPr>
        <a:xfrm>
          <a:off x="0" y="0"/>
          <a:ext cx="0" cy="0"/>
          <a:chOff x="0" y="0"/>
          <a:chExt cx="0" cy="0"/>
        </a:xfrm>
      </p:grpSpPr>
      <p:pic>
        <p:nvPicPr>
          <p:cNvPr id="71" name="Google Shape;71;p16" title="techstartup-osc5.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72" name="Google Shape;72;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73" name="Google Shape;73;p16"/>
          <p:cNvSpPr txBox="1"/>
          <p:nvPr>
            <p:ph idx="1" type="subTitle"/>
          </p:nvPr>
        </p:nvSpPr>
        <p:spPr>
          <a:xfrm>
            <a:off x="719750" y="3509900"/>
            <a:ext cx="3286800" cy="109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4" name="Google Shape;74;p16"/>
          <p:cNvSpPr txBox="1"/>
          <p:nvPr>
            <p:ph idx="2" type="subTitle"/>
          </p:nvPr>
        </p:nvSpPr>
        <p:spPr>
          <a:xfrm>
            <a:off x="5137201" y="3499275"/>
            <a:ext cx="3286800" cy="9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 name="Google Shape;75;p16"/>
          <p:cNvSpPr txBox="1"/>
          <p:nvPr>
            <p:ph idx="3" type="subTitle"/>
          </p:nvPr>
        </p:nvSpPr>
        <p:spPr>
          <a:xfrm>
            <a:off x="5137201" y="1451925"/>
            <a:ext cx="3286800" cy="9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6" name="Google Shape;76;p16"/>
          <p:cNvSpPr txBox="1"/>
          <p:nvPr>
            <p:ph idx="4" type="subTitle"/>
          </p:nvPr>
        </p:nvSpPr>
        <p:spPr>
          <a:xfrm>
            <a:off x="719750" y="2708600"/>
            <a:ext cx="3286800" cy="80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SemiBold"/>
                <a:ea typeface="Syne SemiBold"/>
                <a:cs typeface="Syne SemiBold"/>
                <a:sym typeface="Syne Semi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7" name="Google Shape;77;p16"/>
          <p:cNvSpPr txBox="1"/>
          <p:nvPr>
            <p:ph idx="5" type="subTitle"/>
          </p:nvPr>
        </p:nvSpPr>
        <p:spPr>
          <a:xfrm>
            <a:off x="5137201" y="2697975"/>
            <a:ext cx="3286800" cy="80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SemiBold"/>
                <a:ea typeface="Syne SemiBold"/>
                <a:cs typeface="Syne SemiBold"/>
                <a:sym typeface="Syne Semi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8" name="Google Shape;78;p16"/>
          <p:cNvSpPr txBox="1"/>
          <p:nvPr>
            <p:ph idx="6" type="subTitle"/>
          </p:nvPr>
        </p:nvSpPr>
        <p:spPr>
          <a:xfrm>
            <a:off x="5137204" y="650625"/>
            <a:ext cx="3286800" cy="80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600">
                <a:solidFill>
                  <a:schemeClr val="dk1"/>
                </a:solidFill>
                <a:latin typeface="Syne SemiBold"/>
                <a:ea typeface="Syne SemiBold"/>
                <a:cs typeface="Syne SemiBold"/>
                <a:sym typeface="Syne Semi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79" name="Shape 79"/>
        <p:cNvGrpSpPr/>
        <p:nvPr/>
      </p:nvGrpSpPr>
      <p:grpSpPr>
        <a:xfrm>
          <a:off x="0" y="0"/>
          <a:ext cx="0" cy="0"/>
          <a:chOff x="0" y="0"/>
          <a:chExt cx="0" cy="0"/>
        </a:xfrm>
      </p:grpSpPr>
      <p:pic>
        <p:nvPicPr>
          <p:cNvPr id="80" name="Google Shape;80;p17" title="techstartup-osc6.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81" name="Google Shape;8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_1">
    <p:spTree>
      <p:nvGrpSpPr>
        <p:cNvPr id="82" name="Shape 82"/>
        <p:cNvGrpSpPr/>
        <p:nvPr/>
      </p:nvGrpSpPr>
      <p:grpSpPr>
        <a:xfrm>
          <a:off x="0" y="0"/>
          <a:ext cx="0" cy="0"/>
          <a:chOff x="0" y="0"/>
          <a:chExt cx="0" cy="0"/>
        </a:xfrm>
      </p:grpSpPr>
      <p:pic>
        <p:nvPicPr>
          <p:cNvPr id="83" name="Google Shape;83;p18"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84" name="Google Shape;84;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_1">
    <p:spTree>
      <p:nvGrpSpPr>
        <p:cNvPr id="85" name="Shape 85"/>
        <p:cNvGrpSpPr/>
        <p:nvPr/>
      </p:nvGrpSpPr>
      <p:grpSpPr>
        <a:xfrm>
          <a:off x="0" y="0"/>
          <a:ext cx="0" cy="0"/>
          <a:chOff x="0" y="0"/>
          <a:chExt cx="0" cy="0"/>
        </a:xfrm>
      </p:grpSpPr>
      <p:pic>
        <p:nvPicPr>
          <p:cNvPr id="86" name="Google Shape;86;p19"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87" name="Google Shape;87;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8" name="Shape 88"/>
        <p:cNvGrpSpPr/>
        <p:nvPr/>
      </p:nvGrpSpPr>
      <p:grpSpPr>
        <a:xfrm>
          <a:off x="0" y="0"/>
          <a:ext cx="0" cy="0"/>
          <a:chOff x="0" y="0"/>
          <a:chExt cx="0" cy="0"/>
        </a:xfrm>
      </p:grpSpPr>
      <p:pic>
        <p:nvPicPr>
          <p:cNvPr id="89" name="Google Shape;89;p20"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90" name="Google Shape;90;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91" name="Google Shape;91;p20"/>
          <p:cNvSpPr txBox="1"/>
          <p:nvPr>
            <p:ph idx="1" type="subTitle"/>
          </p:nvPr>
        </p:nvSpPr>
        <p:spPr>
          <a:xfrm>
            <a:off x="715400" y="1710171"/>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2" name="Google Shape;92;p20"/>
          <p:cNvSpPr txBox="1"/>
          <p:nvPr>
            <p:ph idx="2" type="subTitle"/>
          </p:nvPr>
        </p:nvSpPr>
        <p:spPr>
          <a:xfrm>
            <a:off x="3376873" y="1710149"/>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3" name="Google Shape;93;p20"/>
          <p:cNvSpPr txBox="1"/>
          <p:nvPr>
            <p:ph idx="3" type="subTitle"/>
          </p:nvPr>
        </p:nvSpPr>
        <p:spPr>
          <a:xfrm>
            <a:off x="715400" y="3498801"/>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4" name="Google Shape;94;p20"/>
          <p:cNvSpPr txBox="1"/>
          <p:nvPr>
            <p:ph idx="4" type="subTitle"/>
          </p:nvPr>
        </p:nvSpPr>
        <p:spPr>
          <a:xfrm>
            <a:off x="3376873" y="3498797"/>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5" name="Google Shape;95;p20"/>
          <p:cNvSpPr txBox="1"/>
          <p:nvPr>
            <p:ph idx="5" type="subTitle"/>
          </p:nvPr>
        </p:nvSpPr>
        <p:spPr>
          <a:xfrm>
            <a:off x="6033621" y="1710149"/>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6" name="Google Shape;96;p20"/>
          <p:cNvSpPr txBox="1"/>
          <p:nvPr>
            <p:ph idx="6" type="subTitle"/>
          </p:nvPr>
        </p:nvSpPr>
        <p:spPr>
          <a:xfrm>
            <a:off x="6033621" y="3498797"/>
            <a:ext cx="23928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7" name="Google Shape;97;p20"/>
          <p:cNvSpPr txBox="1"/>
          <p:nvPr>
            <p:ph idx="7" type="subTitle"/>
          </p:nvPr>
        </p:nvSpPr>
        <p:spPr>
          <a:xfrm>
            <a:off x="720114" y="1017725"/>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8" name="Google Shape;98;p20"/>
          <p:cNvSpPr txBox="1"/>
          <p:nvPr>
            <p:ph idx="8" type="subTitle"/>
          </p:nvPr>
        </p:nvSpPr>
        <p:spPr>
          <a:xfrm>
            <a:off x="3381406" y="1017725"/>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9" name="Google Shape;99;p20"/>
          <p:cNvSpPr txBox="1"/>
          <p:nvPr>
            <p:ph idx="9" type="subTitle"/>
          </p:nvPr>
        </p:nvSpPr>
        <p:spPr>
          <a:xfrm>
            <a:off x="6037972" y="1017725"/>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0" name="Google Shape;100;p20"/>
          <p:cNvSpPr txBox="1"/>
          <p:nvPr>
            <p:ph idx="13" type="subTitle"/>
          </p:nvPr>
        </p:nvSpPr>
        <p:spPr>
          <a:xfrm>
            <a:off x="720114" y="2803098"/>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1" name="Google Shape;101;p20"/>
          <p:cNvSpPr txBox="1"/>
          <p:nvPr>
            <p:ph idx="14" type="subTitle"/>
          </p:nvPr>
        </p:nvSpPr>
        <p:spPr>
          <a:xfrm>
            <a:off x="3381406" y="2803098"/>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2" name="Google Shape;102;p20"/>
          <p:cNvSpPr txBox="1"/>
          <p:nvPr>
            <p:ph idx="15" type="subTitle"/>
          </p:nvPr>
        </p:nvSpPr>
        <p:spPr>
          <a:xfrm>
            <a:off x="6037972" y="2803098"/>
            <a:ext cx="2392800" cy="69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6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03" name="Shape 103"/>
        <p:cNvGrpSpPr/>
        <p:nvPr/>
      </p:nvGrpSpPr>
      <p:grpSpPr>
        <a:xfrm>
          <a:off x="0" y="0"/>
          <a:ext cx="0" cy="0"/>
          <a:chOff x="0" y="0"/>
          <a:chExt cx="0" cy="0"/>
        </a:xfrm>
      </p:grpSpPr>
      <p:pic>
        <p:nvPicPr>
          <p:cNvPr id="104" name="Google Shape;104;p21" title="techstartup-osc.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
        <p:nvSpPr>
          <p:cNvPr id="105" name="Google Shape;105;p21"/>
          <p:cNvSpPr txBox="1"/>
          <p:nvPr>
            <p:ph type="title"/>
          </p:nvPr>
        </p:nvSpPr>
        <p:spPr>
          <a:xfrm>
            <a:off x="713257" y="539500"/>
            <a:ext cx="2836800" cy="786000"/>
          </a:xfrm>
          <a:prstGeom prst="rect">
            <a:avLst/>
          </a:prstGeom>
        </p:spPr>
        <p:txBody>
          <a:bodyPr anchorCtr="0" anchor="b" bIns="91425" lIns="91425" spcFirstLastPara="1" rIns="91425" wrap="square" tIns="91425">
            <a:noAutofit/>
          </a:bodyPr>
          <a:lstStyle>
            <a:lvl1pPr lvl="0" rtl="0">
              <a:spcBef>
                <a:spcPts val="0"/>
              </a:spcBef>
              <a:spcAft>
                <a:spcPts val="0"/>
              </a:spcAft>
              <a:buSzPts val="2600"/>
              <a:buNone/>
              <a:defRPr b="0" sz="5000">
                <a:latin typeface="Syne SemiBold"/>
                <a:ea typeface="Syne SemiBold"/>
                <a:cs typeface="Syne SemiBold"/>
                <a:sym typeface="Syne SemiBold"/>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106" name="Google Shape;106;p21"/>
          <p:cNvSpPr txBox="1"/>
          <p:nvPr>
            <p:ph idx="1" type="subTitle"/>
          </p:nvPr>
        </p:nvSpPr>
        <p:spPr>
          <a:xfrm>
            <a:off x="713225" y="1325575"/>
            <a:ext cx="2836800" cy="105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7" name="Google Shape;107;p21"/>
          <p:cNvSpPr txBox="1"/>
          <p:nvPr/>
        </p:nvSpPr>
        <p:spPr>
          <a:xfrm>
            <a:off x="5004275" y="3649552"/>
            <a:ext cx="3426300" cy="6234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b="1" lang="en" sz="1000">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This presentation template was created by </a:t>
            </a:r>
            <a:r>
              <a:rPr b="1" lang="en" sz="1000" u="sng">
                <a:solidFill>
                  <a:schemeClr val="hlink"/>
                </a:solidFill>
                <a:latin typeface="Open Sans"/>
                <a:ea typeface="Open Sans"/>
                <a:cs typeface="Open Sans"/>
                <a:sym typeface="Open Sans"/>
                <a:hlinkClick r:id="rId3"/>
              </a:rPr>
              <a:t>Slidesgo</a:t>
            </a:r>
            <a:r>
              <a:rPr lang="en" sz="1000">
                <a:solidFill>
                  <a:schemeClr val="dk1"/>
                </a:solidFill>
                <a:latin typeface="Open Sans"/>
                <a:ea typeface="Open Sans"/>
                <a:cs typeface="Open Sans"/>
                <a:sym typeface="Open Sans"/>
              </a:rPr>
              <a:t>, and includes icons by </a:t>
            </a:r>
            <a:r>
              <a:rPr b="1" lang="en" sz="1000" u="sng">
                <a:solidFill>
                  <a:schemeClr val="dk1"/>
                </a:solidFill>
                <a:latin typeface="Open Sans"/>
                <a:ea typeface="Open Sans"/>
                <a:cs typeface="Open Sans"/>
                <a:sym typeface="Open Sans"/>
                <a:hlinkClick r:id="rId4">
                  <a:extLst>
                    <a:ext uri="{A12FA001-AC4F-418D-AE19-62706E023703}">
                      <ahyp:hlinkClr val="tx"/>
                    </a:ext>
                  </a:extLst>
                </a:hlinkClick>
              </a:rPr>
              <a:t>Flaticon</a:t>
            </a:r>
            <a:r>
              <a:rPr lang="en" sz="1000">
                <a:solidFill>
                  <a:schemeClr val="dk1"/>
                </a:solidFill>
                <a:latin typeface="Open Sans"/>
                <a:ea typeface="Open Sans"/>
                <a:cs typeface="Open Sans"/>
                <a:sym typeface="Open Sans"/>
              </a:rPr>
              <a:t>, and infographics &amp; images by </a:t>
            </a:r>
            <a:r>
              <a:rPr b="1" lang="en" sz="1000" u="sng">
                <a:solidFill>
                  <a:schemeClr val="dk1"/>
                </a:solidFill>
                <a:latin typeface="Open Sans"/>
                <a:ea typeface="Open Sans"/>
                <a:cs typeface="Open Sans"/>
                <a:sym typeface="Open Sans"/>
                <a:hlinkClick r:id="rId5">
                  <a:extLst>
                    <a:ext uri="{A12FA001-AC4F-418D-AE19-62706E023703}">
                      <ahyp:hlinkClr val="tx"/>
                    </a:ext>
                  </a:extLst>
                </a:hlinkClick>
              </a:rPr>
              <a:t>Freepik</a:t>
            </a:r>
            <a:r>
              <a:rPr lang="en" sz="1000" u="sng">
                <a:solidFill>
                  <a:schemeClr val="dk1"/>
                </a:solidFill>
                <a:latin typeface="Open Sans"/>
                <a:ea typeface="Open Sans"/>
                <a:cs typeface="Open Sans"/>
                <a:sym typeface="Open Sans"/>
              </a:rPr>
              <a:t> </a:t>
            </a:r>
            <a:endParaRPr b="1" sz="1000" u="sng">
              <a:solidFill>
                <a:schemeClr val="dk1"/>
              </a:solidFill>
              <a:latin typeface="Open Sans"/>
              <a:ea typeface="Open Sans"/>
              <a:cs typeface="Open Sans"/>
              <a:sym typeface="Open Sans"/>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8" name="Shape 108"/>
        <p:cNvGrpSpPr/>
        <p:nvPr/>
      </p:nvGrpSpPr>
      <p:grpSpPr>
        <a:xfrm>
          <a:off x="0" y="0"/>
          <a:ext cx="0" cy="0"/>
          <a:chOff x="0" y="0"/>
          <a:chExt cx="0" cy="0"/>
        </a:xfrm>
      </p:grpSpPr>
      <p:pic>
        <p:nvPicPr>
          <p:cNvPr id="109" name="Google Shape;109;p22" title="techstartup-osc4.jpg"/>
          <p:cNvPicPr preferRelativeResize="0"/>
          <p:nvPr/>
        </p:nvPicPr>
        <p:blipFill rotWithShape="1">
          <a:blip r:embed="rId2">
            <a:alphaModFix/>
          </a:blip>
          <a:srcRect b="0" l="0" r="0" t="0"/>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10" name="Shape 110"/>
        <p:cNvGrpSpPr/>
        <p:nvPr/>
      </p:nvGrpSpPr>
      <p:grpSpPr>
        <a:xfrm>
          <a:off x="0" y="0"/>
          <a:ext cx="0" cy="0"/>
          <a:chOff x="0" y="0"/>
          <a:chExt cx="0" cy="0"/>
        </a:xfrm>
      </p:grpSpPr>
      <p:pic>
        <p:nvPicPr>
          <p:cNvPr id="111" name="Google Shape;111;p23" title="techstartup-osc1.jpg"/>
          <p:cNvPicPr preferRelativeResize="0"/>
          <p:nvPr/>
        </p:nvPicPr>
        <p:blipFill>
          <a:blip r:embed="rId2">
            <a:alphaModFix/>
          </a:blip>
          <a:stretch>
            <a:fillRect/>
          </a:stretch>
        </p:blipFill>
        <p:spPr>
          <a:xfrm>
            <a:off x="0" y="0"/>
            <a:ext cx="9144000" cy="5143500"/>
          </a:xfrm>
          <a:prstGeom prst="rect">
            <a:avLst/>
          </a:prstGeom>
          <a:noFill/>
          <a:ln cap="flat" cmpd="sng" w="9525">
            <a:solidFill>
              <a:srgbClr val="FFFFFF"/>
            </a:solidFill>
            <a:prstDash val="solid"/>
            <a:round/>
            <a:headEnd len="sm" w="sm" type="none"/>
            <a:tailEnd len="sm" w="sm" type="none"/>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5" name="Shape 115"/>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16" name="Shape 116"/>
        <p:cNvGrpSpPr/>
        <p:nvPr/>
      </p:nvGrpSpPr>
      <p:grpSpPr>
        <a:xfrm>
          <a:off x="0" y="0"/>
          <a:ext cx="0" cy="0"/>
          <a:chOff x="0" y="0"/>
          <a:chExt cx="0" cy="0"/>
        </a:xfrm>
      </p:grpSpPr>
      <p:sp>
        <p:nvSpPr>
          <p:cNvPr id="117" name="Google Shape;117;p26"/>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8" name="Google Shape;118;p2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sldGuideLst>
    </p:ext>
  </p:extLs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19" name="Shape 119"/>
        <p:cNvGrpSpPr/>
        <p:nvPr/>
      </p:nvGrpSpPr>
      <p:grpSpPr>
        <a:xfrm>
          <a:off x="0" y="0"/>
          <a:ext cx="0" cy="0"/>
          <a:chOff x="0" y="0"/>
          <a:chExt cx="0" cy="0"/>
        </a:xfrm>
      </p:grpSpPr>
      <p:sp>
        <p:nvSpPr>
          <p:cNvPr id="120" name="Google Shape;120;p27"/>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 name="Google Shape;121;p2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22" name="Google Shape;122;p2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slideLayout" Target="../slideLayouts/slideLayout25.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1pPr>
            <a:lvl2pPr lvl="1"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2pPr>
            <a:lvl3pPr lvl="2"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3pPr>
            <a:lvl4pPr lvl="3"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4pPr>
            <a:lvl5pPr lvl="4"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5pPr>
            <a:lvl6pPr lvl="5"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6pPr>
            <a:lvl7pPr lvl="6"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7pPr>
            <a:lvl8pPr lvl="7"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8pPr>
            <a:lvl9pPr lvl="8" rtl="0">
              <a:spcBef>
                <a:spcPts val="0"/>
              </a:spcBef>
              <a:spcAft>
                <a:spcPts val="0"/>
              </a:spcAft>
              <a:buClr>
                <a:schemeClr val="dk1"/>
              </a:buClr>
              <a:buSzPts val="2600"/>
              <a:buFont typeface="Syne"/>
              <a:buNone/>
              <a:defRPr b="1" sz="2600">
                <a:solidFill>
                  <a:schemeClr val="dk1"/>
                </a:solidFill>
                <a:latin typeface="Syne"/>
                <a:ea typeface="Syne"/>
                <a:cs typeface="Syne"/>
                <a:sym typeface="Sy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1pPr>
            <a:lvl2pPr indent="-304800" lvl="1" marL="9144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2pPr>
            <a:lvl3pPr indent="-304800" lvl="2" marL="13716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3pPr>
            <a:lvl4pPr indent="-304800" lvl="3" marL="18288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4pPr>
            <a:lvl5pPr indent="-304800" lvl="4" marL="22860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5pPr>
            <a:lvl6pPr indent="-304800" lvl="5" marL="27432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6pPr>
            <a:lvl7pPr indent="-304800" lvl="6" marL="32004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7pPr>
            <a:lvl8pPr indent="-304800" lvl="7" marL="36576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8pPr>
            <a:lvl9pPr indent="-304800" lvl="8" marL="4114800">
              <a:lnSpc>
                <a:spcPct val="100000"/>
              </a:lnSpc>
              <a:spcBef>
                <a:spcPts val="0"/>
              </a:spcBef>
              <a:spcAft>
                <a:spcPts val="0"/>
              </a:spcAft>
              <a:buClr>
                <a:schemeClr val="dk1"/>
              </a:buClr>
              <a:buSzPts val="1200"/>
              <a:buFont typeface="Albert Sans"/>
              <a:buChar char="■"/>
              <a:defRPr sz="1200">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12" name="Shape 112"/>
        <p:cNvGrpSpPr/>
        <p:nvPr/>
      </p:nvGrpSpPr>
      <p:grpSpPr>
        <a:xfrm>
          <a:off x="0" y="0"/>
          <a:ext cx="0" cy="0"/>
          <a:chOff x="0" y="0"/>
          <a:chExt cx="0" cy="0"/>
        </a:xfrm>
      </p:grpSpPr>
      <p:sp>
        <p:nvSpPr>
          <p:cNvPr id="113" name="Google Shape;113;p24"/>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14" name="Google Shape;114;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 id="2147483672"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2.xml"/><Relationship Id="rId13" Type="http://schemas.openxmlformats.org/officeDocument/2006/relationships/hyperlink" Target="https://slidesgo.com/ai?utm_source=Slidesgo_template&amp;utm_medium=referral-link&amp;utm_campaign=sg_credits&amp;utm_term=Slidesgo"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0.xml"/><Relationship Id="rId4" Type="http://schemas.openxmlformats.org/officeDocument/2006/relationships/slide" Target="/ppt/slides/slide17.xml"/><Relationship Id="rId9" Type="http://schemas.openxmlformats.org/officeDocument/2006/relationships/slide" Target="/ppt/slides/slide28.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reepik.com/ai?utm_source=slidesgo_template&amp;utm_medium=referral-link&amp;utm_campaign=promo-slide&amp;utm_term=slidesgo&amp;utm_content=freepik" TargetMode="External"/><Relationship Id="rId5" Type="http://schemas.openxmlformats.org/officeDocument/2006/relationships/slide" Target="/ppt/slides/slide16.xml"/><Relationship Id="rId6" Type="http://schemas.openxmlformats.org/officeDocument/2006/relationships/slide" Target="/ppt/slides/slide16.xml"/><Relationship Id="rId7" Type="http://schemas.openxmlformats.org/officeDocument/2006/relationships/slide" Target="/ppt/slides/slide15.xml"/><Relationship Id="rId8" Type="http://schemas.openxmlformats.org/officeDocument/2006/relationships/slide" Target="/ppt/slides/slide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1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QYAJkI2jw026pEvVX3Lcs2H25MwXp8lgt199pVvyibI/copy?usp=sharing" TargetMode="External"/><Relationship Id="rId5" Type="http://schemas.openxmlformats.org/officeDocument/2006/relationships/image" Target="../media/image6.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 Id="rId3" Type="http://schemas.openxmlformats.org/officeDocument/2006/relationships/hyperlink" Target="https://www.freepik.com/free-ai-image/people-working-with-ai-operated-devices_408719859.htm" TargetMode="External"/><Relationship Id="rId4" Type="http://schemas.openxmlformats.org/officeDocument/2006/relationships/hyperlink" Target="https://www.freepik.com/free-ai-image/people-working-with-ai-operated-devices_408719846.htm" TargetMode="External"/><Relationship Id="rId5" Type="http://schemas.openxmlformats.org/officeDocument/2006/relationships/hyperlink" Target="https://www.freepik.com/free-vector/gradient-grainy-texture_14571534.htm" TargetMode="External"/><Relationship Id="rId6" Type="http://schemas.openxmlformats.org/officeDocument/2006/relationships/hyperlink" Target="https://www.freepik.com/free-vector/round-bubble-spheres-northern-lights-background_5377310.htm" TargetMode="External"/><Relationship Id="rId7" Type="http://schemas.openxmlformats.org/officeDocument/2006/relationships/hyperlink" Target="https://www.freepik.com/free-vector/abstract-northern-lights-background-with-defocused-coloured-shapes_5377307.htm"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hyperlink" Target="https://www.freepik.com/free-vector/abstract-blue-northern-lights-background_5269515.htm" TargetMode="External"/><Relationship Id="rId4" Type="http://schemas.openxmlformats.org/officeDocument/2006/relationships/hyperlink" Target="https://www.freepik.com/free-ai-image/people-working-with-ai-operated-devices_408719869.htm"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 Id="rId3" Type="http://schemas.openxmlformats.org/officeDocument/2006/relationships/hyperlink" Target="https://fonts.google.com/specimen/Fira+Sans+Extra+Condensed" TargetMode="External"/><Relationship Id="rId4" Type="http://schemas.openxmlformats.org/officeDocument/2006/relationships/hyperlink" Target="https://fonts.google.com/specimen/Syne" TargetMode="External"/><Relationship Id="rId5" Type="http://schemas.openxmlformats.org/officeDocument/2006/relationships/hyperlink" Target="https://fonts.google.com/specimen/Roboto+Slab" TargetMode="External"/><Relationship Id="rId6" Type="http://schemas.openxmlformats.org/officeDocument/2006/relationships/hyperlink" Target="https://fonts.google.com/specimen/Albert+San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image" Target="../media/image3.png"/><Relationship Id="rId4" Type="http://schemas.openxmlformats.org/officeDocument/2006/relationships/image" Target="../media/image8.png"/><Relationship Id="rId5" Type="http://schemas.openxmlformats.org/officeDocument/2006/relationships/image" Target="../media/image5.png"/><Relationship Id="rId6" Type="http://schemas.openxmlformats.org/officeDocument/2006/relationships/image" Target="../media/image4.png"/><Relationship Id="rId7" Type="http://schemas.openxmlformats.org/officeDocument/2006/relationships/hyperlink" Target="https://slidesgo.com/ai-presentations#rs=banner-top"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s://bit.ly/2ZjL1pd"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workspace.google.com/marketplace/app/icons_for_slides_docs/381578326502"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6" name="Shape 126"/>
        <p:cNvGrpSpPr/>
        <p:nvPr/>
      </p:nvGrpSpPr>
      <p:grpSpPr>
        <a:xfrm>
          <a:off x="0" y="0"/>
          <a:ext cx="0" cy="0"/>
          <a:chOff x="0" y="0"/>
          <a:chExt cx="0" cy="0"/>
        </a:xfrm>
      </p:grpSpPr>
      <p:sp>
        <p:nvSpPr>
          <p:cNvPr id="127" name="Google Shape;127;p28"/>
          <p:cNvSpPr txBox="1"/>
          <p:nvPr>
            <p:ph idx="1" type="subTitle"/>
          </p:nvPr>
        </p:nvSpPr>
        <p:spPr>
          <a:xfrm>
            <a:off x="5389400" y="3946400"/>
            <a:ext cx="3041400" cy="65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a:t>
            </a:r>
            <a:endParaRPr/>
          </a:p>
          <a:p>
            <a:pPr indent="0" lvl="0" marL="0" rtl="0" algn="r">
              <a:spcBef>
                <a:spcPts val="0"/>
              </a:spcBef>
              <a:spcAft>
                <a:spcPts val="0"/>
              </a:spcAft>
              <a:buNone/>
            </a:pPr>
            <a:r>
              <a:rPr lang="en"/>
              <a:t>presentation begins</a:t>
            </a:r>
            <a:endParaRPr/>
          </a:p>
        </p:txBody>
      </p:sp>
      <p:sp>
        <p:nvSpPr>
          <p:cNvPr id="128" name="Google Shape;128;p28"/>
          <p:cNvSpPr txBox="1"/>
          <p:nvPr>
            <p:ph type="ctrTitle"/>
          </p:nvPr>
        </p:nvSpPr>
        <p:spPr>
          <a:xfrm>
            <a:off x="713225" y="539500"/>
            <a:ext cx="7717500" cy="90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Tech Startup</a:t>
            </a:r>
            <a:endParaRPr/>
          </a:p>
        </p:txBody>
      </p:sp>
      <p:sp>
        <p:nvSpPr>
          <p:cNvPr id="129" name="Google Shape;129;p28"/>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130" name="Google Shape;130;p28"/>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 name="Shape 134"/>
        <p:cNvGrpSpPr/>
        <p:nvPr/>
      </p:nvGrpSpPr>
      <p:grpSpPr>
        <a:xfrm>
          <a:off x="0" y="0"/>
          <a:ext cx="0" cy="0"/>
          <a:chOff x="0" y="0"/>
          <a:chExt cx="0" cy="0"/>
        </a:xfrm>
      </p:grpSpPr>
      <p:graphicFrame>
        <p:nvGraphicFramePr>
          <p:cNvPr id="135" name="Google Shape;135;p29"/>
          <p:cNvGraphicFramePr/>
          <p:nvPr/>
        </p:nvGraphicFramePr>
        <p:xfrm>
          <a:off x="720000" y="1614825"/>
          <a:ext cx="3000000" cy="3000000"/>
        </p:xfrm>
        <a:graphic>
          <a:graphicData uri="http://schemas.openxmlformats.org/drawingml/2006/table">
            <a:tbl>
              <a:tblPr>
                <a:noFill/>
                <a:tableStyleId>{E196715E-669B-421D-94DF-DC3B05A8AADC}</a:tableStyleId>
              </a:tblPr>
              <a:tblGrid>
                <a:gridCol w="2440750"/>
                <a:gridCol w="4736450"/>
              </a:tblGrid>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Used</a:t>
                      </a:r>
                      <a:r>
                        <a:rPr b="1" lang="en" sz="1000">
                          <a:solidFill>
                            <a:schemeClr val="dk1"/>
                          </a:solidFill>
                          <a:latin typeface="Albert Sans"/>
                          <a:ea typeface="Albert Sans"/>
                          <a:cs typeface="Albert Sans"/>
                          <a:sym typeface="Albert Sans"/>
                        </a:rPr>
                        <a:t> </a:t>
                      </a:r>
                      <a:r>
                        <a:rPr b="1"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5"/>
                        </a:rPr>
                        <a:t>alternative</a:t>
                      </a:r>
                      <a:r>
                        <a:rPr b="1" lang="en" sz="1000" u="sng">
                          <a:solidFill>
                            <a:schemeClr val="hlink"/>
                          </a:solidFill>
                          <a:latin typeface="Albert Sans"/>
                          <a:ea typeface="Albert Sans"/>
                          <a:cs typeface="Albert Sans"/>
                          <a:sym typeface="Albert Sans"/>
                          <a:hlinkClick action="ppaction://hlinksldjump" r:id="rId6"/>
                        </a:rPr>
                        <a:t>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7"/>
                        </a:rPr>
                        <a:t>Thanks slide</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8"/>
                        </a:rPr>
                        <a:t>Colors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Icons</a:t>
                      </a:r>
                      <a:r>
                        <a:rPr b="1" lang="en" sz="1000">
                          <a:solidFill>
                            <a:schemeClr val="dk1"/>
                          </a:solidFill>
                          <a:latin typeface="Albert Sans"/>
                          <a:ea typeface="Albert Sans"/>
                          <a:cs typeface="Albert Sans"/>
                          <a:sym typeface="Albert Sans"/>
                        </a:rPr>
                        <a:t> </a:t>
                      </a:r>
                      <a:r>
                        <a:rPr b="1"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10"/>
                        </a:rPr>
                        <a:t>infographic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Editable presentation theme </a:t>
                      </a:r>
                      <a:endParaRPr b="1" sz="1000">
                        <a:solidFill>
                          <a:schemeClr val="dk1"/>
                        </a:solidFill>
                        <a:latin typeface="Albert Sans"/>
                        <a:ea typeface="Albert Sans"/>
                        <a:cs typeface="Albert Sans"/>
                        <a:sym typeface="Albert Sans"/>
                      </a:endParaRPr>
                    </a:p>
                  </a:txBody>
                  <a:tcPr marT="0" marB="0"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r>
            </a:tbl>
          </a:graphicData>
        </a:graphic>
      </p:graphicFrame>
      <p:sp>
        <p:nvSpPr>
          <p:cNvPr id="136" name="Google Shape;136;p29"/>
          <p:cNvSpPr txBox="1"/>
          <p:nvPr/>
        </p:nvSpPr>
        <p:spPr>
          <a:xfrm>
            <a:off x="720000" y="1063725"/>
            <a:ext cx="71772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137" name="Google Shape;137;p29"/>
          <p:cNvSpPr txBox="1"/>
          <p:nvPr/>
        </p:nvSpPr>
        <p:spPr>
          <a:xfrm>
            <a:off x="719999" y="4133675"/>
            <a:ext cx="35184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For more info:</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3">
                  <a:extLst>
                    <a:ext uri="{A12FA001-AC4F-418D-AE19-62706E023703}">
                      <ahyp:hlinkClr val="tx"/>
                    </a:ext>
                  </a:extLst>
                </a:hlinkClick>
              </a:rPr>
              <a:t>SLIDESGO AI TOOLS</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FAQs</a:t>
            </a:r>
            <a:endParaRPr b="1" sz="1000" u="sng">
              <a:solidFill>
                <a:schemeClr val="dk1"/>
              </a:solidFill>
              <a:latin typeface="Albert Sans"/>
              <a:ea typeface="Albert Sans"/>
              <a:cs typeface="Albert Sans"/>
              <a:sym typeface="Albert Sans"/>
            </a:endParaRPr>
          </a:p>
        </p:txBody>
      </p:sp>
      <p:sp>
        <p:nvSpPr>
          <p:cNvPr id="138" name="Google Shape;138;p29"/>
          <p:cNvSpPr txBox="1"/>
          <p:nvPr/>
        </p:nvSpPr>
        <p:spPr>
          <a:xfrm>
            <a:off x="4473125" y="4133675"/>
            <a:ext cx="34242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You can visit our sister </a:t>
            </a:r>
            <a:r>
              <a:rPr b="1" lang="en" sz="1000">
                <a:solidFill>
                  <a:schemeClr val="dk1"/>
                </a:solidFill>
                <a:latin typeface="Albert Sans"/>
                <a:ea typeface="Albert Sans"/>
                <a:cs typeface="Albert Sans"/>
                <a:sym typeface="Albert Sans"/>
              </a:rPr>
              <a:t>projects</a:t>
            </a:r>
            <a:r>
              <a:rPr b="1" lang="en" sz="1000">
                <a:solidFill>
                  <a:schemeClr val="dk1"/>
                </a:solidFill>
                <a:latin typeface="Albert Sans"/>
                <a:ea typeface="Albert Sans"/>
                <a:cs typeface="Albert Sans"/>
                <a:sym typeface="Albert Sans"/>
              </a:rPr>
              <a:t>:</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FREEPIK AI TOOLS</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FREEPIK LIBRARY RESOURCES</a:t>
            </a:r>
            <a:endParaRPr b="1" sz="1000">
              <a:solidFill>
                <a:schemeClr val="dk1"/>
              </a:solidFill>
              <a:latin typeface="Albert Sans"/>
              <a:ea typeface="Albert Sans"/>
              <a:cs typeface="Albert Sans"/>
              <a:sym typeface="Albert Sans"/>
            </a:endParaRPr>
          </a:p>
        </p:txBody>
      </p:sp>
      <p:sp>
        <p:nvSpPr>
          <p:cNvPr id="139" name="Google Shape;139;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Contents of this template</a:t>
            </a:r>
            <a:endParaRPr b="0">
              <a:latin typeface="Syne SemiBold"/>
              <a:ea typeface="Syne SemiBold"/>
              <a:cs typeface="Syne SemiBold"/>
              <a:sym typeface="Syne SemiBol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 name="Shape 143"/>
        <p:cNvGrpSpPr/>
        <p:nvPr/>
      </p:nvGrpSpPr>
      <p:grpSpPr>
        <a:xfrm>
          <a:off x="0" y="0"/>
          <a:ext cx="0" cy="0"/>
          <a:chOff x="0" y="0"/>
          <a:chExt cx="0" cy="0"/>
        </a:xfrm>
      </p:grpSpPr>
      <p:sp>
        <p:nvSpPr>
          <p:cNvPr id="144" name="Google Shape;144;p30"/>
          <p:cNvSpPr txBox="1"/>
          <p:nvPr>
            <p:ph type="title"/>
          </p:nvPr>
        </p:nvSpPr>
        <p:spPr>
          <a:xfrm>
            <a:off x="713225" y="539500"/>
            <a:ext cx="3686400" cy="62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a:p>
            <a:pPr indent="0" lvl="0" marL="0" rtl="0" algn="l">
              <a:spcBef>
                <a:spcPts val="0"/>
              </a:spcBef>
              <a:spcAft>
                <a:spcPts val="0"/>
              </a:spcAft>
              <a:buNone/>
            </a:pPr>
            <a:r>
              <a:t/>
            </a:r>
            <a:endParaRPr/>
          </a:p>
        </p:txBody>
      </p:sp>
      <p:sp>
        <p:nvSpPr>
          <p:cNvPr id="145" name="Google Shape;145;p30"/>
          <p:cNvSpPr txBox="1"/>
          <p:nvPr>
            <p:ph idx="2" type="title"/>
          </p:nvPr>
        </p:nvSpPr>
        <p:spPr>
          <a:xfrm>
            <a:off x="4494552" y="19510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46" name="Google Shape;146;p30"/>
          <p:cNvSpPr txBox="1"/>
          <p:nvPr>
            <p:ph idx="3" type="title"/>
          </p:nvPr>
        </p:nvSpPr>
        <p:spPr>
          <a:xfrm>
            <a:off x="4494552" y="33062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47" name="Google Shape;147;p30"/>
          <p:cNvSpPr txBox="1"/>
          <p:nvPr>
            <p:ph idx="4" type="title"/>
          </p:nvPr>
        </p:nvSpPr>
        <p:spPr>
          <a:xfrm>
            <a:off x="4494552" y="26286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48" name="Google Shape;148;p30"/>
          <p:cNvSpPr txBox="1"/>
          <p:nvPr>
            <p:ph idx="5" type="title"/>
          </p:nvPr>
        </p:nvSpPr>
        <p:spPr>
          <a:xfrm>
            <a:off x="4494552" y="3983875"/>
            <a:ext cx="1013400" cy="620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49" name="Google Shape;149;p30"/>
          <p:cNvSpPr txBox="1"/>
          <p:nvPr>
            <p:ph idx="1" type="subTitle"/>
          </p:nvPr>
        </p:nvSpPr>
        <p:spPr>
          <a:xfrm>
            <a:off x="5559775" y="19510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Business plan</a:t>
            </a:r>
            <a:endParaRPr/>
          </a:p>
        </p:txBody>
      </p:sp>
      <p:sp>
        <p:nvSpPr>
          <p:cNvPr id="150" name="Google Shape;150;p30"/>
          <p:cNvSpPr txBox="1"/>
          <p:nvPr>
            <p:ph idx="6" type="subTitle"/>
          </p:nvPr>
        </p:nvSpPr>
        <p:spPr>
          <a:xfrm>
            <a:off x="5559775" y="26286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Company description</a:t>
            </a:r>
            <a:endParaRPr/>
          </a:p>
        </p:txBody>
      </p:sp>
      <p:sp>
        <p:nvSpPr>
          <p:cNvPr id="151" name="Google Shape;151;p30"/>
          <p:cNvSpPr txBox="1"/>
          <p:nvPr>
            <p:ph idx="7" type="subTitle"/>
          </p:nvPr>
        </p:nvSpPr>
        <p:spPr>
          <a:xfrm>
            <a:off x="5559775" y="33062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152" name="Google Shape;152;p30"/>
          <p:cNvSpPr txBox="1"/>
          <p:nvPr>
            <p:ph idx="8" type="subTitle"/>
          </p:nvPr>
        </p:nvSpPr>
        <p:spPr>
          <a:xfrm>
            <a:off x="5559775" y="3983888"/>
            <a:ext cx="2871000" cy="62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Products or services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 name="Shape 156"/>
        <p:cNvGrpSpPr/>
        <p:nvPr/>
      </p:nvGrpSpPr>
      <p:grpSpPr>
        <a:xfrm>
          <a:off x="0" y="0"/>
          <a:ext cx="0" cy="0"/>
          <a:chOff x="0" y="0"/>
          <a:chExt cx="0" cy="0"/>
        </a:xfrm>
      </p:grpSpPr>
      <p:pic>
        <p:nvPicPr>
          <p:cNvPr id="157" name="Google Shape;157;p31" title="people-working-with-ai-operated-devices.jpg"/>
          <p:cNvPicPr preferRelativeResize="0"/>
          <p:nvPr>
            <p:ph idx="2" type="pic"/>
          </p:nvPr>
        </p:nvPicPr>
        <p:blipFill rotWithShape="1">
          <a:blip r:embed="rId3">
            <a:alphaModFix/>
          </a:blip>
          <a:srcRect b="0" l="16567" r="16574" t="0"/>
          <a:stretch/>
        </p:blipFill>
        <p:spPr>
          <a:xfrm>
            <a:off x="1" y="1476775"/>
            <a:ext cx="4294799" cy="3666601"/>
          </a:xfrm>
          <a:prstGeom prst="rect">
            <a:avLst/>
          </a:prstGeom>
        </p:spPr>
      </p:pic>
      <p:sp>
        <p:nvSpPr>
          <p:cNvPr id="158" name="Google Shape;158;p31"/>
          <p:cNvSpPr txBox="1"/>
          <p:nvPr>
            <p:ph type="title"/>
          </p:nvPr>
        </p:nvSpPr>
        <p:spPr>
          <a:xfrm>
            <a:off x="811975" y="539500"/>
            <a:ext cx="7618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Executive summary</a:t>
            </a:r>
            <a:endParaRPr/>
          </a:p>
        </p:txBody>
      </p:sp>
      <p:sp>
        <p:nvSpPr>
          <p:cNvPr id="159" name="Google Shape;159;p31"/>
          <p:cNvSpPr txBox="1"/>
          <p:nvPr>
            <p:ph idx="1" type="subTitle"/>
          </p:nvPr>
        </p:nvSpPr>
        <p:spPr>
          <a:xfrm>
            <a:off x="4928800" y="1475100"/>
            <a:ext cx="3501900" cy="21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business plan outlines the strategy for </a:t>
            </a:r>
            <a:r>
              <a:rPr i="1" lang="en"/>
              <a:t>[company name]</a:t>
            </a:r>
            <a:r>
              <a:rPr lang="en"/>
              <a:t>, a </a:t>
            </a:r>
            <a:r>
              <a:rPr i="1" lang="en"/>
              <a:t>[legal structure]</a:t>
            </a:r>
            <a:r>
              <a:rPr lang="en"/>
              <a:t> that provides </a:t>
            </a:r>
            <a:r>
              <a:rPr i="1" lang="en"/>
              <a:t>[products/services]</a:t>
            </a:r>
            <a:r>
              <a:rPr lang="en"/>
              <a:t> to </a:t>
            </a:r>
            <a:r>
              <a:rPr i="1" lang="en"/>
              <a:t>[target market]</a:t>
            </a:r>
            <a:r>
              <a:rPr lang="en"/>
              <a:t>. Our mission is to </a:t>
            </a:r>
            <a:r>
              <a:rPr i="1" lang="en"/>
              <a:t>[mission statement/goal of the company]</a:t>
            </a:r>
            <a:endParaRPr/>
          </a:p>
          <a:p>
            <a:pPr indent="0" lvl="0" marL="0" rtl="0" algn="l">
              <a:spcBef>
                <a:spcPts val="1000"/>
              </a:spcBef>
              <a:spcAft>
                <a:spcPts val="0"/>
              </a:spcAft>
              <a:buNone/>
            </a:pPr>
            <a:r>
              <a:rPr lang="en"/>
              <a:t>The market analysis shows that there is a high demand for our products/services in the industry. We have identified key competitors and believe we can differentiate ourselves through our unique selling propositions (USPs)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 name="Shape 163"/>
        <p:cNvGrpSpPr/>
        <p:nvPr/>
      </p:nvGrpSpPr>
      <p:grpSpPr>
        <a:xfrm>
          <a:off x="0" y="0"/>
          <a:ext cx="0" cy="0"/>
          <a:chOff x="0" y="0"/>
          <a:chExt cx="0" cy="0"/>
        </a:xfrm>
      </p:grpSpPr>
      <p:sp>
        <p:nvSpPr>
          <p:cNvPr id="164" name="Google Shape;164;p32"/>
          <p:cNvSpPr txBox="1"/>
          <p:nvPr>
            <p:ph type="title"/>
          </p:nvPr>
        </p:nvSpPr>
        <p:spPr>
          <a:xfrm>
            <a:off x="713225" y="3585200"/>
            <a:ext cx="7717800" cy="101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Business plan</a:t>
            </a:r>
            <a:endParaRPr/>
          </a:p>
        </p:txBody>
      </p:sp>
      <p:sp>
        <p:nvSpPr>
          <p:cNvPr id="165" name="Google Shape;165;p32"/>
          <p:cNvSpPr txBox="1"/>
          <p:nvPr>
            <p:ph idx="2" type="title"/>
          </p:nvPr>
        </p:nvSpPr>
        <p:spPr>
          <a:xfrm>
            <a:off x="713225" y="499725"/>
            <a:ext cx="1267500" cy="68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66" name="Google Shape;166;p32"/>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167" name="Google Shape;167;p32"/>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 name="Shape 171"/>
        <p:cNvGrpSpPr/>
        <p:nvPr/>
      </p:nvGrpSpPr>
      <p:grpSpPr>
        <a:xfrm>
          <a:off x="0" y="0"/>
          <a:ext cx="0" cy="0"/>
          <a:chOff x="0" y="0"/>
          <a:chExt cx="0" cy="0"/>
        </a:xfrm>
      </p:grpSpPr>
      <p:sp>
        <p:nvSpPr>
          <p:cNvPr id="172" name="Google Shape;172;p33"/>
          <p:cNvSpPr txBox="1"/>
          <p:nvPr>
            <p:ph type="title"/>
          </p:nvPr>
        </p:nvSpPr>
        <p:spPr>
          <a:xfrm>
            <a:off x="762679" y="794675"/>
            <a:ext cx="7618500" cy="69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173" name="Google Shape;173;p33"/>
          <p:cNvSpPr txBox="1"/>
          <p:nvPr>
            <p:ph idx="1" type="body"/>
          </p:nvPr>
        </p:nvSpPr>
        <p:spPr>
          <a:xfrm>
            <a:off x="3185049" y="2398525"/>
            <a:ext cx="5196300" cy="19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 name="Shape 177"/>
        <p:cNvGrpSpPr/>
        <p:nvPr/>
      </p:nvGrpSpPr>
      <p:grpSpPr>
        <a:xfrm>
          <a:off x="0" y="0"/>
          <a:ext cx="0" cy="0"/>
          <a:chOff x="0" y="0"/>
          <a:chExt cx="0" cy="0"/>
        </a:xfrm>
      </p:grpSpPr>
      <p:sp>
        <p:nvSpPr>
          <p:cNvPr id="178" name="Google Shape;178;p34"/>
          <p:cNvSpPr txBox="1"/>
          <p:nvPr>
            <p:ph idx="2" type="subTitle"/>
          </p:nvPr>
        </p:nvSpPr>
        <p:spPr>
          <a:xfrm>
            <a:off x="4589325" y="1219088"/>
            <a:ext cx="3838200" cy="122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 brief history of your company, including when it was founded and its evolution over time. Then, describe your company's vision for the future and its long-term objectives</a:t>
            </a:r>
            <a:endParaRPr/>
          </a:p>
        </p:txBody>
      </p:sp>
      <p:sp>
        <p:nvSpPr>
          <p:cNvPr id="179" name="Google Shape;179;p34"/>
          <p:cNvSpPr txBox="1"/>
          <p:nvPr>
            <p:ph idx="4" type="subTitle"/>
          </p:nvPr>
        </p:nvSpPr>
        <p:spPr>
          <a:xfrm>
            <a:off x="4592700" y="2695612"/>
            <a:ext cx="3838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management team leads with experience</a:t>
            </a:r>
            <a:endParaRPr/>
          </a:p>
        </p:txBody>
      </p:sp>
      <p:sp>
        <p:nvSpPr>
          <p:cNvPr id="180" name="Google Shape;180;p34"/>
          <p:cNvSpPr txBox="1"/>
          <p:nvPr>
            <p:ph type="title"/>
          </p:nvPr>
        </p:nvSpPr>
        <p:spPr>
          <a:xfrm>
            <a:off x="720000" y="3644300"/>
            <a:ext cx="2955300" cy="95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Company description</a:t>
            </a:r>
            <a:endParaRPr/>
          </a:p>
        </p:txBody>
      </p:sp>
      <p:sp>
        <p:nvSpPr>
          <p:cNvPr id="181" name="Google Shape;181;p34"/>
          <p:cNvSpPr txBox="1"/>
          <p:nvPr>
            <p:ph idx="1" type="subTitle"/>
          </p:nvPr>
        </p:nvSpPr>
        <p:spPr>
          <a:xfrm>
            <a:off x="4592700" y="3268312"/>
            <a:ext cx="3838200" cy="122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key members of your team, their roles and responsibilities, and their relevant industry experience. Highlight any unique skills or qualifications that set your team apart from competitors to establish credibility with potential investors or partners</a:t>
            </a:r>
            <a:endParaRPr/>
          </a:p>
        </p:txBody>
      </p:sp>
      <p:sp>
        <p:nvSpPr>
          <p:cNvPr id="182" name="Google Shape;182;p34"/>
          <p:cNvSpPr txBox="1"/>
          <p:nvPr>
            <p:ph idx="3" type="subTitle"/>
          </p:nvPr>
        </p:nvSpPr>
        <p:spPr>
          <a:xfrm>
            <a:off x="4589325" y="646388"/>
            <a:ext cx="3838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From where we started to where we’re going</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 name="Shape 186"/>
        <p:cNvGrpSpPr/>
        <p:nvPr/>
      </p:nvGrpSpPr>
      <p:grpSpPr>
        <a:xfrm>
          <a:off x="0" y="0"/>
          <a:ext cx="0" cy="0"/>
          <a:chOff x="0" y="0"/>
          <a:chExt cx="0" cy="0"/>
        </a:xfrm>
      </p:grpSpPr>
      <p:sp>
        <p:nvSpPr>
          <p:cNvPr id="187" name="Google Shape;18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188" name="Google Shape;188;p35"/>
          <p:cNvSpPr txBox="1"/>
          <p:nvPr>
            <p:ph idx="4" type="subTitle"/>
          </p:nvPr>
        </p:nvSpPr>
        <p:spPr>
          <a:xfrm>
            <a:off x="719750" y="2708600"/>
            <a:ext cx="3286800" cy="80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Key trends shaping the industry</a:t>
            </a:r>
            <a:endParaRPr/>
          </a:p>
        </p:txBody>
      </p:sp>
      <p:sp>
        <p:nvSpPr>
          <p:cNvPr id="189" name="Google Shape;189;p35"/>
          <p:cNvSpPr txBox="1"/>
          <p:nvPr>
            <p:ph idx="5" type="subTitle"/>
          </p:nvPr>
        </p:nvSpPr>
        <p:spPr>
          <a:xfrm>
            <a:off x="5137201" y="2697975"/>
            <a:ext cx="3286800" cy="80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 we’re targeting and why it matters</a:t>
            </a:r>
            <a:endParaRPr/>
          </a:p>
        </p:txBody>
      </p:sp>
      <p:sp>
        <p:nvSpPr>
          <p:cNvPr id="190" name="Google Shape;190;p35"/>
          <p:cNvSpPr txBox="1"/>
          <p:nvPr>
            <p:ph idx="1" type="subTitle"/>
          </p:nvPr>
        </p:nvSpPr>
        <p:spPr>
          <a:xfrm>
            <a:off x="719750" y="3509900"/>
            <a:ext cx="3286800" cy="109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 brief overview of your industry, including its size and growth trends. Identify key players in the market and any regulatory or technological changes that could impact your business or company</a:t>
            </a:r>
            <a:endParaRPr/>
          </a:p>
        </p:txBody>
      </p:sp>
      <p:sp>
        <p:nvSpPr>
          <p:cNvPr id="191" name="Google Shape;191;p35"/>
          <p:cNvSpPr txBox="1"/>
          <p:nvPr>
            <p:ph idx="2" type="subTitle"/>
          </p:nvPr>
        </p:nvSpPr>
        <p:spPr>
          <a:xfrm>
            <a:off x="5137201" y="3499275"/>
            <a:ext cx="3286800" cy="9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your target customer segment(s) in detail, including demographics and psychographics, and explain why they represent an opportunity for your product or service</a:t>
            </a:r>
            <a:endParaRPr/>
          </a:p>
        </p:txBody>
      </p:sp>
      <p:sp>
        <p:nvSpPr>
          <p:cNvPr id="192" name="Google Shape;192;p35"/>
          <p:cNvSpPr txBox="1"/>
          <p:nvPr>
            <p:ph idx="3" type="subTitle"/>
          </p:nvPr>
        </p:nvSpPr>
        <p:spPr>
          <a:xfrm>
            <a:off x="5137201" y="1451925"/>
            <a:ext cx="3286800" cy="9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the competitive landscape for your industry, identify key competitors and their strengths and weaknesses. Then, you can explain how you plan to differentiate yourself and your business from them</a:t>
            </a:r>
            <a:endParaRPr/>
          </a:p>
        </p:txBody>
      </p:sp>
      <p:sp>
        <p:nvSpPr>
          <p:cNvPr id="193" name="Google Shape;193;p35"/>
          <p:cNvSpPr txBox="1"/>
          <p:nvPr>
            <p:ph idx="6" type="subTitle"/>
          </p:nvPr>
        </p:nvSpPr>
        <p:spPr>
          <a:xfrm>
            <a:off x="5137204" y="650625"/>
            <a:ext cx="3286800" cy="80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we stand out in a competitive market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 name="Shape 197"/>
        <p:cNvGrpSpPr/>
        <p:nvPr/>
      </p:nvGrpSpPr>
      <p:grpSpPr>
        <a:xfrm>
          <a:off x="0" y="0"/>
          <a:ext cx="0" cy="0"/>
          <a:chOff x="0" y="0"/>
          <a:chExt cx="0" cy="0"/>
        </a:xfrm>
      </p:grpSpPr>
      <p:sp>
        <p:nvSpPr>
          <p:cNvPr id="198" name="Google Shape;198;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Marketing &amp; sales strategy</a:t>
            </a:r>
            <a:endParaRPr/>
          </a:p>
        </p:txBody>
      </p:sp>
      <p:sp>
        <p:nvSpPr>
          <p:cNvPr id="199" name="Google Shape;199;p36"/>
          <p:cNvSpPr txBox="1"/>
          <p:nvPr>
            <p:ph idx="1" type="subTitle"/>
          </p:nvPr>
        </p:nvSpPr>
        <p:spPr>
          <a:xfrm>
            <a:off x="715400" y="1710171"/>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your target audience, including demographics, psychographics, and</a:t>
            </a:r>
            <a:endParaRPr/>
          </a:p>
          <a:p>
            <a:pPr indent="0" lvl="0" marL="0" rtl="0" algn="l">
              <a:spcBef>
                <a:spcPts val="0"/>
              </a:spcBef>
              <a:spcAft>
                <a:spcPts val="0"/>
              </a:spcAft>
              <a:buNone/>
            </a:pPr>
            <a:r>
              <a:rPr lang="en"/>
              <a:t>buyer personas</a:t>
            </a:r>
            <a:endParaRPr/>
          </a:p>
        </p:txBody>
      </p:sp>
      <p:sp>
        <p:nvSpPr>
          <p:cNvPr id="200" name="Google Shape;200;p36"/>
          <p:cNvSpPr txBox="1"/>
          <p:nvPr>
            <p:ph idx="2" type="subTitle"/>
          </p:nvPr>
        </p:nvSpPr>
        <p:spPr>
          <a:xfrm>
            <a:off x="3376873" y="1710149"/>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Clearly communicate the unique value that your product or service provides to customers compared</a:t>
            </a:r>
            <a:endParaRPr/>
          </a:p>
          <a:p>
            <a:pPr indent="0" lvl="0" marL="0" rtl="0" algn="l">
              <a:spcBef>
                <a:spcPts val="0"/>
              </a:spcBef>
              <a:spcAft>
                <a:spcPts val="0"/>
              </a:spcAft>
              <a:buNone/>
            </a:pPr>
            <a:r>
              <a:rPr lang="en"/>
              <a:t>to competitors</a:t>
            </a:r>
            <a:endParaRPr/>
          </a:p>
        </p:txBody>
      </p:sp>
      <p:sp>
        <p:nvSpPr>
          <p:cNvPr id="201" name="Google Shape;201;p36"/>
          <p:cNvSpPr txBox="1"/>
          <p:nvPr>
            <p:ph idx="3" type="subTitle"/>
          </p:nvPr>
        </p:nvSpPr>
        <p:spPr>
          <a:xfrm>
            <a:off x="715400" y="3498801"/>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how you plan to convert leads into customers through your sales process</a:t>
            </a:r>
            <a:endParaRPr/>
          </a:p>
        </p:txBody>
      </p:sp>
      <p:sp>
        <p:nvSpPr>
          <p:cNvPr id="202" name="Google Shape;202;p36"/>
          <p:cNvSpPr txBox="1"/>
          <p:nvPr>
            <p:ph idx="4" type="subTitle"/>
          </p:nvPr>
        </p:nvSpPr>
        <p:spPr>
          <a:xfrm>
            <a:off x="3376873" y="3498797"/>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the strengths and weaknesses of your competitors in terms of their products/services, pricing strategy…</a:t>
            </a:r>
            <a:endParaRPr/>
          </a:p>
        </p:txBody>
      </p:sp>
      <p:sp>
        <p:nvSpPr>
          <p:cNvPr id="203" name="Google Shape;203;p36"/>
          <p:cNvSpPr txBox="1"/>
          <p:nvPr>
            <p:ph idx="7" type="subTitle"/>
          </p:nvPr>
        </p:nvSpPr>
        <p:spPr>
          <a:xfrm>
            <a:off x="720114" y="1017725"/>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Who we’re targeting and why</a:t>
            </a:r>
            <a:endParaRPr b="0">
              <a:latin typeface="Syne SemiBold"/>
              <a:ea typeface="Syne SemiBold"/>
              <a:cs typeface="Syne SemiBold"/>
              <a:sym typeface="Syne SemiBold"/>
            </a:endParaRPr>
          </a:p>
        </p:txBody>
      </p:sp>
      <p:sp>
        <p:nvSpPr>
          <p:cNvPr id="204" name="Google Shape;204;p36"/>
          <p:cNvSpPr txBox="1"/>
          <p:nvPr>
            <p:ph idx="8" type="subTitle"/>
          </p:nvPr>
        </p:nvSpPr>
        <p:spPr>
          <a:xfrm>
            <a:off x="3381406" y="1017725"/>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The value we offer to our customers</a:t>
            </a:r>
            <a:endParaRPr b="0">
              <a:latin typeface="Syne SemiBold"/>
              <a:ea typeface="Syne SemiBold"/>
              <a:cs typeface="Syne SemiBold"/>
              <a:sym typeface="Syne SemiBold"/>
            </a:endParaRPr>
          </a:p>
        </p:txBody>
      </p:sp>
      <p:sp>
        <p:nvSpPr>
          <p:cNvPr id="205" name="Google Shape;205;p36"/>
          <p:cNvSpPr txBox="1"/>
          <p:nvPr>
            <p:ph idx="9" type="subTitle"/>
          </p:nvPr>
        </p:nvSpPr>
        <p:spPr>
          <a:xfrm>
            <a:off x="6037972" y="1017725"/>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These are our key marketing channels</a:t>
            </a:r>
            <a:endParaRPr b="0">
              <a:latin typeface="Syne SemiBold"/>
              <a:ea typeface="Syne SemiBold"/>
              <a:cs typeface="Syne SemiBold"/>
              <a:sym typeface="Syne SemiBold"/>
            </a:endParaRPr>
          </a:p>
        </p:txBody>
      </p:sp>
      <p:sp>
        <p:nvSpPr>
          <p:cNvPr id="206" name="Google Shape;206;p36"/>
          <p:cNvSpPr txBox="1"/>
          <p:nvPr>
            <p:ph idx="5" type="subTitle"/>
          </p:nvPr>
        </p:nvSpPr>
        <p:spPr>
          <a:xfrm>
            <a:off x="6033621" y="1710149"/>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Outline the channels you will use to reach your target market, such</a:t>
            </a:r>
            <a:endParaRPr/>
          </a:p>
          <a:p>
            <a:pPr indent="0" lvl="0" marL="0" rtl="0" algn="l">
              <a:spcBef>
                <a:spcPts val="0"/>
              </a:spcBef>
              <a:spcAft>
                <a:spcPts val="0"/>
              </a:spcAft>
              <a:buNone/>
            </a:pPr>
            <a:r>
              <a:rPr lang="en"/>
              <a:t>as social media,</a:t>
            </a:r>
            <a:endParaRPr/>
          </a:p>
          <a:p>
            <a:pPr indent="0" lvl="0" marL="0" rtl="0" algn="l">
              <a:spcBef>
                <a:spcPts val="0"/>
              </a:spcBef>
              <a:spcAft>
                <a:spcPts val="0"/>
              </a:spcAft>
              <a:buNone/>
            </a:pPr>
            <a:r>
              <a:rPr lang="en"/>
              <a:t>email marketing…</a:t>
            </a:r>
            <a:endParaRPr/>
          </a:p>
        </p:txBody>
      </p:sp>
      <p:sp>
        <p:nvSpPr>
          <p:cNvPr id="207" name="Google Shape;207;p36"/>
          <p:cNvSpPr txBox="1"/>
          <p:nvPr>
            <p:ph idx="6" type="subTitle"/>
          </p:nvPr>
        </p:nvSpPr>
        <p:spPr>
          <a:xfrm>
            <a:off x="6033621" y="3498797"/>
            <a:ext cx="23928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Define key performance indicators (KPIs) that measure the success of your marketing and sales efforts. Set specific goals</a:t>
            </a:r>
            <a:endParaRPr/>
          </a:p>
        </p:txBody>
      </p:sp>
      <p:sp>
        <p:nvSpPr>
          <p:cNvPr id="208" name="Google Shape;208;p36"/>
          <p:cNvSpPr txBox="1"/>
          <p:nvPr>
            <p:ph idx="13" type="subTitle"/>
          </p:nvPr>
        </p:nvSpPr>
        <p:spPr>
          <a:xfrm>
            <a:off x="720114" y="2803098"/>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How we convert leads into customers</a:t>
            </a:r>
            <a:endParaRPr b="0">
              <a:latin typeface="Syne SemiBold"/>
              <a:ea typeface="Syne SemiBold"/>
              <a:cs typeface="Syne SemiBold"/>
              <a:sym typeface="Syne SemiBold"/>
            </a:endParaRPr>
          </a:p>
        </p:txBody>
      </p:sp>
      <p:sp>
        <p:nvSpPr>
          <p:cNvPr id="209" name="Google Shape;209;p36"/>
          <p:cNvSpPr txBox="1"/>
          <p:nvPr>
            <p:ph idx="14" type="subTitle"/>
          </p:nvPr>
        </p:nvSpPr>
        <p:spPr>
          <a:xfrm>
            <a:off x="3381406" y="2803098"/>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How we compare to our competitors</a:t>
            </a:r>
            <a:endParaRPr b="0">
              <a:latin typeface="Syne SemiBold"/>
              <a:ea typeface="Syne SemiBold"/>
              <a:cs typeface="Syne SemiBold"/>
              <a:sym typeface="Syne SemiBold"/>
            </a:endParaRPr>
          </a:p>
        </p:txBody>
      </p:sp>
      <p:sp>
        <p:nvSpPr>
          <p:cNvPr id="210" name="Google Shape;210;p36"/>
          <p:cNvSpPr txBox="1"/>
          <p:nvPr>
            <p:ph idx="15" type="subTitle"/>
          </p:nvPr>
        </p:nvSpPr>
        <p:spPr>
          <a:xfrm>
            <a:off x="6037972" y="2803098"/>
            <a:ext cx="2392800" cy="69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Key metrics and performance goals</a:t>
            </a:r>
            <a:endParaRPr b="0">
              <a:latin typeface="Syne SemiBold"/>
              <a:ea typeface="Syne SemiBold"/>
              <a:cs typeface="Syne SemiBold"/>
              <a:sym typeface="Syne SemiBol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 name="Shape 214"/>
        <p:cNvGrpSpPr/>
        <p:nvPr/>
      </p:nvGrpSpPr>
      <p:grpSpPr>
        <a:xfrm>
          <a:off x="0" y="0"/>
          <a:ext cx="0" cy="0"/>
          <a:chOff x="0" y="0"/>
          <a:chExt cx="0" cy="0"/>
        </a:xfrm>
      </p:grpSpPr>
      <p:sp>
        <p:nvSpPr>
          <p:cNvPr id="215" name="Google Shape;215;p37"/>
          <p:cNvSpPr txBox="1"/>
          <p:nvPr>
            <p:ph type="title"/>
          </p:nvPr>
        </p:nvSpPr>
        <p:spPr>
          <a:xfrm>
            <a:off x="713225" y="539500"/>
            <a:ext cx="6576000" cy="92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216" name="Google Shape;216;p37"/>
          <p:cNvSpPr txBox="1"/>
          <p:nvPr>
            <p:ph idx="1" type="subTitle"/>
          </p:nvPr>
        </p:nvSpPr>
        <p:spPr>
          <a:xfrm>
            <a:off x="5607575" y="3961100"/>
            <a:ext cx="2823300" cy="64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Budget for the new products of the company</a:t>
            </a:r>
            <a:endParaRPr/>
          </a:p>
        </p:txBody>
      </p:sp>
      <p:sp>
        <p:nvSpPr>
          <p:cNvPr id="217" name="Google Shape;217;p37"/>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218" name="Google Shape;218;p37"/>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 name="Shape 222"/>
        <p:cNvGrpSpPr/>
        <p:nvPr/>
      </p:nvGrpSpPr>
      <p:grpSpPr>
        <a:xfrm>
          <a:off x="0" y="0"/>
          <a:ext cx="0" cy="0"/>
          <a:chOff x="0" y="0"/>
          <a:chExt cx="0" cy="0"/>
        </a:xfrm>
      </p:grpSpPr>
      <p:sp>
        <p:nvSpPr>
          <p:cNvPr id="223" name="Google Shape;223;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latin typeface="Syne SemiBold"/>
                <a:ea typeface="Syne SemiBold"/>
                <a:cs typeface="Syne SemiBold"/>
                <a:sym typeface="Syne SemiBold"/>
              </a:rPr>
              <a:t>Budget for this quarter</a:t>
            </a:r>
            <a:endParaRPr b="0">
              <a:latin typeface="Syne SemiBold"/>
              <a:ea typeface="Syne SemiBold"/>
              <a:cs typeface="Syne SemiBold"/>
              <a:sym typeface="Syne SemiBold"/>
            </a:endParaRPr>
          </a:p>
        </p:txBody>
      </p:sp>
      <p:sp>
        <p:nvSpPr>
          <p:cNvPr id="224" name="Google Shape;224;p38"/>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Follow the link in the graph to modify its data and then paste the new one here. </a:t>
            </a:r>
            <a:r>
              <a:rPr b="1" lang="en" sz="10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000" u="sng">
              <a:solidFill>
                <a:schemeClr val="dk1"/>
              </a:solidFill>
              <a:latin typeface="Albert Sans"/>
              <a:ea typeface="Albert Sans"/>
              <a:cs typeface="Albert Sans"/>
              <a:sym typeface="Albert Sans"/>
            </a:endParaRPr>
          </a:p>
        </p:txBody>
      </p:sp>
      <p:graphicFrame>
        <p:nvGraphicFramePr>
          <p:cNvPr id="225" name="Google Shape;225;p38"/>
          <p:cNvGraphicFramePr/>
          <p:nvPr/>
        </p:nvGraphicFramePr>
        <p:xfrm>
          <a:off x="719938" y="1155823"/>
          <a:ext cx="3000000" cy="3000000"/>
        </p:xfrm>
        <a:graphic>
          <a:graphicData uri="http://schemas.openxmlformats.org/drawingml/2006/table">
            <a:tbl>
              <a:tblPr>
                <a:noFill/>
                <a:tableStyleId>{4248C34E-FC24-406B-A782-3E0AE1E05402}</a:tableStyleId>
              </a:tblPr>
              <a:tblGrid>
                <a:gridCol w="1670475"/>
                <a:gridCol w="1206700"/>
                <a:gridCol w="1206700"/>
                <a:gridCol w="1206700"/>
                <a:gridCol w="1206700"/>
                <a:gridCol w="1206700"/>
              </a:tblGrid>
              <a:tr h="277425">
                <a:tc>
                  <a:txBody>
                    <a:bodyPr/>
                    <a:lstStyle/>
                    <a:p>
                      <a:pPr indent="0" lvl="0" marL="0" rtl="0" algn="l">
                        <a:spcBef>
                          <a:spcPts val="0"/>
                        </a:spcBef>
                        <a:spcAft>
                          <a:spcPts val="0"/>
                        </a:spcAft>
                        <a:buNone/>
                      </a:pPr>
                      <a:r>
                        <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Q1</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Q2</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dk1"/>
                          </a:solidFill>
                          <a:latin typeface="Syne SemiBold"/>
                          <a:ea typeface="Syne SemiBold"/>
                          <a:cs typeface="Syne SemiBold"/>
                          <a:sym typeface="Syne SemiBold"/>
                        </a:rPr>
                        <a:t>Q3</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Q4</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Total</a:t>
                      </a:r>
                      <a:endParaRPr sz="1200">
                        <a:solidFill>
                          <a:schemeClr val="dk1"/>
                        </a:solidFill>
                        <a:latin typeface="Syne SemiBold"/>
                        <a:ea typeface="Syne SemiBold"/>
                        <a:cs typeface="Syne SemiBold"/>
                        <a:sym typeface="Syne SemiBol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Research</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$50,000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$60,000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$75,000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$90,000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$275,000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Product development</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$24,000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$30,000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$36,000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$110,000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Talent acquisition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$15,000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$18,000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$24,000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$77,000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7707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Marketing</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$7,000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$8,000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$9,000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$10,000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$34,000</a:t>
                      </a:r>
                      <a:endParaRPr sz="1000">
                        <a:solidFill>
                          <a:schemeClr val="dk1"/>
                        </a:solidFill>
                        <a:latin typeface="Albert Sans"/>
                        <a:ea typeface="Albert Sans"/>
                        <a:cs typeface="Albert Sans"/>
                        <a:sym typeface="Albert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226" name="Google Shape;226;p38"/>
          <p:cNvSpPr txBox="1"/>
          <p:nvPr/>
        </p:nvSpPr>
        <p:spPr>
          <a:xfrm>
            <a:off x="720000" y="2787563"/>
            <a:ext cx="4279500" cy="57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Understanding the numbers</a:t>
            </a:r>
            <a:endParaRPr sz="1600">
              <a:solidFill>
                <a:schemeClr val="dk1"/>
              </a:solidFill>
              <a:latin typeface="Syne SemiBold"/>
              <a:ea typeface="Syne SemiBold"/>
              <a:cs typeface="Syne SemiBold"/>
              <a:sym typeface="Syne SemiBold"/>
            </a:endParaRPr>
          </a:p>
        </p:txBody>
      </p:sp>
      <p:sp>
        <p:nvSpPr>
          <p:cNvPr id="227" name="Google Shape;227;p38"/>
          <p:cNvSpPr txBox="1"/>
          <p:nvPr/>
        </p:nvSpPr>
        <p:spPr>
          <a:xfrm>
            <a:off x="720000" y="3360263"/>
            <a:ext cx="4279500" cy="93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Incorporating a graph in your business plan allows for the clear visualization and concise representation of data trends and comparisons, making complex information easier to understand</a:t>
            </a:r>
            <a:endParaRPr sz="1200">
              <a:solidFill>
                <a:schemeClr val="dk1"/>
              </a:solidFill>
              <a:latin typeface="Albert Sans"/>
              <a:ea typeface="Albert Sans"/>
              <a:cs typeface="Albert Sans"/>
              <a:sym typeface="Albert Sans"/>
            </a:endParaRPr>
          </a:p>
        </p:txBody>
      </p:sp>
      <p:pic>
        <p:nvPicPr>
          <p:cNvPr id="228" name="Google Shape;228;p38" title="Chart">
            <a:hlinkClick r:id="rId4"/>
          </p:cNvPr>
          <p:cNvPicPr preferRelativeResize="0"/>
          <p:nvPr/>
        </p:nvPicPr>
        <p:blipFill>
          <a:blip r:embed="rId5">
            <a:alphaModFix/>
          </a:blip>
          <a:stretch>
            <a:fillRect/>
          </a:stretch>
        </p:blipFill>
        <p:spPr>
          <a:xfrm>
            <a:off x="5338425" y="2722244"/>
            <a:ext cx="3085502" cy="163663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 name="Shape 232"/>
        <p:cNvGrpSpPr/>
        <p:nvPr/>
      </p:nvGrpSpPr>
      <p:grpSpPr>
        <a:xfrm>
          <a:off x="0" y="0"/>
          <a:ext cx="0" cy="0"/>
          <a:chOff x="0" y="0"/>
          <a:chExt cx="0" cy="0"/>
        </a:xfrm>
      </p:grpSpPr>
      <p:sp>
        <p:nvSpPr>
          <p:cNvPr id="233" name="Google Shape;23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plan timeline</a:t>
            </a:r>
            <a:endParaRPr/>
          </a:p>
        </p:txBody>
      </p:sp>
      <p:cxnSp>
        <p:nvCxnSpPr>
          <p:cNvPr id="234" name="Google Shape;234;p39"/>
          <p:cNvCxnSpPr>
            <a:stCxn id="235" idx="0"/>
          </p:cNvCxnSpPr>
          <p:nvPr/>
        </p:nvCxnSpPr>
        <p:spPr>
          <a:xfrm rot="10800000">
            <a:off x="1008800" y="1515937"/>
            <a:ext cx="0" cy="1164000"/>
          </a:xfrm>
          <a:prstGeom prst="straightConnector1">
            <a:avLst/>
          </a:prstGeom>
          <a:noFill/>
          <a:ln cap="flat" cmpd="sng" w="9525">
            <a:solidFill>
              <a:schemeClr val="dk1"/>
            </a:solidFill>
            <a:prstDash val="solid"/>
            <a:round/>
            <a:headEnd len="med" w="med" type="none"/>
            <a:tailEnd len="med" w="med" type="none"/>
          </a:ln>
        </p:spPr>
      </p:cxnSp>
      <p:cxnSp>
        <p:nvCxnSpPr>
          <p:cNvPr id="236" name="Google Shape;236;p39"/>
          <p:cNvCxnSpPr>
            <a:stCxn id="235" idx="3"/>
            <a:endCxn id="237" idx="1"/>
          </p:cNvCxnSpPr>
          <p:nvPr/>
        </p:nvCxnSpPr>
        <p:spPr>
          <a:xfrm>
            <a:off x="1115450" y="2786587"/>
            <a:ext cx="1209900" cy="0"/>
          </a:xfrm>
          <a:prstGeom prst="straightConnector1">
            <a:avLst/>
          </a:prstGeom>
          <a:noFill/>
          <a:ln cap="flat" cmpd="sng" w="9525">
            <a:solidFill>
              <a:schemeClr val="dk1"/>
            </a:solidFill>
            <a:prstDash val="solid"/>
            <a:round/>
            <a:headEnd len="med" w="med" type="none"/>
            <a:tailEnd len="med" w="med" type="none"/>
          </a:ln>
        </p:spPr>
      </p:cxnSp>
      <p:sp>
        <p:nvSpPr>
          <p:cNvPr id="238" name="Google Shape;238;p39"/>
          <p:cNvSpPr/>
          <p:nvPr/>
        </p:nvSpPr>
        <p:spPr>
          <a:xfrm>
            <a:off x="801795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9"/>
          <p:cNvSpPr/>
          <p:nvPr/>
        </p:nvSpPr>
        <p:spPr>
          <a:xfrm>
            <a:off x="6594805"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9"/>
          <p:cNvSpPr/>
          <p:nvPr/>
        </p:nvSpPr>
        <p:spPr>
          <a:xfrm>
            <a:off x="517166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9"/>
          <p:cNvSpPr/>
          <p:nvPr/>
        </p:nvSpPr>
        <p:spPr>
          <a:xfrm>
            <a:off x="232537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9"/>
          <p:cNvSpPr/>
          <p:nvPr/>
        </p:nvSpPr>
        <p:spPr>
          <a:xfrm>
            <a:off x="902150"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9"/>
          <p:cNvSpPr/>
          <p:nvPr/>
        </p:nvSpPr>
        <p:spPr>
          <a:xfrm>
            <a:off x="3748515" y="2679937"/>
            <a:ext cx="213300" cy="213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9"/>
          <p:cNvSpPr txBox="1"/>
          <p:nvPr/>
        </p:nvSpPr>
        <p:spPr>
          <a:xfrm>
            <a:off x="1161200" y="1742537"/>
            <a:ext cx="1477800" cy="64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closest planet</a:t>
            </a:r>
            <a:endParaRPr>
              <a:solidFill>
                <a:schemeClr val="dk1"/>
              </a:solidFill>
              <a:latin typeface="Albert Sans"/>
              <a:ea typeface="Albert Sans"/>
              <a:cs typeface="Albert Sans"/>
              <a:sym typeface="Albert Sans"/>
            </a:endParaRPr>
          </a:p>
        </p:txBody>
      </p:sp>
      <p:sp>
        <p:nvSpPr>
          <p:cNvPr id="243" name="Google Shape;243;p39"/>
          <p:cNvSpPr txBox="1"/>
          <p:nvPr/>
        </p:nvSpPr>
        <p:spPr>
          <a:xfrm>
            <a:off x="1161199" y="1515995"/>
            <a:ext cx="1015200" cy="23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Step 01</a:t>
            </a:r>
            <a:endParaRPr sz="1600">
              <a:solidFill>
                <a:schemeClr val="dk1"/>
              </a:solidFill>
              <a:latin typeface="Syne SemiBold"/>
              <a:ea typeface="Syne SemiBold"/>
              <a:cs typeface="Syne SemiBold"/>
              <a:sym typeface="Syne SemiBold"/>
            </a:endParaRPr>
          </a:p>
        </p:txBody>
      </p:sp>
      <p:sp>
        <p:nvSpPr>
          <p:cNvPr id="244" name="Google Shape;244;p39"/>
          <p:cNvSpPr txBox="1"/>
          <p:nvPr/>
        </p:nvSpPr>
        <p:spPr>
          <a:xfrm>
            <a:off x="720000" y="3807237"/>
            <a:ext cx="1477800" cy="54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245" name="Google Shape;245;p39"/>
          <p:cNvSpPr txBox="1"/>
          <p:nvPr/>
        </p:nvSpPr>
        <p:spPr>
          <a:xfrm>
            <a:off x="1182599" y="3580687"/>
            <a:ext cx="1015200" cy="23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Syne SemiBold"/>
                <a:ea typeface="Syne SemiBold"/>
                <a:cs typeface="Syne SemiBold"/>
                <a:sym typeface="Syne SemiBold"/>
              </a:rPr>
              <a:t>Step 02</a:t>
            </a:r>
            <a:endParaRPr sz="1600">
              <a:solidFill>
                <a:schemeClr val="dk1"/>
              </a:solidFill>
              <a:latin typeface="Syne SemiBold"/>
              <a:ea typeface="Syne SemiBold"/>
              <a:cs typeface="Syne SemiBold"/>
              <a:sym typeface="Syne SemiBold"/>
            </a:endParaRPr>
          </a:p>
        </p:txBody>
      </p:sp>
      <p:cxnSp>
        <p:nvCxnSpPr>
          <p:cNvPr id="246" name="Google Shape;246;p39"/>
          <p:cNvCxnSpPr>
            <a:stCxn id="237" idx="2"/>
          </p:cNvCxnSpPr>
          <p:nvPr/>
        </p:nvCxnSpPr>
        <p:spPr>
          <a:xfrm>
            <a:off x="2432020" y="2893237"/>
            <a:ext cx="0" cy="1419300"/>
          </a:xfrm>
          <a:prstGeom prst="straightConnector1">
            <a:avLst/>
          </a:prstGeom>
          <a:noFill/>
          <a:ln cap="flat" cmpd="sng" w="9525">
            <a:solidFill>
              <a:schemeClr val="dk1"/>
            </a:solidFill>
            <a:prstDash val="solid"/>
            <a:round/>
            <a:headEnd len="med" w="med" type="none"/>
            <a:tailEnd len="med" w="med" type="none"/>
          </a:ln>
        </p:spPr>
      </p:cxnSp>
      <p:sp>
        <p:nvSpPr>
          <p:cNvPr id="247" name="Google Shape;247;p39"/>
          <p:cNvSpPr txBox="1"/>
          <p:nvPr/>
        </p:nvSpPr>
        <p:spPr>
          <a:xfrm>
            <a:off x="4100249" y="1742537"/>
            <a:ext cx="1477800" cy="64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Earth is the third planet</a:t>
            </a:r>
            <a:endParaRPr>
              <a:solidFill>
                <a:schemeClr val="dk1"/>
              </a:solidFill>
              <a:latin typeface="Albert Sans"/>
              <a:ea typeface="Albert Sans"/>
              <a:cs typeface="Albert Sans"/>
              <a:sym typeface="Albert Sans"/>
            </a:endParaRPr>
          </a:p>
        </p:txBody>
      </p:sp>
      <p:sp>
        <p:nvSpPr>
          <p:cNvPr id="248" name="Google Shape;248;p39"/>
          <p:cNvSpPr txBox="1"/>
          <p:nvPr/>
        </p:nvSpPr>
        <p:spPr>
          <a:xfrm>
            <a:off x="4100257" y="1515995"/>
            <a:ext cx="1015200" cy="23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Step 03</a:t>
            </a:r>
            <a:endParaRPr sz="1600">
              <a:solidFill>
                <a:schemeClr val="dk1"/>
              </a:solidFill>
              <a:latin typeface="Syne SemiBold"/>
              <a:ea typeface="Syne SemiBold"/>
              <a:cs typeface="Syne SemiBold"/>
              <a:sym typeface="Syne SemiBold"/>
            </a:endParaRPr>
          </a:p>
        </p:txBody>
      </p:sp>
      <p:cxnSp>
        <p:nvCxnSpPr>
          <p:cNvPr id="249" name="Google Shape;249;p39"/>
          <p:cNvCxnSpPr>
            <a:stCxn id="241" idx="0"/>
          </p:cNvCxnSpPr>
          <p:nvPr/>
        </p:nvCxnSpPr>
        <p:spPr>
          <a:xfrm rot="10800000">
            <a:off x="3855165" y="1515937"/>
            <a:ext cx="0" cy="1164000"/>
          </a:xfrm>
          <a:prstGeom prst="straightConnector1">
            <a:avLst/>
          </a:prstGeom>
          <a:noFill/>
          <a:ln cap="flat" cmpd="sng" w="9525">
            <a:solidFill>
              <a:schemeClr val="dk1"/>
            </a:solidFill>
            <a:prstDash val="solid"/>
            <a:round/>
            <a:headEnd len="med" w="med" type="none"/>
            <a:tailEnd len="med" w="med" type="none"/>
          </a:ln>
        </p:spPr>
      </p:cxnSp>
      <p:sp>
        <p:nvSpPr>
          <p:cNvPr id="250" name="Google Shape;250;p39"/>
          <p:cNvSpPr txBox="1"/>
          <p:nvPr/>
        </p:nvSpPr>
        <p:spPr>
          <a:xfrm>
            <a:off x="3565951" y="3807237"/>
            <a:ext cx="1477800" cy="54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Mars is actually a cold place</a:t>
            </a:r>
            <a:endParaRPr>
              <a:solidFill>
                <a:schemeClr val="dk1"/>
              </a:solidFill>
              <a:latin typeface="Albert Sans"/>
              <a:ea typeface="Albert Sans"/>
              <a:cs typeface="Albert Sans"/>
              <a:sym typeface="Albert Sans"/>
            </a:endParaRPr>
          </a:p>
        </p:txBody>
      </p:sp>
      <p:sp>
        <p:nvSpPr>
          <p:cNvPr id="251" name="Google Shape;251;p39"/>
          <p:cNvSpPr txBox="1"/>
          <p:nvPr/>
        </p:nvSpPr>
        <p:spPr>
          <a:xfrm>
            <a:off x="4028540" y="3580687"/>
            <a:ext cx="1015200" cy="23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Syne SemiBold"/>
                <a:ea typeface="Syne SemiBold"/>
                <a:cs typeface="Syne SemiBold"/>
                <a:sym typeface="Syne SemiBold"/>
              </a:rPr>
              <a:t>Step 04</a:t>
            </a:r>
            <a:endParaRPr sz="1600">
              <a:solidFill>
                <a:schemeClr val="dk1"/>
              </a:solidFill>
              <a:latin typeface="Syne SemiBold"/>
              <a:ea typeface="Syne SemiBold"/>
              <a:cs typeface="Syne SemiBold"/>
              <a:sym typeface="Syne SemiBold"/>
            </a:endParaRPr>
          </a:p>
        </p:txBody>
      </p:sp>
      <p:cxnSp>
        <p:nvCxnSpPr>
          <p:cNvPr id="252" name="Google Shape;252;p39"/>
          <p:cNvCxnSpPr>
            <a:stCxn id="240" idx="2"/>
          </p:cNvCxnSpPr>
          <p:nvPr/>
        </p:nvCxnSpPr>
        <p:spPr>
          <a:xfrm>
            <a:off x="5278310" y="2893237"/>
            <a:ext cx="0" cy="1419300"/>
          </a:xfrm>
          <a:prstGeom prst="straightConnector1">
            <a:avLst/>
          </a:prstGeom>
          <a:noFill/>
          <a:ln cap="flat" cmpd="sng" w="9525">
            <a:solidFill>
              <a:schemeClr val="dk1"/>
            </a:solidFill>
            <a:prstDash val="solid"/>
            <a:round/>
            <a:headEnd len="med" w="med" type="none"/>
            <a:tailEnd len="med" w="med" type="none"/>
          </a:ln>
        </p:spPr>
      </p:cxnSp>
      <p:sp>
        <p:nvSpPr>
          <p:cNvPr id="253" name="Google Shape;253;p39"/>
          <p:cNvSpPr txBox="1"/>
          <p:nvPr/>
        </p:nvSpPr>
        <p:spPr>
          <a:xfrm>
            <a:off x="6946200" y="1742537"/>
            <a:ext cx="1477800" cy="64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Jupiter is the biggest planet</a:t>
            </a:r>
            <a:endParaRPr>
              <a:solidFill>
                <a:schemeClr val="dk1"/>
              </a:solidFill>
              <a:latin typeface="Albert Sans"/>
              <a:ea typeface="Albert Sans"/>
              <a:cs typeface="Albert Sans"/>
              <a:sym typeface="Albert Sans"/>
            </a:endParaRPr>
          </a:p>
        </p:txBody>
      </p:sp>
      <p:sp>
        <p:nvSpPr>
          <p:cNvPr id="254" name="Google Shape;254;p39"/>
          <p:cNvSpPr txBox="1"/>
          <p:nvPr/>
        </p:nvSpPr>
        <p:spPr>
          <a:xfrm>
            <a:off x="6946199" y="1515995"/>
            <a:ext cx="1015200" cy="23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Syne SemiBold"/>
                <a:ea typeface="Syne SemiBold"/>
                <a:cs typeface="Syne SemiBold"/>
                <a:sym typeface="Syne SemiBold"/>
              </a:rPr>
              <a:t>Step 05</a:t>
            </a:r>
            <a:endParaRPr sz="1600">
              <a:solidFill>
                <a:schemeClr val="dk1"/>
              </a:solidFill>
              <a:latin typeface="Syne SemiBold"/>
              <a:ea typeface="Syne SemiBold"/>
              <a:cs typeface="Syne SemiBold"/>
              <a:sym typeface="Syne SemiBold"/>
            </a:endParaRPr>
          </a:p>
        </p:txBody>
      </p:sp>
      <p:cxnSp>
        <p:nvCxnSpPr>
          <p:cNvPr id="255" name="Google Shape;255;p39"/>
          <p:cNvCxnSpPr>
            <a:stCxn id="239" idx="0"/>
          </p:cNvCxnSpPr>
          <p:nvPr/>
        </p:nvCxnSpPr>
        <p:spPr>
          <a:xfrm rot="10800000">
            <a:off x="6701455" y="1515937"/>
            <a:ext cx="0" cy="1164000"/>
          </a:xfrm>
          <a:prstGeom prst="straightConnector1">
            <a:avLst/>
          </a:prstGeom>
          <a:noFill/>
          <a:ln cap="flat" cmpd="sng" w="9525">
            <a:solidFill>
              <a:schemeClr val="dk1"/>
            </a:solidFill>
            <a:prstDash val="solid"/>
            <a:round/>
            <a:headEnd len="med" w="med" type="none"/>
            <a:tailEnd len="med" w="med" type="none"/>
          </a:ln>
        </p:spPr>
      </p:cxnSp>
      <p:sp>
        <p:nvSpPr>
          <p:cNvPr id="256" name="Google Shape;256;p39"/>
          <p:cNvSpPr txBox="1"/>
          <p:nvPr/>
        </p:nvSpPr>
        <p:spPr>
          <a:xfrm>
            <a:off x="6417925" y="3807237"/>
            <a:ext cx="1477800" cy="546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Sun is the star at the center</a:t>
            </a:r>
            <a:endParaRPr>
              <a:solidFill>
                <a:schemeClr val="dk1"/>
              </a:solidFill>
              <a:latin typeface="Albert Sans"/>
              <a:ea typeface="Albert Sans"/>
              <a:cs typeface="Albert Sans"/>
              <a:sym typeface="Albert Sans"/>
            </a:endParaRPr>
          </a:p>
        </p:txBody>
      </p:sp>
      <p:sp>
        <p:nvSpPr>
          <p:cNvPr id="257" name="Google Shape;257;p39"/>
          <p:cNvSpPr txBox="1"/>
          <p:nvPr/>
        </p:nvSpPr>
        <p:spPr>
          <a:xfrm>
            <a:off x="6880524" y="3580687"/>
            <a:ext cx="1015200" cy="23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Syne SemiBold"/>
                <a:ea typeface="Syne SemiBold"/>
                <a:cs typeface="Syne SemiBold"/>
                <a:sym typeface="Syne SemiBold"/>
              </a:rPr>
              <a:t>Step 06</a:t>
            </a:r>
            <a:endParaRPr sz="1600">
              <a:solidFill>
                <a:schemeClr val="dk1"/>
              </a:solidFill>
              <a:latin typeface="Syne SemiBold"/>
              <a:ea typeface="Syne SemiBold"/>
              <a:cs typeface="Syne SemiBold"/>
              <a:sym typeface="Syne SemiBold"/>
            </a:endParaRPr>
          </a:p>
        </p:txBody>
      </p:sp>
      <p:cxnSp>
        <p:nvCxnSpPr>
          <p:cNvPr id="258" name="Google Shape;258;p39"/>
          <p:cNvCxnSpPr>
            <a:stCxn id="238" idx="2"/>
          </p:cNvCxnSpPr>
          <p:nvPr/>
        </p:nvCxnSpPr>
        <p:spPr>
          <a:xfrm>
            <a:off x="8124600" y="2893237"/>
            <a:ext cx="0" cy="1419300"/>
          </a:xfrm>
          <a:prstGeom prst="straightConnector1">
            <a:avLst/>
          </a:prstGeom>
          <a:noFill/>
          <a:ln cap="flat" cmpd="sng" w="9525">
            <a:solidFill>
              <a:schemeClr val="dk1"/>
            </a:solidFill>
            <a:prstDash val="solid"/>
            <a:round/>
            <a:headEnd len="med" w="med" type="none"/>
            <a:tailEnd len="med" w="med" type="none"/>
          </a:ln>
        </p:spPr>
      </p:cxnSp>
      <p:cxnSp>
        <p:nvCxnSpPr>
          <p:cNvPr id="259" name="Google Shape;259;p39"/>
          <p:cNvCxnSpPr>
            <a:stCxn id="237" idx="3"/>
            <a:endCxn id="241" idx="1"/>
          </p:cNvCxnSpPr>
          <p:nvPr/>
        </p:nvCxnSpPr>
        <p:spPr>
          <a:xfrm>
            <a:off x="2538670" y="2786587"/>
            <a:ext cx="1209900" cy="0"/>
          </a:xfrm>
          <a:prstGeom prst="straightConnector1">
            <a:avLst/>
          </a:prstGeom>
          <a:noFill/>
          <a:ln cap="flat" cmpd="sng" w="9525">
            <a:solidFill>
              <a:schemeClr val="dk1"/>
            </a:solidFill>
            <a:prstDash val="solid"/>
            <a:round/>
            <a:headEnd len="med" w="med" type="none"/>
            <a:tailEnd len="med" w="med" type="none"/>
          </a:ln>
        </p:spPr>
      </p:cxnSp>
      <p:cxnSp>
        <p:nvCxnSpPr>
          <p:cNvPr id="260" name="Google Shape;260;p39"/>
          <p:cNvCxnSpPr>
            <a:stCxn id="241" idx="3"/>
            <a:endCxn id="240" idx="1"/>
          </p:cNvCxnSpPr>
          <p:nvPr/>
        </p:nvCxnSpPr>
        <p:spPr>
          <a:xfrm>
            <a:off x="3961815" y="2786587"/>
            <a:ext cx="1209900" cy="0"/>
          </a:xfrm>
          <a:prstGeom prst="straightConnector1">
            <a:avLst/>
          </a:prstGeom>
          <a:noFill/>
          <a:ln cap="flat" cmpd="sng" w="9525">
            <a:solidFill>
              <a:schemeClr val="dk1"/>
            </a:solidFill>
            <a:prstDash val="solid"/>
            <a:round/>
            <a:headEnd len="med" w="med" type="none"/>
            <a:tailEnd len="med" w="med" type="none"/>
          </a:ln>
        </p:spPr>
      </p:cxnSp>
      <p:cxnSp>
        <p:nvCxnSpPr>
          <p:cNvPr id="261" name="Google Shape;261;p39"/>
          <p:cNvCxnSpPr>
            <a:stCxn id="240" idx="3"/>
            <a:endCxn id="239" idx="1"/>
          </p:cNvCxnSpPr>
          <p:nvPr/>
        </p:nvCxnSpPr>
        <p:spPr>
          <a:xfrm>
            <a:off x="5384960" y="2786587"/>
            <a:ext cx="1209900" cy="0"/>
          </a:xfrm>
          <a:prstGeom prst="straightConnector1">
            <a:avLst/>
          </a:prstGeom>
          <a:noFill/>
          <a:ln cap="flat" cmpd="sng" w="9525">
            <a:solidFill>
              <a:schemeClr val="dk1"/>
            </a:solidFill>
            <a:prstDash val="solid"/>
            <a:round/>
            <a:headEnd len="med" w="med" type="none"/>
            <a:tailEnd len="med" w="med" type="none"/>
          </a:ln>
        </p:spPr>
      </p:cxnSp>
      <p:cxnSp>
        <p:nvCxnSpPr>
          <p:cNvPr id="262" name="Google Shape;262;p39"/>
          <p:cNvCxnSpPr>
            <a:stCxn id="239" idx="3"/>
            <a:endCxn id="238" idx="1"/>
          </p:cNvCxnSpPr>
          <p:nvPr/>
        </p:nvCxnSpPr>
        <p:spPr>
          <a:xfrm>
            <a:off x="6808105" y="2786587"/>
            <a:ext cx="12099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sp>
        <p:nvSpPr>
          <p:cNvPr id="267" name="Google Shape;267;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business strategy</a:t>
            </a:r>
            <a:endParaRPr/>
          </a:p>
        </p:txBody>
      </p:sp>
      <p:sp>
        <p:nvSpPr>
          <p:cNvPr id="268" name="Google Shape;268;p40"/>
          <p:cNvSpPr/>
          <p:nvPr/>
        </p:nvSpPr>
        <p:spPr>
          <a:xfrm>
            <a:off x="713225" y="1128900"/>
            <a:ext cx="7717500" cy="3475200"/>
          </a:xfrm>
          <a:prstGeom prst="mathPlus">
            <a:avLst>
              <a:gd fmla="val 0" name="adj1"/>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0"/>
          <p:cNvSpPr txBox="1"/>
          <p:nvPr/>
        </p:nvSpPr>
        <p:spPr>
          <a:xfrm>
            <a:off x="3488400" y="1192375"/>
            <a:ext cx="21672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Attractive business model</a:t>
            </a:r>
            <a:endParaRPr sz="1000">
              <a:solidFill>
                <a:schemeClr val="dk1"/>
              </a:solidFill>
              <a:latin typeface="Albert Sans"/>
              <a:ea typeface="Albert Sans"/>
              <a:cs typeface="Albert Sans"/>
              <a:sym typeface="Albert Sans"/>
            </a:endParaRPr>
          </a:p>
        </p:txBody>
      </p:sp>
      <p:sp>
        <p:nvSpPr>
          <p:cNvPr id="270" name="Google Shape;270;p40"/>
          <p:cNvSpPr txBox="1"/>
          <p:nvPr/>
        </p:nvSpPr>
        <p:spPr>
          <a:xfrm>
            <a:off x="3487800" y="4205100"/>
            <a:ext cx="21684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Unattractive business model</a:t>
            </a:r>
            <a:endParaRPr sz="1000">
              <a:solidFill>
                <a:schemeClr val="dk1"/>
              </a:solidFill>
              <a:latin typeface="Albert Sans"/>
              <a:ea typeface="Albert Sans"/>
              <a:cs typeface="Albert Sans"/>
              <a:sym typeface="Albert Sans"/>
            </a:endParaRPr>
          </a:p>
        </p:txBody>
      </p:sp>
      <p:sp>
        <p:nvSpPr>
          <p:cNvPr id="271" name="Google Shape;271;p40"/>
          <p:cNvSpPr txBox="1"/>
          <p:nvPr/>
        </p:nvSpPr>
        <p:spPr>
          <a:xfrm rot="-5400000">
            <a:off x="161700" y="2635275"/>
            <a:ext cx="21672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High competitive strength</a:t>
            </a:r>
            <a:endParaRPr sz="1000">
              <a:solidFill>
                <a:schemeClr val="dk1"/>
              </a:solidFill>
              <a:latin typeface="Albert Sans"/>
              <a:ea typeface="Albert Sans"/>
              <a:cs typeface="Albert Sans"/>
              <a:sym typeface="Albert Sans"/>
            </a:endParaRPr>
          </a:p>
        </p:txBody>
      </p:sp>
      <p:sp>
        <p:nvSpPr>
          <p:cNvPr id="272" name="Google Shape;272;p40"/>
          <p:cNvSpPr txBox="1"/>
          <p:nvPr/>
        </p:nvSpPr>
        <p:spPr>
          <a:xfrm rot="5400000">
            <a:off x="6815100" y="2635275"/>
            <a:ext cx="21672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Low competitive strength</a:t>
            </a:r>
            <a:endParaRPr sz="1000">
              <a:solidFill>
                <a:schemeClr val="dk1"/>
              </a:solidFill>
              <a:latin typeface="Albert Sans"/>
              <a:ea typeface="Albert Sans"/>
              <a:cs typeface="Albert Sans"/>
              <a:sym typeface="Albert Sans"/>
            </a:endParaRPr>
          </a:p>
        </p:txBody>
      </p:sp>
      <p:sp>
        <p:nvSpPr>
          <p:cNvPr id="273" name="Google Shape;273;p40"/>
          <p:cNvSpPr/>
          <p:nvPr/>
        </p:nvSpPr>
        <p:spPr>
          <a:xfrm>
            <a:off x="2273413" y="1664625"/>
            <a:ext cx="1840500" cy="10506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Syne SemiBold"/>
                <a:ea typeface="Syne SemiBold"/>
                <a:cs typeface="Syne SemiBold"/>
                <a:sym typeface="Syne SemiBold"/>
              </a:rPr>
              <a:t>Growth and expansion strategy</a:t>
            </a:r>
            <a:endParaRPr sz="1600">
              <a:solidFill>
                <a:schemeClr val="dk1"/>
              </a:solidFill>
              <a:latin typeface="Syne SemiBold"/>
              <a:ea typeface="Syne SemiBold"/>
              <a:cs typeface="Syne SemiBold"/>
              <a:sym typeface="Syne SemiBold"/>
            </a:endParaRPr>
          </a:p>
        </p:txBody>
      </p:sp>
      <p:sp>
        <p:nvSpPr>
          <p:cNvPr id="274" name="Google Shape;274;p40"/>
          <p:cNvSpPr/>
          <p:nvPr/>
        </p:nvSpPr>
        <p:spPr>
          <a:xfrm>
            <a:off x="2273413" y="3227475"/>
            <a:ext cx="1840500" cy="681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Maintenance and protection strategy</a:t>
            </a:r>
            <a:endParaRPr sz="1200">
              <a:solidFill>
                <a:schemeClr val="dk1"/>
              </a:solidFill>
              <a:latin typeface="Syne SemiBold"/>
              <a:ea typeface="Syne SemiBold"/>
              <a:cs typeface="Syne SemiBold"/>
              <a:sym typeface="Syne SemiBold"/>
            </a:endParaRPr>
          </a:p>
        </p:txBody>
      </p:sp>
      <p:sp>
        <p:nvSpPr>
          <p:cNvPr id="275" name="Google Shape;275;p40"/>
          <p:cNvSpPr/>
          <p:nvPr/>
        </p:nvSpPr>
        <p:spPr>
          <a:xfrm>
            <a:off x="5030096" y="3227475"/>
            <a:ext cx="1840500" cy="668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Reduction or elimination strategy</a:t>
            </a:r>
            <a:endParaRPr sz="1200">
              <a:solidFill>
                <a:schemeClr val="dk1"/>
              </a:solidFill>
              <a:latin typeface="Syne SemiBold"/>
              <a:ea typeface="Syne SemiBold"/>
              <a:cs typeface="Syne SemiBold"/>
              <a:sym typeface="Syne SemiBold"/>
            </a:endParaRPr>
          </a:p>
        </p:txBody>
      </p:sp>
      <p:sp>
        <p:nvSpPr>
          <p:cNvPr id="276" name="Google Shape;276;p40"/>
          <p:cNvSpPr/>
          <p:nvPr/>
        </p:nvSpPr>
        <p:spPr>
          <a:xfrm>
            <a:off x="5030063" y="1855875"/>
            <a:ext cx="1840500" cy="668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yne SemiBold"/>
                <a:ea typeface="Syne SemiBold"/>
                <a:cs typeface="Syne SemiBold"/>
                <a:sym typeface="Syne SemiBold"/>
              </a:rPr>
              <a:t>Reorientation or abandonment strategy</a:t>
            </a:r>
            <a:endParaRPr sz="1200">
              <a:solidFill>
                <a:schemeClr val="dk1"/>
              </a:solidFill>
              <a:latin typeface="Syne SemiBold"/>
              <a:ea typeface="Syne SemiBold"/>
              <a:cs typeface="Syne SemiBold"/>
              <a:sym typeface="Syne SemiBold"/>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sp>
        <p:nvSpPr>
          <p:cNvPr id="281" name="Google Shape;281;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size infographic</a:t>
            </a:r>
            <a:endParaRPr/>
          </a:p>
        </p:txBody>
      </p:sp>
      <p:sp>
        <p:nvSpPr>
          <p:cNvPr id="282" name="Google Shape;282;p41"/>
          <p:cNvSpPr/>
          <p:nvPr/>
        </p:nvSpPr>
        <p:spPr>
          <a:xfrm>
            <a:off x="867850" y="1354675"/>
            <a:ext cx="3249300" cy="3249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1"/>
          <p:cNvSpPr/>
          <p:nvPr/>
        </p:nvSpPr>
        <p:spPr>
          <a:xfrm>
            <a:off x="1144900" y="1908750"/>
            <a:ext cx="2695200" cy="2695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1"/>
          <p:cNvSpPr/>
          <p:nvPr/>
        </p:nvSpPr>
        <p:spPr>
          <a:xfrm>
            <a:off x="1677550" y="2974125"/>
            <a:ext cx="1629900" cy="16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1"/>
          <p:cNvSpPr txBox="1"/>
          <p:nvPr/>
        </p:nvSpPr>
        <p:spPr>
          <a:xfrm>
            <a:off x="1857550" y="1345750"/>
            <a:ext cx="12699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Syne SemiBold"/>
                <a:ea typeface="Syne SemiBold"/>
                <a:cs typeface="Syne SemiBold"/>
                <a:sym typeface="Syne SemiBold"/>
              </a:rPr>
              <a:t>$100 M</a:t>
            </a:r>
            <a:endParaRPr sz="1600">
              <a:solidFill>
                <a:schemeClr val="lt1"/>
              </a:solidFill>
              <a:latin typeface="Syne SemiBold"/>
              <a:ea typeface="Syne SemiBold"/>
              <a:cs typeface="Syne SemiBold"/>
              <a:sym typeface="Syne SemiBold"/>
            </a:endParaRPr>
          </a:p>
        </p:txBody>
      </p:sp>
      <p:sp>
        <p:nvSpPr>
          <p:cNvPr id="286" name="Google Shape;286;p41"/>
          <p:cNvSpPr txBox="1"/>
          <p:nvPr/>
        </p:nvSpPr>
        <p:spPr>
          <a:xfrm>
            <a:off x="1857550" y="2227875"/>
            <a:ext cx="12699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Syne SemiBold"/>
                <a:ea typeface="Syne SemiBold"/>
                <a:cs typeface="Syne SemiBold"/>
                <a:sym typeface="Syne SemiBold"/>
              </a:rPr>
              <a:t>$20 M</a:t>
            </a:r>
            <a:endParaRPr sz="1600">
              <a:solidFill>
                <a:schemeClr val="lt1"/>
              </a:solidFill>
              <a:latin typeface="Syne SemiBold"/>
              <a:ea typeface="Syne SemiBold"/>
              <a:cs typeface="Syne SemiBold"/>
              <a:sym typeface="Syne SemiBold"/>
            </a:endParaRPr>
          </a:p>
        </p:txBody>
      </p:sp>
      <p:sp>
        <p:nvSpPr>
          <p:cNvPr id="287" name="Google Shape;287;p41"/>
          <p:cNvSpPr txBox="1"/>
          <p:nvPr/>
        </p:nvSpPr>
        <p:spPr>
          <a:xfrm>
            <a:off x="1857550" y="3617875"/>
            <a:ext cx="1269900" cy="55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Syne SemiBold"/>
                <a:ea typeface="Syne SemiBold"/>
                <a:cs typeface="Syne SemiBold"/>
                <a:sym typeface="Syne SemiBold"/>
              </a:rPr>
              <a:t>$5 M</a:t>
            </a:r>
            <a:endParaRPr sz="1600">
              <a:solidFill>
                <a:schemeClr val="lt1"/>
              </a:solidFill>
              <a:latin typeface="Syne SemiBold"/>
              <a:ea typeface="Syne SemiBold"/>
              <a:cs typeface="Syne SemiBold"/>
              <a:sym typeface="Syne SemiBold"/>
            </a:endParaRPr>
          </a:p>
        </p:txBody>
      </p:sp>
      <p:sp>
        <p:nvSpPr>
          <p:cNvPr id="288" name="Google Shape;288;p41"/>
          <p:cNvSpPr/>
          <p:nvPr/>
        </p:nvSpPr>
        <p:spPr>
          <a:xfrm>
            <a:off x="4798225" y="1392632"/>
            <a:ext cx="288900" cy="288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1"/>
          <p:cNvSpPr txBox="1"/>
          <p:nvPr>
            <p:ph idx="4294967295" type="subTitle"/>
          </p:nvPr>
        </p:nvSpPr>
        <p:spPr>
          <a:xfrm>
            <a:off x="5220350" y="1324826"/>
            <a:ext cx="32037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Syne SemiBold"/>
                <a:ea typeface="Syne SemiBold"/>
                <a:cs typeface="Syne SemiBold"/>
                <a:sym typeface="Syne SemiBold"/>
              </a:rPr>
              <a:t>$100 M</a:t>
            </a:r>
            <a:endParaRPr sz="1600">
              <a:latin typeface="Syne SemiBold"/>
              <a:ea typeface="Syne SemiBold"/>
              <a:cs typeface="Syne SemiBold"/>
              <a:sym typeface="Syne SemiBold"/>
            </a:endParaRPr>
          </a:p>
        </p:txBody>
      </p:sp>
      <p:sp>
        <p:nvSpPr>
          <p:cNvPr id="290" name="Google Shape;290;p41"/>
          <p:cNvSpPr txBox="1"/>
          <p:nvPr>
            <p:ph idx="4294967295" type="subTitle"/>
          </p:nvPr>
        </p:nvSpPr>
        <p:spPr>
          <a:xfrm>
            <a:off x="5220350" y="1682364"/>
            <a:ext cx="3203700" cy="6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"With the innovative approach and unique features, we aim to capture a significant portion of the $100 million"</a:t>
            </a:r>
            <a:endParaRPr/>
          </a:p>
        </p:txBody>
      </p:sp>
      <p:sp>
        <p:nvSpPr>
          <p:cNvPr id="291" name="Google Shape;291;p41"/>
          <p:cNvSpPr txBox="1"/>
          <p:nvPr>
            <p:ph idx="4294967295" type="subTitle"/>
          </p:nvPr>
        </p:nvSpPr>
        <p:spPr>
          <a:xfrm>
            <a:off x="5220350" y="2427843"/>
            <a:ext cx="32037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Syne SemiBold"/>
                <a:ea typeface="Syne SemiBold"/>
                <a:cs typeface="Syne SemiBold"/>
                <a:sym typeface="Syne SemiBold"/>
              </a:rPr>
              <a:t>$20 M</a:t>
            </a:r>
            <a:endParaRPr sz="1600">
              <a:latin typeface="Syne SemiBold"/>
              <a:ea typeface="Syne SemiBold"/>
              <a:cs typeface="Syne SemiBold"/>
              <a:sym typeface="Syne SemiBold"/>
            </a:endParaRPr>
          </a:p>
        </p:txBody>
      </p:sp>
      <p:sp>
        <p:nvSpPr>
          <p:cNvPr id="292" name="Google Shape;292;p41"/>
          <p:cNvSpPr txBox="1"/>
          <p:nvPr>
            <p:ph idx="4294967295" type="subTitle"/>
          </p:nvPr>
        </p:nvSpPr>
        <p:spPr>
          <a:xfrm>
            <a:off x="5220350" y="2785381"/>
            <a:ext cx="3203700" cy="6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research indicates that the market for [product/service] is projected to reach $20 million by next year"</a:t>
            </a:r>
            <a:endParaRPr/>
          </a:p>
        </p:txBody>
      </p:sp>
      <p:sp>
        <p:nvSpPr>
          <p:cNvPr id="293" name="Google Shape;293;p41"/>
          <p:cNvSpPr txBox="1"/>
          <p:nvPr>
            <p:ph idx="4294967295" type="subTitle"/>
          </p:nvPr>
        </p:nvSpPr>
        <p:spPr>
          <a:xfrm>
            <a:off x="5220350" y="3530860"/>
            <a:ext cx="32037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Syne SemiBold"/>
                <a:ea typeface="Syne SemiBold"/>
                <a:cs typeface="Syne SemiBold"/>
                <a:sym typeface="Syne SemiBold"/>
              </a:rPr>
              <a:t>$5 M</a:t>
            </a:r>
            <a:endParaRPr sz="1600">
              <a:latin typeface="Syne SemiBold"/>
              <a:ea typeface="Syne SemiBold"/>
              <a:cs typeface="Syne SemiBold"/>
              <a:sym typeface="Syne SemiBold"/>
            </a:endParaRPr>
          </a:p>
        </p:txBody>
      </p:sp>
      <p:sp>
        <p:nvSpPr>
          <p:cNvPr id="294" name="Google Shape;294;p41"/>
          <p:cNvSpPr txBox="1"/>
          <p:nvPr>
            <p:ph idx="4294967295" type="subTitle"/>
          </p:nvPr>
        </p:nvSpPr>
        <p:spPr>
          <a:xfrm>
            <a:off x="5220350" y="3888398"/>
            <a:ext cx="3203700" cy="6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market for [product/service] is currently valued at $5 million"</a:t>
            </a:r>
            <a:endParaRPr/>
          </a:p>
        </p:txBody>
      </p:sp>
      <p:sp>
        <p:nvSpPr>
          <p:cNvPr id="295" name="Google Shape;295;p41"/>
          <p:cNvSpPr/>
          <p:nvPr/>
        </p:nvSpPr>
        <p:spPr>
          <a:xfrm>
            <a:off x="4798225" y="2495657"/>
            <a:ext cx="288900" cy="288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1"/>
          <p:cNvSpPr/>
          <p:nvPr/>
        </p:nvSpPr>
        <p:spPr>
          <a:xfrm>
            <a:off x="4798225" y="3598660"/>
            <a:ext cx="288900" cy="28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 name="Shape 300"/>
        <p:cNvGrpSpPr/>
        <p:nvPr/>
      </p:nvGrpSpPr>
      <p:grpSpPr>
        <a:xfrm>
          <a:off x="0" y="0"/>
          <a:ext cx="0" cy="0"/>
          <a:chOff x="0" y="0"/>
          <a:chExt cx="0" cy="0"/>
        </a:xfrm>
      </p:grpSpPr>
      <p:sp>
        <p:nvSpPr>
          <p:cNvPr id="301" name="Google Shape;301;p42"/>
          <p:cNvSpPr txBox="1"/>
          <p:nvPr>
            <p:ph type="title"/>
          </p:nvPr>
        </p:nvSpPr>
        <p:spPr>
          <a:xfrm>
            <a:off x="713257" y="539500"/>
            <a:ext cx="2836800" cy="78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02" name="Google Shape;302;p42"/>
          <p:cNvSpPr txBox="1"/>
          <p:nvPr>
            <p:ph idx="1" type="subTitle"/>
          </p:nvPr>
        </p:nvSpPr>
        <p:spPr>
          <a:xfrm>
            <a:off x="713225" y="1325575"/>
            <a:ext cx="28368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Do you have any questions?</a:t>
            </a:r>
            <a:endParaRPr b="1"/>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grpSp>
        <p:nvGrpSpPr>
          <p:cNvPr id="303" name="Google Shape;303;p42"/>
          <p:cNvGrpSpPr/>
          <p:nvPr/>
        </p:nvGrpSpPr>
        <p:grpSpPr>
          <a:xfrm>
            <a:off x="6273274" y="3321860"/>
            <a:ext cx="276012" cy="275991"/>
            <a:chOff x="3368074" y="3882537"/>
            <a:chExt cx="215298" cy="215298"/>
          </a:xfrm>
        </p:grpSpPr>
        <p:sp>
          <p:nvSpPr>
            <p:cNvPr id="304" name="Google Shape;304;p4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 name="Google Shape;307;p42"/>
          <p:cNvGrpSpPr/>
          <p:nvPr/>
        </p:nvGrpSpPr>
        <p:grpSpPr>
          <a:xfrm>
            <a:off x="7139306" y="3340568"/>
            <a:ext cx="266790" cy="238574"/>
            <a:chOff x="3824739" y="3890112"/>
            <a:chExt cx="208105" cy="186110"/>
          </a:xfrm>
        </p:grpSpPr>
        <p:sp>
          <p:nvSpPr>
            <p:cNvPr id="308" name="Google Shape;308;p4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 name="Google Shape;311;p42"/>
          <p:cNvSpPr/>
          <p:nvPr/>
        </p:nvSpPr>
        <p:spPr>
          <a:xfrm>
            <a:off x="8003190" y="3340807"/>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2"/>
          <p:cNvSpPr txBox="1"/>
          <p:nvPr/>
        </p:nvSpPr>
        <p:spPr>
          <a:xfrm>
            <a:off x="4279075" y="4343600"/>
            <a:ext cx="4151700" cy="260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Open Sans"/>
                <a:ea typeface="Open Sans"/>
                <a:cs typeface="Open Sans"/>
                <a:sym typeface="Open Sans"/>
              </a:rPr>
              <a:t>Please keep this slide for attribution</a:t>
            </a:r>
            <a:endParaRPr sz="1000">
              <a:solidFill>
                <a:schemeClr val="dk1"/>
              </a:solidFill>
              <a:latin typeface="Open Sans"/>
              <a:ea typeface="Open Sans"/>
              <a:cs typeface="Open Sans"/>
              <a:sym typeface="Open Sans"/>
            </a:endParaRPr>
          </a:p>
        </p:txBody>
      </p:sp>
      <p:sp>
        <p:nvSpPr>
          <p:cNvPr id="313" name="Google Shape;313;p42"/>
          <p:cNvSpPr txBox="1"/>
          <p:nvPr/>
        </p:nvSpPr>
        <p:spPr>
          <a:xfrm>
            <a:off x="306325" y="4604000"/>
            <a:ext cx="1124400" cy="39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yne"/>
                <a:ea typeface="Syne"/>
                <a:cs typeface="Syne"/>
                <a:sym typeface="Syne"/>
              </a:rPr>
              <a:t>Company name</a:t>
            </a:r>
            <a:endParaRPr sz="1000">
              <a:solidFill>
                <a:schemeClr val="dk1"/>
              </a:solidFill>
              <a:latin typeface="Syne"/>
              <a:ea typeface="Syne"/>
              <a:cs typeface="Syne"/>
              <a:sym typeface="Syne"/>
            </a:endParaRPr>
          </a:p>
        </p:txBody>
      </p:sp>
      <p:cxnSp>
        <p:nvCxnSpPr>
          <p:cNvPr id="314" name="Google Shape;314;p42"/>
          <p:cNvCxnSpPr/>
          <p:nvPr/>
        </p:nvCxnSpPr>
        <p:spPr>
          <a:xfrm>
            <a:off x="1430700" y="4800200"/>
            <a:ext cx="8245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 name="Shape 318"/>
        <p:cNvGrpSpPr/>
        <p:nvPr/>
      </p:nvGrpSpPr>
      <p:grpSpPr>
        <a:xfrm>
          <a:off x="0" y="0"/>
          <a:ext cx="0" cy="0"/>
          <a:chOff x="0" y="0"/>
          <a:chExt cx="0" cy="0"/>
        </a:xfrm>
      </p:grpSpPr>
      <p:sp>
        <p:nvSpPr>
          <p:cNvPr id="319" name="Google Shape;319;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320" name="Google Shape;320;p4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lang="en"/>
              <a:t>Photos:</a:t>
            </a:r>
            <a:endParaRPr/>
          </a:p>
          <a:p>
            <a:pPr indent="-304800" lvl="0" marL="457200" rtl="0" algn="l">
              <a:spcBef>
                <a:spcPts val="0"/>
              </a:spcBef>
              <a:spcAft>
                <a:spcPts val="0"/>
              </a:spcAft>
              <a:buSzPts val="1200"/>
              <a:buFont typeface="Albert Sans Light"/>
              <a:buChar char="●"/>
            </a:pPr>
            <a:r>
              <a:rPr lang="en" u="sng">
                <a:solidFill>
                  <a:schemeClr val="hlink"/>
                </a:solidFill>
                <a:hlinkClick r:id="rId3"/>
              </a:rPr>
              <a:t>People working with ai operated devices I</a:t>
            </a:r>
            <a:endParaRPr/>
          </a:p>
          <a:p>
            <a:pPr indent="-304800" lvl="0" marL="457200" rtl="0" algn="l">
              <a:spcBef>
                <a:spcPts val="0"/>
              </a:spcBef>
              <a:spcAft>
                <a:spcPts val="0"/>
              </a:spcAft>
              <a:buSzPts val="1200"/>
              <a:buFont typeface="Albert Sans Light"/>
              <a:buChar char="●"/>
            </a:pPr>
            <a:r>
              <a:rPr lang="en" u="sng">
                <a:solidFill>
                  <a:schemeClr val="hlink"/>
                </a:solidFill>
                <a:hlinkClick r:id="rId4"/>
              </a:rPr>
              <a:t>People working with ai operated devices II</a:t>
            </a:r>
            <a:endParaRPr/>
          </a:p>
          <a:p>
            <a:pPr indent="-304800" lvl="0" marL="457200" rtl="0" algn="l">
              <a:spcBef>
                <a:spcPts val="0"/>
              </a:spcBef>
              <a:spcAft>
                <a:spcPts val="0"/>
              </a:spcAft>
              <a:buSzPts val="1200"/>
              <a:buChar char="●"/>
            </a:pPr>
            <a:r>
              <a:rPr lang="en" u="sng">
                <a:solidFill>
                  <a:schemeClr val="hlink"/>
                </a:solidFill>
                <a:hlinkClick r:id="rId5"/>
              </a:rPr>
              <a:t>Gradient grainy texture</a:t>
            </a:r>
            <a:endParaRPr/>
          </a:p>
          <a:p>
            <a:pPr indent="-304800" lvl="0" marL="457200" rtl="0" algn="l">
              <a:spcBef>
                <a:spcPts val="0"/>
              </a:spcBef>
              <a:spcAft>
                <a:spcPts val="0"/>
              </a:spcAft>
              <a:buSzPts val="1200"/>
              <a:buChar char="●"/>
            </a:pPr>
            <a:r>
              <a:rPr lang="en" u="sng">
                <a:solidFill>
                  <a:schemeClr val="hlink"/>
                </a:solidFill>
                <a:hlinkClick r:id="rId6"/>
              </a:rPr>
              <a:t>Round bubble spheres of northern lights background</a:t>
            </a:r>
            <a:endParaRPr/>
          </a:p>
          <a:p>
            <a:pPr indent="-304800" lvl="0" marL="457200" rtl="0" algn="l">
              <a:spcBef>
                <a:spcPts val="0"/>
              </a:spcBef>
              <a:spcAft>
                <a:spcPts val="0"/>
              </a:spcAft>
              <a:buSzPts val="1200"/>
              <a:buChar char="●"/>
            </a:pPr>
            <a:r>
              <a:rPr lang="en" u="sng">
                <a:solidFill>
                  <a:schemeClr val="hlink"/>
                </a:solidFill>
                <a:hlinkClick r:id="rId7"/>
              </a:rPr>
              <a:t>Abstract northern lights background with defocused coloured shapes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 name="Shape 324"/>
        <p:cNvGrpSpPr/>
        <p:nvPr/>
      </p:nvGrpSpPr>
      <p:grpSpPr>
        <a:xfrm>
          <a:off x="0" y="0"/>
          <a:ext cx="0" cy="0"/>
          <a:chOff x="0" y="0"/>
          <a:chExt cx="0" cy="0"/>
        </a:xfrm>
      </p:grpSpPr>
      <p:sp>
        <p:nvSpPr>
          <p:cNvPr id="325" name="Google Shape;325;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26" name="Google Shape;326;p4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br>
              <a:rPr lang="en"/>
            </a:br>
            <a:endParaRPr/>
          </a:p>
          <a:p>
            <a:pPr indent="-304800" lvl="0" marL="457200" rtl="0" algn="l">
              <a:spcBef>
                <a:spcPts val="0"/>
              </a:spcBef>
              <a:spcAft>
                <a:spcPts val="0"/>
              </a:spcAft>
              <a:buSzPts val="1200"/>
              <a:buChar char="●"/>
            </a:pPr>
            <a:r>
              <a:rPr lang="en" u="sng">
                <a:solidFill>
                  <a:schemeClr val="hlink"/>
                </a:solidFill>
                <a:hlinkClick r:id="rId3"/>
              </a:rPr>
              <a:t>Abstract blue northern lights background</a:t>
            </a:r>
            <a:endParaRPr/>
          </a:p>
          <a:p>
            <a:pPr indent="-304800" lvl="0" marL="457200" rtl="0" algn="l">
              <a:spcBef>
                <a:spcPts val="0"/>
              </a:spcBef>
              <a:spcAft>
                <a:spcPts val="0"/>
              </a:spcAft>
              <a:buSzPts val="1200"/>
              <a:buChar char="●"/>
            </a:pPr>
            <a:r>
              <a:rPr lang="en" u="sng">
                <a:solidFill>
                  <a:schemeClr val="hlink"/>
                </a:solidFill>
                <a:hlinkClick r:id="rId4"/>
              </a:rPr>
              <a:t>People working with ai operated devices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30" name="Shape 330"/>
        <p:cNvGrpSpPr/>
        <p:nvPr/>
      </p:nvGrpSpPr>
      <p:grpSpPr>
        <a:xfrm>
          <a:off x="0" y="0"/>
          <a:ext cx="0" cy="0"/>
          <a:chOff x="0" y="0"/>
          <a:chExt cx="0" cy="0"/>
        </a:xfrm>
      </p:grpSpPr>
      <p:grpSp>
        <p:nvGrpSpPr>
          <p:cNvPr id="331" name="Google Shape;331;p45"/>
          <p:cNvGrpSpPr/>
          <p:nvPr/>
        </p:nvGrpSpPr>
        <p:grpSpPr>
          <a:xfrm>
            <a:off x="1343061" y="3305297"/>
            <a:ext cx="291737" cy="289845"/>
            <a:chOff x="5049575" y="4993600"/>
            <a:chExt cx="482050" cy="478925"/>
          </a:xfrm>
        </p:grpSpPr>
        <p:sp>
          <p:nvSpPr>
            <p:cNvPr id="332" name="Google Shape;332;p4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3" name="Google Shape;333;p4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4" name="Google Shape;334;p4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5" name="Google Shape;335;p4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6" name="Google Shape;336;p45"/>
          <p:cNvGrpSpPr/>
          <p:nvPr/>
        </p:nvGrpSpPr>
        <p:grpSpPr>
          <a:xfrm>
            <a:off x="1343052" y="2010830"/>
            <a:ext cx="291746" cy="286082"/>
            <a:chOff x="1490050" y="3805975"/>
            <a:chExt cx="491900" cy="482350"/>
          </a:xfrm>
        </p:grpSpPr>
        <p:sp>
          <p:nvSpPr>
            <p:cNvPr id="337" name="Google Shape;337;p4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8" name="Google Shape;338;p4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9" name="Google Shape;339;p4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0" name="Google Shape;340;p4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41" name="Google Shape;341;p45"/>
          <p:cNvGrpSpPr/>
          <p:nvPr/>
        </p:nvGrpSpPr>
        <p:grpSpPr>
          <a:xfrm>
            <a:off x="942179" y="2419464"/>
            <a:ext cx="291890" cy="291890"/>
            <a:chOff x="2085525" y="4992125"/>
            <a:chExt cx="481825" cy="481825"/>
          </a:xfrm>
        </p:grpSpPr>
        <p:sp>
          <p:nvSpPr>
            <p:cNvPr id="342" name="Google Shape;342;p4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3" name="Google Shape;343;p4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44" name="Google Shape;344;p4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345" name="Google Shape;345;p45"/>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346" name="Google Shape;346;p45"/>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5"/>
              </a:rPr>
              <a:t>blog</a:t>
            </a:r>
            <a:endParaRPr b="1"/>
          </a:p>
        </p:txBody>
      </p:sp>
      <p:sp>
        <p:nvSpPr>
          <p:cNvPr id="347" name="Google Shape;347;p45"/>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348" name="Google Shape;348;p45"/>
          <p:cNvGrpSpPr/>
          <p:nvPr/>
        </p:nvGrpSpPr>
        <p:grpSpPr>
          <a:xfrm>
            <a:off x="942192" y="1551114"/>
            <a:ext cx="291890" cy="291890"/>
            <a:chOff x="1492675" y="4992125"/>
            <a:chExt cx="481825" cy="481825"/>
          </a:xfrm>
        </p:grpSpPr>
        <p:sp>
          <p:nvSpPr>
            <p:cNvPr id="349" name="Google Shape;349;p4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0" name="Google Shape;350;p4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1" name="Google Shape;351;p45"/>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2" name="Google Shape;352;p45"/>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53" name="Google Shape;353;p45"/>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54" name="Google Shape;354;p45"/>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355" name="Google Shape;355;p45"/>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56" name="Google Shape;356;p45"/>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57" name="Google Shape;357;p45"/>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358" name="Google Shape;358;p45"/>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359" name="Google Shape;359;p45"/>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360" name="Google Shape;360;p45"/>
          <p:cNvGrpSpPr/>
          <p:nvPr/>
        </p:nvGrpSpPr>
        <p:grpSpPr>
          <a:xfrm>
            <a:off x="4522635" y="2884257"/>
            <a:ext cx="291741" cy="255607"/>
            <a:chOff x="899850" y="871450"/>
            <a:chExt cx="483175" cy="423400"/>
          </a:xfrm>
        </p:grpSpPr>
        <p:sp>
          <p:nvSpPr>
            <p:cNvPr id="361" name="Google Shape;361;p4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 name="Google Shape;362;p4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 name="Google Shape;363;p4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 name="Google Shape;364;p4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65" name="Google Shape;365;p45"/>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66" name="Google Shape;366;p45"/>
          <p:cNvGrpSpPr/>
          <p:nvPr/>
        </p:nvGrpSpPr>
        <p:grpSpPr>
          <a:xfrm>
            <a:off x="1343054" y="3797714"/>
            <a:ext cx="291752" cy="270260"/>
            <a:chOff x="4266025" y="3609275"/>
            <a:chExt cx="299325" cy="277275"/>
          </a:xfrm>
        </p:grpSpPr>
        <p:sp>
          <p:nvSpPr>
            <p:cNvPr id="367" name="Google Shape;367;p4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 name="Google Shape;369;p45"/>
          <p:cNvGrpSpPr/>
          <p:nvPr/>
        </p:nvGrpSpPr>
        <p:grpSpPr>
          <a:xfrm>
            <a:off x="4541087" y="3353101"/>
            <a:ext cx="254844" cy="253474"/>
            <a:chOff x="-6329100" y="3632100"/>
            <a:chExt cx="293025" cy="291450"/>
          </a:xfrm>
        </p:grpSpPr>
        <p:sp>
          <p:nvSpPr>
            <p:cNvPr id="370" name="Google Shape;370;p4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76" name="Shape 376"/>
        <p:cNvGrpSpPr/>
        <p:nvPr/>
      </p:nvGrpSpPr>
      <p:grpSpPr>
        <a:xfrm>
          <a:off x="0" y="0"/>
          <a:ext cx="0" cy="0"/>
          <a:chOff x="0" y="0"/>
          <a:chExt cx="0" cy="0"/>
        </a:xfrm>
      </p:grpSpPr>
      <p:grpSp>
        <p:nvGrpSpPr>
          <p:cNvPr id="377" name="Google Shape;377;p46"/>
          <p:cNvGrpSpPr/>
          <p:nvPr/>
        </p:nvGrpSpPr>
        <p:grpSpPr>
          <a:xfrm>
            <a:off x="1343043" y="3832782"/>
            <a:ext cx="291745" cy="222188"/>
            <a:chOff x="3271200" y="3863875"/>
            <a:chExt cx="481825" cy="366950"/>
          </a:xfrm>
        </p:grpSpPr>
        <p:sp>
          <p:nvSpPr>
            <p:cNvPr id="378" name="Google Shape;378;p4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 name="Google Shape;379;p4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 name="Google Shape;380;p46"/>
          <p:cNvGrpSpPr/>
          <p:nvPr/>
        </p:nvGrpSpPr>
        <p:grpSpPr>
          <a:xfrm>
            <a:off x="4541062" y="3799828"/>
            <a:ext cx="254864" cy="257380"/>
            <a:chOff x="-37804925" y="3953450"/>
            <a:chExt cx="315075" cy="318225"/>
          </a:xfrm>
        </p:grpSpPr>
        <p:sp>
          <p:nvSpPr>
            <p:cNvPr id="381" name="Google Shape;381;p4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 name="Google Shape;384;p46"/>
          <p:cNvGrpSpPr/>
          <p:nvPr/>
        </p:nvGrpSpPr>
        <p:grpSpPr>
          <a:xfrm>
            <a:off x="4522635" y="3285732"/>
            <a:ext cx="291741" cy="255607"/>
            <a:chOff x="899850" y="871450"/>
            <a:chExt cx="483175" cy="423400"/>
          </a:xfrm>
        </p:grpSpPr>
        <p:sp>
          <p:nvSpPr>
            <p:cNvPr id="385" name="Google Shape;385;p4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 name="Google Shape;386;p4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 name="Google Shape;387;p4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 name="Google Shape;388;p4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9" name="Google Shape;389;p46"/>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0" name="Google Shape;390;p46"/>
          <p:cNvGrpSpPr/>
          <p:nvPr/>
        </p:nvGrpSpPr>
        <p:grpSpPr>
          <a:xfrm>
            <a:off x="1343039" y="2440320"/>
            <a:ext cx="291768" cy="290652"/>
            <a:chOff x="2085450" y="842250"/>
            <a:chExt cx="483700" cy="481850"/>
          </a:xfrm>
        </p:grpSpPr>
        <p:sp>
          <p:nvSpPr>
            <p:cNvPr id="391" name="Google Shape;391;p4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 name="Google Shape;392;p4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 name="Google Shape;393;p4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 name="Google Shape;394;p46"/>
          <p:cNvGrpSpPr/>
          <p:nvPr/>
        </p:nvGrpSpPr>
        <p:grpSpPr>
          <a:xfrm>
            <a:off x="4541083" y="2436280"/>
            <a:ext cx="254847" cy="289962"/>
            <a:chOff x="2707500" y="249400"/>
            <a:chExt cx="423475" cy="481825"/>
          </a:xfrm>
        </p:grpSpPr>
        <p:sp>
          <p:nvSpPr>
            <p:cNvPr id="395" name="Google Shape;395;p4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 name="Google Shape;396;p4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7" name="Google Shape;397;p46"/>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398" name="Google Shape;398;p4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399" name="Google Shape;399;p46"/>
          <p:cNvGrpSpPr/>
          <p:nvPr/>
        </p:nvGrpSpPr>
        <p:grpSpPr>
          <a:xfrm>
            <a:off x="1343052" y="2010830"/>
            <a:ext cx="291746" cy="286082"/>
            <a:chOff x="1490050" y="3805975"/>
            <a:chExt cx="491900" cy="482350"/>
          </a:xfrm>
        </p:grpSpPr>
        <p:sp>
          <p:nvSpPr>
            <p:cNvPr id="400" name="Google Shape;400;p4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 name="Google Shape;401;p4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 name="Google Shape;402;p4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 name="Google Shape;403;p4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4" name="Google Shape;404;p46"/>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405" name="Google Shape;405;p46"/>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 name="Google Shape;406;p46"/>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07" name="Google Shape;407;p46"/>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08" name="Google Shape;408;p46"/>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09" name="Google Shape;409;p46"/>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10" name="Google Shape;410;p46"/>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11" name="Google Shape;411;p46"/>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12" name="Google Shape;412;p46"/>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13" name="Google Shape;413;p46"/>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14" name="Google Shape;414;p46"/>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15" name="Google Shape;415;p46"/>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5"/>
              </a:rPr>
              <a:t>blog</a:t>
            </a:r>
            <a:endParaRPr b="1"/>
          </a:p>
        </p:txBody>
      </p:sp>
      <p:grpSp>
        <p:nvGrpSpPr>
          <p:cNvPr id="416" name="Google Shape;416;p46"/>
          <p:cNvGrpSpPr/>
          <p:nvPr/>
        </p:nvGrpSpPr>
        <p:grpSpPr>
          <a:xfrm>
            <a:off x="8430787" y="228418"/>
            <a:ext cx="346490" cy="311075"/>
            <a:chOff x="5655285" y="1922218"/>
            <a:chExt cx="2946347" cy="2645192"/>
          </a:xfrm>
        </p:grpSpPr>
        <p:sp>
          <p:nvSpPr>
            <p:cNvPr id="417" name="Google Shape;417;p46"/>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46"/>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46"/>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46"/>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1" name="Google Shape;421;p46"/>
          <p:cNvGrpSpPr/>
          <p:nvPr/>
        </p:nvGrpSpPr>
        <p:grpSpPr>
          <a:xfrm>
            <a:off x="942179" y="2910127"/>
            <a:ext cx="291890" cy="291890"/>
            <a:chOff x="2085525" y="4992125"/>
            <a:chExt cx="481825" cy="481825"/>
          </a:xfrm>
        </p:grpSpPr>
        <p:sp>
          <p:nvSpPr>
            <p:cNvPr id="422" name="Google Shape;422;p4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 name="Google Shape;423;p4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 name="Google Shape;424;p46"/>
          <p:cNvGrpSpPr/>
          <p:nvPr/>
        </p:nvGrpSpPr>
        <p:grpSpPr>
          <a:xfrm>
            <a:off x="942192" y="1551114"/>
            <a:ext cx="291890" cy="291890"/>
            <a:chOff x="1492675" y="4992125"/>
            <a:chExt cx="481825" cy="481825"/>
          </a:xfrm>
        </p:grpSpPr>
        <p:sp>
          <p:nvSpPr>
            <p:cNvPr id="425" name="Google Shape;425;p4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 name="Google Shape;426;p4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30" name="Shape 430"/>
        <p:cNvGrpSpPr/>
        <p:nvPr/>
      </p:nvGrpSpPr>
      <p:grpSpPr>
        <a:xfrm>
          <a:off x="0" y="0"/>
          <a:ext cx="0" cy="0"/>
          <a:chOff x="0" y="0"/>
          <a:chExt cx="0" cy="0"/>
        </a:xfrm>
      </p:grpSpPr>
      <p:sp>
        <p:nvSpPr>
          <p:cNvPr id="431" name="Google Shape;431;p4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32" name="Google Shape;432;p47"/>
          <p:cNvSpPr txBox="1"/>
          <p:nvPr/>
        </p:nvSpPr>
        <p:spPr>
          <a:xfrm>
            <a:off x="713225" y="2426538"/>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33" name="Google Shape;433;p47"/>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grpSp>
        <p:nvGrpSpPr>
          <p:cNvPr id="434" name="Google Shape;434;p47"/>
          <p:cNvGrpSpPr/>
          <p:nvPr/>
        </p:nvGrpSpPr>
        <p:grpSpPr>
          <a:xfrm>
            <a:off x="5084767" y="1811403"/>
            <a:ext cx="412865" cy="384035"/>
            <a:chOff x="-49397175" y="3192625"/>
            <a:chExt cx="300900" cy="281200"/>
          </a:xfrm>
        </p:grpSpPr>
        <p:sp>
          <p:nvSpPr>
            <p:cNvPr id="435" name="Google Shape;435;p4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 name="Google Shape;442;p47"/>
          <p:cNvGrpSpPr/>
          <p:nvPr/>
        </p:nvGrpSpPr>
        <p:grpSpPr>
          <a:xfrm>
            <a:off x="794294" y="1812811"/>
            <a:ext cx="381187" cy="381219"/>
            <a:chOff x="-50134375" y="3550975"/>
            <a:chExt cx="300100" cy="300125"/>
          </a:xfrm>
        </p:grpSpPr>
        <p:sp>
          <p:nvSpPr>
            <p:cNvPr id="443" name="Google Shape;443;p4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 name="Google Shape;445;p47"/>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446" name="Google Shape;446;p47">
            <a:hlinkClick r:id="rId3"/>
          </p:cNvPr>
          <p:cNvSpPr/>
          <p:nvPr/>
        </p:nvSpPr>
        <p:spPr>
          <a:xfrm>
            <a:off x="794300" y="288075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4">
                  <a:extLst>
                    <a:ext uri="{A12FA001-AC4F-418D-AE19-62706E023703}">
                      <ahyp:hlinkClr val="tx"/>
                    </a:ext>
                  </a:extLst>
                </a:hlinkClick>
              </a:rPr>
              <a:t>Syne</a:t>
            </a:r>
            <a:endParaRPr b="1" sz="1100" u="sng">
              <a:solidFill>
                <a:srgbClr val="FFFFFF"/>
              </a:solidFill>
              <a:latin typeface="Inter"/>
              <a:ea typeface="Inter"/>
              <a:cs typeface="Inter"/>
              <a:sym typeface="Inter"/>
            </a:endParaRPr>
          </a:p>
        </p:txBody>
      </p:sp>
      <p:sp>
        <p:nvSpPr>
          <p:cNvPr id="447" name="Google Shape;447;p47">
            <a:hlinkClick r:id="rId5"/>
          </p:cNvPr>
          <p:cNvSpPr/>
          <p:nvPr/>
        </p:nvSpPr>
        <p:spPr>
          <a:xfrm>
            <a:off x="794300" y="346080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6">
                  <a:extLst>
                    <a:ext uri="{A12FA001-AC4F-418D-AE19-62706E023703}">
                      <ahyp:hlinkClr val="tx"/>
                    </a:ext>
                  </a:extLst>
                </a:hlinkClick>
              </a:rPr>
              <a:t>Albert Sans</a:t>
            </a:r>
            <a:endParaRPr b="1" sz="1100" u="sng">
              <a:solidFill>
                <a:srgbClr val="FFFFFF"/>
              </a:solidFill>
              <a:latin typeface="Inter"/>
              <a:ea typeface="Inter"/>
              <a:cs typeface="Inter"/>
              <a:sym typeface="Inter"/>
            </a:endParaRPr>
          </a:p>
        </p:txBody>
      </p:sp>
      <p:sp>
        <p:nvSpPr>
          <p:cNvPr id="448" name="Google Shape;448;p47"/>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449" name="Google Shape;449;p4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450" name="Google Shape;450;p47"/>
          <p:cNvSpPr/>
          <p:nvPr/>
        </p:nvSpPr>
        <p:spPr>
          <a:xfrm>
            <a:off x="5068946" y="2360912"/>
            <a:ext cx="689100" cy="656700"/>
          </a:xfrm>
          <a:prstGeom prst="roundRect">
            <a:avLst>
              <a:gd fmla="val 16667" name="adj"/>
            </a:avLst>
          </a:prstGeom>
          <a:solidFill>
            <a:srgbClr val="FFFFFF"/>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1" name="Google Shape;451;p47"/>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091060"/>
                </a:solidFill>
                <a:latin typeface="Inter"/>
                <a:ea typeface="Inter"/>
                <a:cs typeface="Inter"/>
                <a:sym typeface="Inter"/>
              </a:rPr>
              <a:t>#ffffff</a:t>
            </a:r>
            <a:endParaRPr sz="900">
              <a:solidFill>
                <a:srgbClr val="091060"/>
              </a:solidFill>
              <a:latin typeface="Inter"/>
              <a:ea typeface="Inter"/>
              <a:cs typeface="Inter"/>
              <a:sym typeface="Inter"/>
            </a:endParaRPr>
          </a:p>
        </p:txBody>
      </p:sp>
      <p:sp>
        <p:nvSpPr>
          <p:cNvPr id="452" name="Google Shape;452;p47"/>
          <p:cNvSpPr/>
          <p:nvPr/>
        </p:nvSpPr>
        <p:spPr>
          <a:xfrm>
            <a:off x="5881037" y="2360912"/>
            <a:ext cx="689100" cy="656700"/>
          </a:xfrm>
          <a:prstGeom prst="roundRect">
            <a:avLst>
              <a:gd fmla="val 16667" name="adj"/>
            </a:avLst>
          </a:prstGeom>
          <a:solidFill>
            <a:srgbClr val="091060"/>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3" name="Google Shape;453;p47"/>
          <p:cNvSpPr txBox="1"/>
          <p:nvPr/>
        </p:nvSpPr>
        <p:spPr>
          <a:xfrm>
            <a:off x="58810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#091060</a:t>
            </a:r>
            <a:endParaRPr sz="900">
              <a:solidFill>
                <a:srgbClr val="FFFFFF"/>
              </a:solidFill>
              <a:latin typeface="Inter"/>
              <a:ea typeface="Inter"/>
              <a:cs typeface="Inter"/>
              <a:sym typeface="Inter"/>
            </a:endParaRPr>
          </a:p>
        </p:txBody>
      </p:sp>
      <p:sp>
        <p:nvSpPr>
          <p:cNvPr id="454" name="Google Shape;454;p47"/>
          <p:cNvSpPr/>
          <p:nvPr/>
        </p:nvSpPr>
        <p:spPr>
          <a:xfrm>
            <a:off x="5068946" y="3142437"/>
            <a:ext cx="689100" cy="656700"/>
          </a:xfrm>
          <a:prstGeom prst="roundRect">
            <a:avLst>
              <a:gd fmla="val 16667" name="adj"/>
            </a:avLst>
          </a:prstGeom>
          <a:solidFill>
            <a:srgbClr val="0DEEE7"/>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5" name="Google Shape;455;p47"/>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091060"/>
                </a:solidFill>
                <a:latin typeface="Inter"/>
                <a:ea typeface="Inter"/>
                <a:cs typeface="Inter"/>
                <a:sym typeface="Inter"/>
              </a:rPr>
              <a:t>#0deee7</a:t>
            </a:r>
            <a:endParaRPr sz="900">
              <a:solidFill>
                <a:srgbClr val="091060"/>
              </a:solidFill>
              <a:latin typeface="Inter"/>
              <a:ea typeface="Inter"/>
              <a:cs typeface="Inter"/>
              <a:sym typeface="Inter"/>
            </a:endParaRPr>
          </a:p>
        </p:txBody>
      </p:sp>
      <p:sp>
        <p:nvSpPr>
          <p:cNvPr id="456" name="Google Shape;456;p47"/>
          <p:cNvSpPr/>
          <p:nvPr/>
        </p:nvSpPr>
        <p:spPr>
          <a:xfrm>
            <a:off x="5881037" y="3142437"/>
            <a:ext cx="689100" cy="656700"/>
          </a:xfrm>
          <a:prstGeom prst="roundRect">
            <a:avLst>
              <a:gd fmla="val 16667" name="adj"/>
            </a:avLst>
          </a:prstGeom>
          <a:solidFill>
            <a:srgbClr val="01507C"/>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7" name="Google Shape;457;p47"/>
          <p:cNvSpPr txBox="1"/>
          <p:nvPr/>
        </p:nvSpPr>
        <p:spPr>
          <a:xfrm>
            <a:off x="58810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#01507c</a:t>
            </a:r>
            <a:endParaRPr sz="900">
              <a:solidFill>
                <a:srgbClr val="FFFFFF"/>
              </a:solidFill>
              <a:latin typeface="Inter"/>
              <a:ea typeface="Inter"/>
              <a:cs typeface="Inter"/>
              <a:sym typeface="Inter"/>
            </a:endParaRPr>
          </a:p>
        </p:txBody>
      </p:sp>
      <p:sp>
        <p:nvSpPr>
          <p:cNvPr id="458" name="Google Shape;458;p47"/>
          <p:cNvSpPr/>
          <p:nvPr/>
        </p:nvSpPr>
        <p:spPr>
          <a:xfrm>
            <a:off x="6693137" y="2360912"/>
            <a:ext cx="689100" cy="656700"/>
          </a:xfrm>
          <a:prstGeom prst="roundRect">
            <a:avLst>
              <a:gd fmla="val 16667" name="adj"/>
            </a:avLst>
          </a:prstGeom>
          <a:solidFill>
            <a:srgbClr val="7247B8"/>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59" name="Google Shape;459;p47"/>
          <p:cNvSpPr txBox="1"/>
          <p:nvPr/>
        </p:nvSpPr>
        <p:spPr>
          <a:xfrm>
            <a:off x="66931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#7247b8</a:t>
            </a:r>
            <a:endParaRPr sz="900">
              <a:solidFill>
                <a:srgbClr val="FFFFFF"/>
              </a:solidFill>
              <a:latin typeface="Inter"/>
              <a:ea typeface="Inter"/>
              <a:cs typeface="Inter"/>
              <a:sym typeface="Inter"/>
            </a:endParaRPr>
          </a:p>
        </p:txBody>
      </p:sp>
      <p:sp>
        <p:nvSpPr>
          <p:cNvPr id="460" name="Google Shape;460;p47"/>
          <p:cNvSpPr/>
          <p:nvPr/>
        </p:nvSpPr>
        <p:spPr>
          <a:xfrm>
            <a:off x="6693137" y="3142437"/>
            <a:ext cx="689100" cy="656700"/>
          </a:xfrm>
          <a:prstGeom prst="roundRect">
            <a:avLst>
              <a:gd fmla="val 16667" name="adj"/>
            </a:avLst>
          </a:prstGeom>
          <a:solidFill>
            <a:srgbClr val="15D2CB"/>
          </a:solidFill>
          <a:ln cap="flat" cmpd="sng" w="19050">
            <a:solidFill>
              <a:srgbClr val="7247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060"/>
              </a:solidFill>
              <a:latin typeface="Inter"/>
              <a:ea typeface="Inter"/>
              <a:cs typeface="Inter"/>
              <a:sym typeface="Inter"/>
            </a:endParaRPr>
          </a:p>
        </p:txBody>
      </p:sp>
      <p:sp>
        <p:nvSpPr>
          <p:cNvPr id="461" name="Google Shape;461;p47"/>
          <p:cNvSpPr txBox="1"/>
          <p:nvPr/>
        </p:nvSpPr>
        <p:spPr>
          <a:xfrm>
            <a:off x="66931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091060"/>
                </a:solidFill>
                <a:latin typeface="Inter"/>
                <a:ea typeface="Inter"/>
                <a:cs typeface="Inter"/>
                <a:sym typeface="Inter"/>
              </a:rPr>
              <a:t>#15d2cb</a:t>
            </a:r>
            <a:endParaRPr sz="900">
              <a:solidFill>
                <a:srgbClr val="091060"/>
              </a:solidFill>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65" name="Shape 465"/>
        <p:cNvGrpSpPr/>
        <p:nvPr/>
      </p:nvGrpSpPr>
      <p:grpSpPr>
        <a:xfrm>
          <a:off x="0" y="0"/>
          <a:ext cx="0" cy="0"/>
          <a:chOff x="0" y="0"/>
          <a:chExt cx="0" cy="0"/>
        </a:xfrm>
      </p:grpSpPr>
      <p:sp>
        <p:nvSpPr>
          <p:cNvPr id="466" name="Google Shape;466;p4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467" name="Google Shape;467;p48"/>
          <p:cNvPicPr preferRelativeResize="0"/>
          <p:nvPr/>
        </p:nvPicPr>
        <p:blipFill rotWithShape="1">
          <a:blip r:embed="rId3">
            <a:alphaModFix/>
          </a:blip>
          <a:srcRect b="23100" l="15472" r="10608" t="9885"/>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8" name="Google Shape;468;p48"/>
          <p:cNvPicPr preferRelativeResize="0"/>
          <p:nvPr/>
        </p:nvPicPr>
        <p:blipFill rotWithShape="1">
          <a:blip r:embed="rId4">
            <a:alphaModFix/>
          </a:blip>
          <a:srcRect b="58024" l="19756" r="0" t="20518"/>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9" name="Google Shape;469;p48"/>
          <p:cNvPicPr preferRelativeResize="0"/>
          <p:nvPr/>
        </p:nvPicPr>
        <p:blipFill rotWithShape="1">
          <a:blip r:embed="rId5">
            <a:alphaModFix/>
          </a:blip>
          <a:srcRect b="-1591"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70" name="Google Shape;470;p48"/>
          <p:cNvPicPr preferRelativeResize="0"/>
          <p:nvPr/>
        </p:nvPicPr>
        <p:blipFill rotWithShape="1">
          <a:blip r:embed="rId6">
            <a:alphaModFix/>
          </a:blip>
          <a:srcRect b="15832" l="3892" r="3883" t="22371"/>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2999"/>
              </a:schemeClr>
            </a:outerShdw>
          </a:effectLst>
        </p:spPr>
      </p:pic>
      <p:sp>
        <p:nvSpPr>
          <p:cNvPr id="471" name="Google Shape;471;p48"/>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72" name="Google Shape;472;p48">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76" name="Shape 476"/>
        <p:cNvGrpSpPr/>
        <p:nvPr/>
      </p:nvGrpSpPr>
      <p:grpSpPr>
        <a:xfrm>
          <a:off x="0" y="0"/>
          <a:ext cx="0" cy="0"/>
          <a:chOff x="0" y="0"/>
          <a:chExt cx="0" cy="0"/>
        </a:xfrm>
      </p:grpSpPr>
      <p:sp>
        <p:nvSpPr>
          <p:cNvPr id="477" name="Google Shape;477;p49"/>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78" name="Google Shape;478;p49"/>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479" name="Google Shape;479;p49"/>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0" name="Google Shape;480;p49"/>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1" name="Google Shape;481;p49"/>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2" name="Google Shape;482;p49"/>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3" name="Google Shape;483;p49"/>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84" name="Google Shape;484;p49"/>
          <p:cNvGrpSpPr/>
          <p:nvPr/>
        </p:nvGrpSpPr>
        <p:grpSpPr>
          <a:xfrm>
            <a:off x="6057249" y="2960428"/>
            <a:ext cx="547157" cy="635405"/>
            <a:chOff x="4727025" y="1332775"/>
            <a:chExt cx="59900" cy="69625"/>
          </a:xfrm>
        </p:grpSpPr>
        <p:sp>
          <p:nvSpPr>
            <p:cNvPr id="485" name="Google Shape;485;p4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 name="Google Shape;487;p49"/>
          <p:cNvGrpSpPr/>
          <p:nvPr/>
        </p:nvGrpSpPr>
        <p:grpSpPr>
          <a:xfrm>
            <a:off x="6828373" y="1960663"/>
            <a:ext cx="618887" cy="618883"/>
            <a:chOff x="4820425" y="1329900"/>
            <a:chExt cx="70175" cy="70350"/>
          </a:xfrm>
        </p:grpSpPr>
        <p:sp>
          <p:nvSpPr>
            <p:cNvPr id="488" name="Google Shape;488;p4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49"/>
          <p:cNvGrpSpPr/>
          <p:nvPr/>
        </p:nvGrpSpPr>
        <p:grpSpPr>
          <a:xfrm>
            <a:off x="5953936" y="1975259"/>
            <a:ext cx="664883" cy="609273"/>
            <a:chOff x="4903200" y="1331525"/>
            <a:chExt cx="73575" cy="67425"/>
          </a:xfrm>
        </p:grpSpPr>
        <p:sp>
          <p:nvSpPr>
            <p:cNvPr id="493" name="Google Shape;493;p4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94" name="Google Shape;494;p4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49"/>
          <p:cNvGrpSpPr/>
          <p:nvPr/>
        </p:nvGrpSpPr>
        <p:grpSpPr>
          <a:xfrm>
            <a:off x="6801402" y="2947166"/>
            <a:ext cx="672829" cy="632468"/>
            <a:chOff x="4815575" y="1416800"/>
            <a:chExt cx="73750" cy="71400"/>
          </a:xfrm>
        </p:grpSpPr>
        <p:sp>
          <p:nvSpPr>
            <p:cNvPr id="496" name="Google Shape;496;p4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49"/>
          <p:cNvGrpSpPr/>
          <p:nvPr/>
        </p:nvGrpSpPr>
        <p:grpSpPr>
          <a:xfrm>
            <a:off x="6017811" y="3967835"/>
            <a:ext cx="633900" cy="633900"/>
            <a:chOff x="5771961" y="3831737"/>
            <a:chExt cx="633900" cy="633900"/>
          </a:xfrm>
        </p:grpSpPr>
        <p:sp>
          <p:nvSpPr>
            <p:cNvPr id="500" name="Google Shape;500;p49"/>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9"/>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49"/>
          <p:cNvGrpSpPr/>
          <p:nvPr/>
        </p:nvGrpSpPr>
        <p:grpSpPr>
          <a:xfrm>
            <a:off x="6819423" y="3950890"/>
            <a:ext cx="636787" cy="649524"/>
            <a:chOff x="4818100" y="1507675"/>
            <a:chExt cx="71225" cy="71625"/>
          </a:xfrm>
        </p:grpSpPr>
        <p:sp>
          <p:nvSpPr>
            <p:cNvPr id="503" name="Google Shape;503;p4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49"/>
          <p:cNvGrpSpPr/>
          <p:nvPr/>
        </p:nvGrpSpPr>
        <p:grpSpPr>
          <a:xfrm>
            <a:off x="5184293" y="3944970"/>
            <a:ext cx="649520" cy="661559"/>
            <a:chOff x="4906800" y="1507500"/>
            <a:chExt cx="70350" cy="71075"/>
          </a:xfrm>
        </p:grpSpPr>
        <p:sp>
          <p:nvSpPr>
            <p:cNvPr id="508" name="Google Shape;508;p4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9"/>
          <p:cNvGrpSpPr/>
          <p:nvPr/>
        </p:nvGrpSpPr>
        <p:grpSpPr>
          <a:xfrm>
            <a:off x="5195217" y="1960672"/>
            <a:ext cx="627699" cy="627780"/>
            <a:chOff x="3736598" y="2170606"/>
            <a:chExt cx="404889" cy="404889"/>
          </a:xfrm>
        </p:grpSpPr>
        <p:sp>
          <p:nvSpPr>
            <p:cNvPr id="514" name="Google Shape;514;p4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49"/>
          <p:cNvGrpSpPr/>
          <p:nvPr/>
        </p:nvGrpSpPr>
        <p:grpSpPr>
          <a:xfrm>
            <a:off x="4348491" y="1960790"/>
            <a:ext cx="711386" cy="627545"/>
            <a:chOff x="3161917" y="2170682"/>
            <a:chExt cx="458870" cy="404737"/>
          </a:xfrm>
        </p:grpSpPr>
        <p:sp>
          <p:nvSpPr>
            <p:cNvPr id="519" name="Google Shape;519;p4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20" name="Google Shape;520;p4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9"/>
          <p:cNvGrpSpPr/>
          <p:nvPr/>
        </p:nvGrpSpPr>
        <p:grpSpPr>
          <a:xfrm>
            <a:off x="4382541" y="2970114"/>
            <a:ext cx="643364" cy="616032"/>
            <a:chOff x="3179914" y="2889488"/>
            <a:chExt cx="422876" cy="404911"/>
          </a:xfrm>
        </p:grpSpPr>
        <p:sp>
          <p:nvSpPr>
            <p:cNvPr id="523" name="Google Shape;523;p4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49"/>
          <p:cNvGrpSpPr/>
          <p:nvPr/>
        </p:nvGrpSpPr>
        <p:grpSpPr>
          <a:xfrm>
            <a:off x="5200057" y="2970064"/>
            <a:ext cx="637699" cy="616132"/>
            <a:chOff x="3729467" y="2889422"/>
            <a:chExt cx="419153" cy="404977"/>
          </a:xfrm>
        </p:grpSpPr>
        <p:sp>
          <p:nvSpPr>
            <p:cNvPr id="530" name="Google Shape;530;p4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 name="Google Shape;537;p49"/>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9"/>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 name="Google Shape;539;p49"/>
          <p:cNvGrpSpPr/>
          <p:nvPr/>
        </p:nvGrpSpPr>
        <p:grpSpPr>
          <a:xfrm>
            <a:off x="7684888" y="2251259"/>
            <a:ext cx="253114" cy="215138"/>
            <a:chOff x="4660325" y="1866850"/>
            <a:chExt cx="68350" cy="58100"/>
          </a:xfrm>
        </p:grpSpPr>
        <p:sp>
          <p:nvSpPr>
            <p:cNvPr id="540" name="Google Shape;540;p4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49"/>
          <p:cNvGrpSpPr/>
          <p:nvPr/>
        </p:nvGrpSpPr>
        <p:grpSpPr>
          <a:xfrm>
            <a:off x="8148685" y="2290371"/>
            <a:ext cx="247096" cy="136915"/>
            <a:chOff x="4791775" y="1877500"/>
            <a:chExt cx="66725" cy="36975"/>
          </a:xfrm>
        </p:grpSpPr>
        <p:sp>
          <p:nvSpPr>
            <p:cNvPr id="543" name="Google Shape;543;p4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49"/>
          <p:cNvGrpSpPr/>
          <p:nvPr/>
        </p:nvGrpSpPr>
        <p:grpSpPr>
          <a:xfrm>
            <a:off x="8162017" y="3518149"/>
            <a:ext cx="220433" cy="136915"/>
            <a:chOff x="4923925" y="1877500"/>
            <a:chExt cx="59525" cy="36975"/>
          </a:xfrm>
        </p:grpSpPr>
        <p:sp>
          <p:nvSpPr>
            <p:cNvPr id="546" name="Google Shape;546;p4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 name="Google Shape;548;p49"/>
          <p:cNvGrpSpPr/>
          <p:nvPr/>
        </p:nvGrpSpPr>
        <p:grpSpPr>
          <a:xfrm>
            <a:off x="7703914" y="3491072"/>
            <a:ext cx="215063" cy="191070"/>
            <a:chOff x="5058450" y="1870100"/>
            <a:chExt cx="58075" cy="51600"/>
          </a:xfrm>
        </p:grpSpPr>
        <p:sp>
          <p:nvSpPr>
            <p:cNvPr id="549" name="Google Shape;549;p4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49"/>
          <p:cNvGrpSpPr/>
          <p:nvPr/>
        </p:nvGrpSpPr>
        <p:grpSpPr>
          <a:xfrm>
            <a:off x="7716273" y="3171274"/>
            <a:ext cx="190344" cy="194402"/>
            <a:chOff x="4676550" y="2160575"/>
            <a:chExt cx="51400" cy="52500"/>
          </a:xfrm>
        </p:grpSpPr>
        <p:sp>
          <p:nvSpPr>
            <p:cNvPr id="552" name="Google Shape;552;p4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49"/>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 name="Google Shape;556;p49"/>
          <p:cNvGrpSpPr/>
          <p:nvPr/>
        </p:nvGrpSpPr>
        <p:grpSpPr>
          <a:xfrm>
            <a:off x="8131604" y="4049152"/>
            <a:ext cx="281258" cy="243836"/>
            <a:chOff x="5037700" y="2430325"/>
            <a:chExt cx="75950" cy="65850"/>
          </a:xfrm>
        </p:grpSpPr>
        <p:sp>
          <p:nvSpPr>
            <p:cNvPr id="557" name="Google Shape;557;p4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49"/>
          <p:cNvGrpSpPr/>
          <p:nvPr/>
        </p:nvGrpSpPr>
        <p:grpSpPr>
          <a:xfrm>
            <a:off x="721961" y="1949359"/>
            <a:ext cx="2665005" cy="270860"/>
            <a:chOff x="6336019" y="3733725"/>
            <a:chExt cx="2566206" cy="351310"/>
          </a:xfrm>
        </p:grpSpPr>
        <p:sp>
          <p:nvSpPr>
            <p:cNvPr id="560" name="Google Shape;560;p49"/>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9"/>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9"/>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9"/>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64" name="Google Shape;564;p49"/>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 name="Google Shape;565;p49"/>
          <p:cNvGrpSpPr/>
          <p:nvPr/>
        </p:nvGrpSpPr>
        <p:grpSpPr>
          <a:xfrm flipH="1">
            <a:off x="3575516" y="1954083"/>
            <a:ext cx="631989" cy="631989"/>
            <a:chOff x="5681300" y="2527788"/>
            <a:chExt cx="805800" cy="805800"/>
          </a:xfrm>
        </p:grpSpPr>
        <p:sp>
          <p:nvSpPr>
            <p:cNvPr id="566" name="Google Shape;566;p49"/>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9"/>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 name="Google Shape;568;p49"/>
          <p:cNvGrpSpPr/>
          <p:nvPr/>
        </p:nvGrpSpPr>
        <p:grpSpPr>
          <a:xfrm flipH="1">
            <a:off x="3573551" y="3964578"/>
            <a:ext cx="633954" cy="633782"/>
            <a:chOff x="4049800" y="640400"/>
            <a:chExt cx="858900" cy="858900"/>
          </a:xfrm>
        </p:grpSpPr>
        <p:sp>
          <p:nvSpPr>
            <p:cNvPr id="569" name="Google Shape;569;p49"/>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9"/>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 name="Google Shape;571;p49"/>
          <p:cNvGrpSpPr/>
          <p:nvPr/>
        </p:nvGrpSpPr>
        <p:grpSpPr>
          <a:xfrm flipH="1">
            <a:off x="4280059" y="3853009"/>
            <a:ext cx="848259" cy="848355"/>
            <a:chOff x="5080188" y="927900"/>
            <a:chExt cx="961200" cy="961200"/>
          </a:xfrm>
        </p:grpSpPr>
        <p:sp>
          <p:nvSpPr>
            <p:cNvPr id="572" name="Google Shape;572;p49"/>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9"/>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9"/>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9"/>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9"/>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9"/>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9"/>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9"/>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49"/>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9"/>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 name="Google Shape;582;p49"/>
          <p:cNvGrpSpPr/>
          <p:nvPr/>
        </p:nvGrpSpPr>
        <p:grpSpPr>
          <a:xfrm>
            <a:off x="3574205" y="2962074"/>
            <a:ext cx="633300" cy="632112"/>
            <a:chOff x="3309128" y="2874033"/>
            <a:chExt cx="633300" cy="632113"/>
          </a:xfrm>
        </p:grpSpPr>
        <p:grpSp>
          <p:nvGrpSpPr>
            <p:cNvPr id="583" name="Google Shape;583;p49"/>
            <p:cNvGrpSpPr/>
            <p:nvPr/>
          </p:nvGrpSpPr>
          <p:grpSpPr>
            <a:xfrm flipH="1">
              <a:off x="3310391" y="2874095"/>
              <a:ext cx="631989" cy="631989"/>
              <a:chOff x="5681300" y="2527788"/>
              <a:chExt cx="805800" cy="805800"/>
            </a:xfrm>
          </p:grpSpPr>
          <p:sp>
            <p:nvSpPr>
              <p:cNvPr id="584" name="Google Shape;584;p49"/>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9"/>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 name="Google Shape;586;p49"/>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9"/>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 name="Google Shape;588;p49"/>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9" name="Google Shape;589;p49"/>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0" name="Google Shape;590;p49"/>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1" name="Google Shape;591;p49"/>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2" name="Google Shape;592;p49"/>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93" name="Google Shape;593;p49"/>
          <p:cNvGrpSpPr/>
          <p:nvPr/>
        </p:nvGrpSpPr>
        <p:grpSpPr>
          <a:xfrm>
            <a:off x="727325" y="3289926"/>
            <a:ext cx="1275785" cy="243900"/>
            <a:chOff x="727100" y="2805863"/>
            <a:chExt cx="1052975" cy="243900"/>
          </a:xfrm>
        </p:grpSpPr>
        <p:sp>
          <p:nvSpPr>
            <p:cNvPr id="594" name="Google Shape;594;p49"/>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5" name="Google Shape;595;p49"/>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6" name="Google Shape;596;p49"/>
          <p:cNvGrpSpPr/>
          <p:nvPr/>
        </p:nvGrpSpPr>
        <p:grpSpPr>
          <a:xfrm>
            <a:off x="2098996" y="2365190"/>
            <a:ext cx="1283157" cy="280500"/>
            <a:chOff x="2098900" y="2390725"/>
            <a:chExt cx="1245300" cy="280500"/>
          </a:xfrm>
        </p:grpSpPr>
        <p:sp>
          <p:nvSpPr>
            <p:cNvPr id="597" name="Google Shape;597;p49"/>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8" name="Google Shape;598;p49"/>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9" name="Google Shape;599;p49"/>
          <p:cNvGrpSpPr/>
          <p:nvPr/>
        </p:nvGrpSpPr>
        <p:grpSpPr>
          <a:xfrm>
            <a:off x="721950" y="2767089"/>
            <a:ext cx="1284825" cy="414000"/>
            <a:chOff x="721950" y="2306059"/>
            <a:chExt cx="1284825" cy="414000"/>
          </a:xfrm>
        </p:grpSpPr>
        <p:sp>
          <p:nvSpPr>
            <p:cNvPr id="600" name="Google Shape;600;p49"/>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1" name="Google Shape;601;p49"/>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2" name="Google Shape;602;p49"/>
          <p:cNvGrpSpPr/>
          <p:nvPr/>
        </p:nvGrpSpPr>
        <p:grpSpPr>
          <a:xfrm>
            <a:off x="713229" y="2329056"/>
            <a:ext cx="1293618" cy="329196"/>
            <a:chOff x="713225" y="3210638"/>
            <a:chExt cx="1242550" cy="316200"/>
          </a:xfrm>
        </p:grpSpPr>
        <p:sp>
          <p:nvSpPr>
            <p:cNvPr id="603" name="Google Shape;603;p49"/>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4" name="Google Shape;604;p49"/>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5" name="Google Shape;605;p49"/>
          <p:cNvGrpSpPr/>
          <p:nvPr/>
        </p:nvGrpSpPr>
        <p:grpSpPr>
          <a:xfrm>
            <a:off x="721985" y="4382375"/>
            <a:ext cx="1283160" cy="215100"/>
            <a:chOff x="721950" y="4382375"/>
            <a:chExt cx="1247725" cy="215100"/>
          </a:xfrm>
        </p:grpSpPr>
        <p:sp>
          <p:nvSpPr>
            <p:cNvPr id="606" name="Google Shape;606;p49"/>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7" name="Google Shape;607;p49"/>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8" name="Google Shape;608;p49"/>
          <p:cNvGrpSpPr/>
          <p:nvPr/>
        </p:nvGrpSpPr>
        <p:grpSpPr>
          <a:xfrm>
            <a:off x="2098906" y="2790661"/>
            <a:ext cx="1283103" cy="344100"/>
            <a:chOff x="2098900" y="2843850"/>
            <a:chExt cx="1227850" cy="344100"/>
          </a:xfrm>
        </p:grpSpPr>
        <p:sp>
          <p:nvSpPr>
            <p:cNvPr id="609" name="Google Shape;609;p49"/>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10" name="Google Shape;610;p49"/>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11" name="Google Shape;611;p49"/>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grpSp>
        <p:nvGrpSpPr>
          <p:cNvPr id="616" name="Google Shape;616;p50"/>
          <p:cNvGrpSpPr/>
          <p:nvPr/>
        </p:nvGrpSpPr>
        <p:grpSpPr>
          <a:xfrm>
            <a:off x="870168" y="539716"/>
            <a:ext cx="3548604" cy="1964364"/>
            <a:chOff x="2654821" y="2311071"/>
            <a:chExt cx="2279715" cy="1262120"/>
          </a:xfrm>
        </p:grpSpPr>
        <p:grpSp>
          <p:nvGrpSpPr>
            <p:cNvPr id="617" name="Google Shape;617;p50"/>
            <p:cNvGrpSpPr/>
            <p:nvPr/>
          </p:nvGrpSpPr>
          <p:grpSpPr>
            <a:xfrm>
              <a:off x="4034269" y="2840745"/>
              <a:ext cx="40212" cy="36437"/>
              <a:chOff x="4293400" y="2574725"/>
              <a:chExt cx="84425" cy="80100"/>
            </a:xfrm>
          </p:grpSpPr>
          <p:sp>
            <p:nvSpPr>
              <p:cNvPr id="618" name="Google Shape;618;p5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19" name="Google Shape;619;p5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50"/>
            <p:cNvGrpSpPr/>
            <p:nvPr/>
          </p:nvGrpSpPr>
          <p:grpSpPr>
            <a:xfrm>
              <a:off x="3894606" y="2334874"/>
              <a:ext cx="913198" cy="518984"/>
              <a:chOff x="4000175" y="1462675"/>
              <a:chExt cx="1917275" cy="1140875"/>
            </a:xfrm>
          </p:grpSpPr>
          <p:sp>
            <p:nvSpPr>
              <p:cNvPr id="621" name="Google Shape;621;p5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22" name="Google Shape;622;p50"/>
              <p:cNvGrpSpPr/>
              <p:nvPr/>
            </p:nvGrpSpPr>
            <p:grpSpPr>
              <a:xfrm>
                <a:off x="4000175" y="1462675"/>
                <a:ext cx="1917275" cy="1140875"/>
                <a:chOff x="4000175" y="1462675"/>
                <a:chExt cx="1917275" cy="1140875"/>
              </a:xfrm>
            </p:grpSpPr>
            <p:sp>
              <p:nvSpPr>
                <p:cNvPr id="623" name="Google Shape;623;p5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24" name="Google Shape;624;p5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28" name="Google Shape;628;p5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 name="Google Shape;629;p50"/>
            <p:cNvGrpSpPr/>
            <p:nvPr/>
          </p:nvGrpSpPr>
          <p:grpSpPr>
            <a:xfrm>
              <a:off x="3875768" y="2846704"/>
              <a:ext cx="44796" cy="47366"/>
              <a:chOff x="3960625" y="2587825"/>
              <a:chExt cx="94050" cy="104125"/>
            </a:xfrm>
          </p:grpSpPr>
          <p:sp>
            <p:nvSpPr>
              <p:cNvPr id="630" name="Google Shape;630;p5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31" name="Google Shape;631;p5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50"/>
            <p:cNvGrpSpPr/>
            <p:nvPr/>
          </p:nvGrpSpPr>
          <p:grpSpPr>
            <a:xfrm>
              <a:off x="3782759" y="2807162"/>
              <a:ext cx="82686" cy="85487"/>
              <a:chOff x="3765350" y="2500900"/>
              <a:chExt cx="173600" cy="187925"/>
            </a:xfrm>
          </p:grpSpPr>
          <p:sp>
            <p:nvSpPr>
              <p:cNvPr id="633" name="Google Shape;633;p5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34" name="Google Shape;634;p5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50"/>
            <p:cNvGrpSpPr/>
            <p:nvPr/>
          </p:nvGrpSpPr>
          <p:grpSpPr>
            <a:xfrm>
              <a:off x="3775674" y="2798496"/>
              <a:ext cx="40545" cy="23564"/>
              <a:chOff x="3750475" y="2481850"/>
              <a:chExt cx="85125" cy="51800"/>
            </a:xfrm>
          </p:grpSpPr>
          <p:sp>
            <p:nvSpPr>
              <p:cNvPr id="640" name="Google Shape;640;p5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42" name="Google Shape;642;p50"/>
            <p:cNvGrpSpPr/>
            <p:nvPr/>
          </p:nvGrpSpPr>
          <p:grpSpPr>
            <a:xfrm>
              <a:off x="3716946" y="2776024"/>
              <a:ext cx="81971" cy="76912"/>
              <a:chOff x="3627175" y="2432450"/>
              <a:chExt cx="172100" cy="169075"/>
            </a:xfrm>
          </p:grpSpPr>
          <p:sp>
            <p:nvSpPr>
              <p:cNvPr id="643" name="Google Shape;643;p5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45" name="Google Shape;645;p5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46" name="Google Shape;646;p50"/>
            <p:cNvGrpSpPr/>
            <p:nvPr/>
          </p:nvGrpSpPr>
          <p:grpSpPr>
            <a:xfrm>
              <a:off x="3685682" y="2845624"/>
              <a:ext cx="29311" cy="45055"/>
              <a:chOff x="3561536" y="2585450"/>
              <a:chExt cx="61539" cy="99045"/>
            </a:xfrm>
          </p:grpSpPr>
          <p:sp>
            <p:nvSpPr>
              <p:cNvPr id="647" name="Google Shape;647;p5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49" name="Google Shape;649;p50"/>
            <p:cNvGrpSpPr/>
            <p:nvPr/>
          </p:nvGrpSpPr>
          <p:grpSpPr>
            <a:xfrm>
              <a:off x="3849905" y="2572252"/>
              <a:ext cx="74339" cy="119559"/>
              <a:chOff x="3906325" y="1984500"/>
              <a:chExt cx="156075" cy="262825"/>
            </a:xfrm>
          </p:grpSpPr>
          <p:sp>
            <p:nvSpPr>
              <p:cNvPr id="650" name="Google Shape;650;p5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651" name="Google Shape;651;p5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50"/>
            <p:cNvGrpSpPr/>
            <p:nvPr/>
          </p:nvGrpSpPr>
          <p:grpSpPr>
            <a:xfrm>
              <a:off x="2654821" y="2414345"/>
              <a:ext cx="667570" cy="558731"/>
              <a:chOff x="1397225" y="1637375"/>
              <a:chExt cx="1401575" cy="1228250"/>
            </a:xfrm>
          </p:grpSpPr>
          <p:sp>
            <p:nvSpPr>
              <p:cNvPr id="653" name="Google Shape;653;p5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654" name="Google Shape;654;p50"/>
              <p:cNvGrpSpPr/>
              <p:nvPr/>
            </p:nvGrpSpPr>
            <p:grpSpPr>
              <a:xfrm>
                <a:off x="1397225" y="1637375"/>
                <a:ext cx="1398775" cy="1228250"/>
                <a:chOff x="1397225" y="1637375"/>
                <a:chExt cx="1398775" cy="1228250"/>
              </a:xfrm>
            </p:grpSpPr>
            <p:sp>
              <p:nvSpPr>
                <p:cNvPr id="655" name="Google Shape;655;p5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 name="Google Shape;657;p50"/>
            <p:cNvGrpSpPr/>
            <p:nvPr/>
          </p:nvGrpSpPr>
          <p:grpSpPr>
            <a:xfrm>
              <a:off x="3230417" y="3103734"/>
              <a:ext cx="282982" cy="280332"/>
              <a:chOff x="2605700" y="3152850"/>
              <a:chExt cx="594125" cy="616250"/>
            </a:xfrm>
          </p:grpSpPr>
          <p:sp>
            <p:nvSpPr>
              <p:cNvPr id="658" name="Google Shape;658;p5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659" name="Google Shape;659;p5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660" name="Google Shape;660;p50"/>
            <p:cNvGrpSpPr/>
            <p:nvPr/>
          </p:nvGrpSpPr>
          <p:grpSpPr>
            <a:xfrm>
              <a:off x="3265985" y="3226989"/>
              <a:ext cx="87151" cy="346202"/>
              <a:chOff x="2680375" y="3423800"/>
              <a:chExt cx="182975" cy="761050"/>
            </a:xfrm>
          </p:grpSpPr>
          <p:sp>
            <p:nvSpPr>
              <p:cNvPr id="661" name="Google Shape;661;p5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662" name="Google Shape;662;p5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50"/>
            <p:cNvGrpSpPr/>
            <p:nvPr/>
          </p:nvGrpSpPr>
          <p:grpSpPr>
            <a:xfrm>
              <a:off x="3855466" y="3289811"/>
              <a:ext cx="112514" cy="94210"/>
              <a:chOff x="3918000" y="3561900"/>
              <a:chExt cx="236225" cy="207100"/>
            </a:xfrm>
          </p:grpSpPr>
          <p:sp>
            <p:nvSpPr>
              <p:cNvPr id="664" name="Google Shape;664;p5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665" name="Google Shape;665;p5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 name="Google Shape;666;p50"/>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0"/>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0"/>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669" name="Google Shape;669;p50"/>
            <p:cNvGrpSpPr/>
            <p:nvPr/>
          </p:nvGrpSpPr>
          <p:grpSpPr>
            <a:xfrm>
              <a:off x="2905224" y="2311071"/>
              <a:ext cx="596721" cy="528992"/>
              <a:chOff x="1922950" y="1410350"/>
              <a:chExt cx="1252825" cy="1162875"/>
            </a:xfrm>
          </p:grpSpPr>
          <p:sp>
            <p:nvSpPr>
              <p:cNvPr id="670" name="Google Shape;670;p5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686" name="Google Shape;686;p50"/>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0"/>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0"/>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0"/>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0"/>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0"/>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0"/>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0"/>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0"/>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0"/>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0"/>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0"/>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0"/>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0"/>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0"/>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06" name="Google Shape;706;p50"/>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07" name="Google Shape;707;p50"/>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 name="Google Shape;708;p50"/>
            <p:cNvGrpSpPr/>
            <p:nvPr/>
          </p:nvGrpSpPr>
          <p:grpSpPr>
            <a:xfrm>
              <a:off x="3280929" y="3294542"/>
              <a:ext cx="109894" cy="272224"/>
              <a:chOff x="2711750" y="3572300"/>
              <a:chExt cx="230725" cy="598425"/>
            </a:xfrm>
          </p:grpSpPr>
          <p:sp>
            <p:nvSpPr>
              <p:cNvPr id="709" name="Google Shape;709;p5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50"/>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 name="Google Shape;712;p50"/>
            <p:cNvGrpSpPr/>
            <p:nvPr/>
          </p:nvGrpSpPr>
          <p:grpSpPr>
            <a:xfrm>
              <a:off x="3790439" y="2408636"/>
              <a:ext cx="73017" cy="75684"/>
              <a:chOff x="3781475" y="1624825"/>
              <a:chExt cx="153300" cy="166375"/>
            </a:xfrm>
          </p:grpSpPr>
          <p:sp>
            <p:nvSpPr>
              <p:cNvPr id="713" name="Google Shape;713;p5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 name="Google Shape;717;p50"/>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0"/>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0"/>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0"/>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0"/>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0"/>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0"/>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 name="Google Shape;724;p50"/>
            <p:cNvGrpSpPr/>
            <p:nvPr/>
          </p:nvGrpSpPr>
          <p:grpSpPr>
            <a:xfrm>
              <a:off x="4403342" y="3107749"/>
              <a:ext cx="316680" cy="101374"/>
              <a:chOff x="5068275" y="3161675"/>
              <a:chExt cx="664875" cy="222850"/>
            </a:xfrm>
          </p:grpSpPr>
          <p:sp>
            <p:nvSpPr>
              <p:cNvPr id="725" name="Google Shape;725;p5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 name="Google Shape;729;p50"/>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0"/>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0"/>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0"/>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0"/>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0"/>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0"/>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0"/>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0"/>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0"/>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0"/>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0"/>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0"/>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0"/>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0"/>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0"/>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0"/>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0"/>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0"/>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0"/>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0"/>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0"/>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0"/>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0"/>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0"/>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0"/>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0"/>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0"/>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0"/>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 name="Google Shape;758;p50"/>
            <p:cNvGrpSpPr/>
            <p:nvPr/>
          </p:nvGrpSpPr>
          <p:grpSpPr>
            <a:xfrm>
              <a:off x="3697513" y="2707266"/>
              <a:ext cx="59549" cy="79733"/>
              <a:chOff x="3586375" y="2281300"/>
              <a:chExt cx="125025" cy="175275"/>
            </a:xfrm>
          </p:grpSpPr>
          <p:sp>
            <p:nvSpPr>
              <p:cNvPr id="759" name="Google Shape;759;p5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50"/>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50"/>
            <p:cNvGrpSpPr/>
            <p:nvPr/>
          </p:nvGrpSpPr>
          <p:grpSpPr>
            <a:xfrm>
              <a:off x="4513224" y="3221724"/>
              <a:ext cx="274563" cy="280321"/>
              <a:chOff x="5298975" y="3412225"/>
              <a:chExt cx="576450" cy="616225"/>
            </a:xfrm>
          </p:grpSpPr>
          <p:sp>
            <p:nvSpPr>
              <p:cNvPr id="763" name="Google Shape;763;p5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64" name="Google Shape;764;p5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50"/>
            <p:cNvGrpSpPr/>
            <p:nvPr/>
          </p:nvGrpSpPr>
          <p:grpSpPr>
            <a:xfrm>
              <a:off x="4824403" y="3421846"/>
              <a:ext cx="110132" cy="130647"/>
              <a:chOff x="5952300" y="3852150"/>
              <a:chExt cx="231225" cy="287200"/>
            </a:xfrm>
          </p:grpSpPr>
          <p:sp>
            <p:nvSpPr>
              <p:cNvPr id="766" name="Google Shape;766;p5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50"/>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0"/>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0"/>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0"/>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0"/>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0"/>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0"/>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0"/>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 name="Google Shape;776;p50"/>
            <p:cNvGrpSpPr/>
            <p:nvPr/>
          </p:nvGrpSpPr>
          <p:grpSpPr>
            <a:xfrm>
              <a:off x="4295710" y="3079670"/>
              <a:ext cx="14968" cy="27135"/>
              <a:chOff x="4842300" y="3099950"/>
              <a:chExt cx="31425" cy="59650"/>
            </a:xfrm>
          </p:grpSpPr>
          <p:sp>
            <p:nvSpPr>
              <p:cNvPr id="777" name="Google Shape;777;p5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 name="Google Shape;781;p50"/>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0"/>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0"/>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0"/>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0"/>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0"/>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0"/>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0"/>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 name="Google Shape;789;p50"/>
            <p:cNvGrpSpPr/>
            <p:nvPr/>
          </p:nvGrpSpPr>
          <p:grpSpPr>
            <a:xfrm>
              <a:off x="3831056" y="2816010"/>
              <a:ext cx="37378" cy="27612"/>
              <a:chOff x="3866750" y="2520350"/>
              <a:chExt cx="78475" cy="60700"/>
            </a:xfrm>
          </p:grpSpPr>
          <p:sp>
            <p:nvSpPr>
              <p:cNvPr id="790" name="Google Shape;790;p5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50"/>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0"/>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0"/>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0"/>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0"/>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0"/>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0"/>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0"/>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0"/>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0"/>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0"/>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0"/>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0"/>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0"/>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0"/>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0"/>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0"/>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11" name="Google Shape;811;p50"/>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0"/>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0"/>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0"/>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0"/>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0"/>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0"/>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0"/>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0"/>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0"/>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0"/>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0"/>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23" name="Google Shape;823;p50"/>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0"/>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0"/>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0"/>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0"/>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0"/>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0"/>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0"/>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0"/>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0"/>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0"/>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0"/>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0"/>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 name="Google Shape;836;p50"/>
            <p:cNvGrpSpPr/>
            <p:nvPr/>
          </p:nvGrpSpPr>
          <p:grpSpPr>
            <a:xfrm>
              <a:off x="3632736" y="3051591"/>
              <a:ext cx="63288" cy="45217"/>
              <a:chOff x="3450375" y="3038225"/>
              <a:chExt cx="132875" cy="99400"/>
            </a:xfrm>
          </p:grpSpPr>
          <p:sp>
            <p:nvSpPr>
              <p:cNvPr id="837" name="Google Shape;837;p5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 name="Google Shape;839;p50"/>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0"/>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0"/>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0"/>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0"/>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0"/>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0"/>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0"/>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0"/>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48" name="Google Shape;848;p50"/>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0"/>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0"/>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0"/>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0"/>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0"/>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0"/>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0"/>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0"/>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0"/>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8" name="Google Shape;858;p50"/>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0"/>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0"/>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0"/>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0"/>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0"/>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4" name="Google Shape;864;p50"/>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0"/>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0"/>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0"/>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0"/>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0"/>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0"/>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0"/>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50"/>
          <p:cNvGrpSpPr/>
          <p:nvPr/>
        </p:nvGrpSpPr>
        <p:grpSpPr>
          <a:xfrm>
            <a:off x="4725312" y="544080"/>
            <a:ext cx="3548666" cy="1964268"/>
            <a:chOff x="233350" y="949250"/>
            <a:chExt cx="7137300" cy="3802300"/>
          </a:xfrm>
        </p:grpSpPr>
        <p:sp>
          <p:nvSpPr>
            <p:cNvPr id="875" name="Google Shape;875;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0"/>
          <p:cNvGrpSpPr/>
          <p:nvPr/>
        </p:nvGrpSpPr>
        <p:grpSpPr>
          <a:xfrm>
            <a:off x="7726617" y="3097734"/>
            <a:ext cx="99863" cy="306916"/>
            <a:chOff x="7564426" y="3224343"/>
            <a:chExt cx="119985" cy="368801"/>
          </a:xfrm>
        </p:grpSpPr>
        <p:sp>
          <p:nvSpPr>
            <p:cNvPr id="927" name="Google Shape;927;p5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50"/>
          <p:cNvGrpSpPr/>
          <p:nvPr/>
        </p:nvGrpSpPr>
        <p:grpSpPr>
          <a:xfrm>
            <a:off x="7307879" y="3097560"/>
            <a:ext cx="170315" cy="307316"/>
            <a:chOff x="8370831" y="3202002"/>
            <a:chExt cx="218129" cy="382376"/>
          </a:xfrm>
        </p:grpSpPr>
        <p:sp>
          <p:nvSpPr>
            <p:cNvPr id="930" name="Google Shape;930;p5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50"/>
          <p:cNvGrpSpPr/>
          <p:nvPr/>
        </p:nvGrpSpPr>
        <p:grpSpPr>
          <a:xfrm>
            <a:off x="7627205" y="4023858"/>
            <a:ext cx="298688" cy="257800"/>
            <a:chOff x="6742064" y="3750480"/>
            <a:chExt cx="399315" cy="344560"/>
          </a:xfrm>
        </p:grpSpPr>
        <p:sp>
          <p:nvSpPr>
            <p:cNvPr id="933" name="Google Shape;933;p5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50"/>
          <p:cNvGrpSpPr/>
          <p:nvPr/>
        </p:nvGrpSpPr>
        <p:grpSpPr>
          <a:xfrm>
            <a:off x="8059131" y="3997448"/>
            <a:ext cx="198487" cy="309779"/>
            <a:chOff x="7248525" y="3739696"/>
            <a:chExt cx="230531" cy="359790"/>
          </a:xfrm>
        </p:grpSpPr>
        <p:sp>
          <p:nvSpPr>
            <p:cNvPr id="936" name="Google Shape;936;p5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50"/>
          <p:cNvGrpSpPr/>
          <p:nvPr/>
        </p:nvGrpSpPr>
        <p:grpSpPr>
          <a:xfrm>
            <a:off x="6933534" y="3097701"/>
            <a:ext cx="179433" cy="306927"/>
            <a:chOff x="7601242" y="3729267"/>
            <a:chExt cx="222566" cy="380803"/>
          </a:xfrm>
        </p:grpSpPr>
        <p:sp>
          <p:nvSpPr>
            <p:cNvPr id="939" name="Google Shape;939;p5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 name="Google Shape;941;p50"/>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42" name="Google Shape;942;p50"/>
          <p:cNvGrpSpPr/>
          <p:nvPr/>
        </p:nvGrpSpPr>
        <p:grpSpPr>
          <a:xfrm>
            <a:off x="7668940" y="3547538"/>
            <a:ext cx="215217" cy="306930"/>
            <a:chOff x="8304647" y="3738687"/>
            <a:chExt cx="225076" cy="320956"/>
          </a:xfrm>
        </p:grpSpPr>
        <p:sp>
          <p:nvSpPr>
            <p:cNvPr id="943" name="Google Shape;943;p50"/>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50"/>
          <p:cNvGrpSpPr/>
          <p:nvPr/>
        </p:nvGrpSpPr>
        <p:grpSpPr>
          <a:xfrm>
            <a:off x="8059123" y="3547538"/>
            <a:ext cx="198502" cy="306930"/>
            <a:chOff x="8615101" y="3738687"/>
            <a:chExt cx="207573" cy="320956"/>
          </a:xfrm>
        </p:grpSpPr>
        <p:sp>
          <p:nvSpPr>
            <p:cNvPr id="947" name="Google Shape;947;p5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 name="Google Shape;950;p50"/>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50"/>
          <p:cNvGrpSpPr/>
          <p:nvPr/>
        </p:nvGrpSpPr>
        <p:grpSpPr>
          <a:xfrm>
            <a:off x="4746786" y="3701808"/>
            <a:ext cx="921718" cy="845049"/>
            <a:chOff x="6015419" y="3716859"/>
            <a:chExt cx="557671" cy="511283"/>
          </a:xfrm>
        </p:grpSpPr>
        <p:sp>
          <p:nvSpPr>
            <p:cNvPr id="952" name="Google Shape;952;p50"/>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 name="Google Shape;953;p50"/>
            <p:cNvGrpSpPr/>
            <p:nvPr/>
          </p:nvGrpSpPr>
          <p:grpSpPr>
            <a:xfrm>
              <a:off x="6036094" y="3716980"/>
              <a:ext cx="529860" cy="510468"/>
              <a:chOff x="6036094" y="3716980"/>
              <a:chExt cx="529860" cy="510468"/>
            </a:xfrm>
          </p:grpSpPr>
          <p:sp>
            <p:nvSpPr>
              <p:cNvPr id="954" name="Google Shape;954;p50"/>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0"/>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0"/>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0"/>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0"/>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0"/>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0"/>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 name="Google Shape;964;p50"/>
          <p:cNvGrpSpPr/>
          <p:nvPr/>
        </p:nvGrpSpPr>
        <p:grpSpPr>
          <a:xfrm>
            <a:off x="5786208" y="2709006"/>
            <a:ext cx="952512" cy="846021"/>
            <a:chOff x="6644304" y="3073628"/>
            <a:chExt cx="576302" cy="511871"/>
          </a:xfrm>
        </p:grpSpPr>
        <p:sp>
          <p:nvSpPr>
            <p:cNvPr id="965" name="Google Shape;965;p5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50"/>
            <p:cNvGrpSpPr/>
            <p:nvPr/>
          </p:nvGrpSpPr>
          <p:grpSpPr>
            <a:xfrm>
              <a:off x="6712169" y="3085440"/>
              <a:ext cx="481622" cy="494913"/>
              <a:chOff x="6712169" y="3085440"/>
              <a:chExt cx="481622" cy="494913"/>
            </a:xfrm>
          </p:grpSpPr>
          <p:sp>
            <p:nvSpPr>
              <p:cNvPr id="967" name="Google Shape;967;p50"/>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0"/>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0"/>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0"/>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 name="Google Shape;972;p50"/>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0"/>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0"/>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50"/>
          <p:cNvGrpSpPr/>
          <p:nvPr/>
        </p:nvGrpSpPr>
        <p:grpSpPr>
          <a:xfrm>
            <a:off x="5799155" y="3701417"/>
            <a:ext cx="926610" cy="845163"/>
            <a:chOff x="6652137" y="3716623"/>
            <a:chExt cx="560631" cy="511352"/>
          </a:xfrm>
        </p:grpSpPr>
        <p:sp>
          <p:nvSpPr>
            <p:cNvPr id="976" name="Google Shape;976;p50"/>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 name="Google Shape;977;p50"/>
            <p:cNvGrpSpPr/>
            <p:nvPr/>
          </p:nvGrpSpPr>
          <p:grpSpPr>
            <a:xfrm>
              <a:off x="6669657" y="3716715"/>
              <a:ext cx="466779" cy="464290"/>
              <a:chOff x="6669657" y="3716715"/>
              <a:chExt cx="466779" cy="464290"/>
            </a:xfrm>
          </p:grpSpPr>
          <p:sp>
            <p:nvSpPr>
              <p:cNvPr id="978" name="Google Shape;978;p50"/>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0"/>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0"/>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0"/>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0"/>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0"/>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0"/>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0"/>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0"/>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0"/>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1" name="Google Shape;991;p50"/>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0"/>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 name="Google Shape;993;p50"/>
          <p:cNvGrpSpPr/>
          <p:nvPr/>
        </p:nvGrpSpPr>
        <p:grpSpPr>
          <a:xfrm>
            <a:off x="4721468" y="2713339"/>
            <a:ext cx="971633" cy="846850"/>
            <a:chOff x="6000100" y="3076250"/>
            <a:chExt cx="587871" cy="512373"/>
          </a:xfrm>
        </p:grpSpPr>
        <p:sp>
          <p:nvSpPr>
            <p:cNvPr id="994" name="Google Shape;994;p50"/>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50"/>
            <p:cNvGrpSpPr/>
            <p:nvPr/>
          </p:nvGrpSpPr>
          <p:grpSpPr>
            <a:xfrm>
              <a:off x="6031360" y="3076713"/>
              <a:ext cx="539107" cy="480965"/>
              <a:chOff x="6031360" y="3076713"/>
              <a:chExt cx="539107" cy="480965"/>
            </a:xfrm>
          </p:grpSpPr>
          <p:sp>
            <p:nvSpPr>
              <p:cNvPr id="996" name="Google Shape;996;p50"/>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0"/>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0"/>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0"/>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0"/>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3" name="Google Shape;1003;p50"/>
          <p:cNvGrpSpPr/>
          <p:nvPr/>
        </p:nvGrpSpPr>
        <p:grpSpPr>
          <a:xfrm>
            <a:off x="870086" y="2643886"/>
            <a:ext cx="3548850" cy="1964628"/>
            <a:chOff x="238125" y="732525"/>
            <a:chExt cx="7130500" cy="4241425"/>
          </a:xfrm>
        </p:grpSpPr>
        <p:sp>
          <p:nvSpPr>
            <p:cNvPr id="1004" name="Google Shape;1004;p5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0"/>
          <p:cNvGrpSpPr/>
          <p:nvPr/>
        </p:nvGrpSpPr>
        <p:grpSpPr>
          <a:xfrm>
            <a:off x="7287063" y="4046391"/>
            <a:ext cx="211977" cy="211977"/>
            <a:chOff x="7810319" y="3921168"/>
            <a:chExt cx="216657" cy="216657"/>
          </a:xfrm>
        </p:grpSpPr>
        <p:grpSp>
          <p:nvGrpSpPr>
            <p:cNvPr id="1119" name="Google Shape;1119;p50"/>
            <p:cNvGrpSpPr/>
            <p:nvPr/>
          </p:nvGrpSpPr>
          <p:grpSpPr>
            <a:xfrm>
              <a:off x="7810319" y="3921168"/>
              <a:ext cx="216657" cy="216657"/>
              <a:chOff x="7592387" y="4175808"/>
              <a:chExt cx="275400" cy="275400"/>
            </a:xfrm>
          </p:grpSpPr>
          <p:sp>
            <p:nvSpPr>
              <p:cNvPr id="1120" name="Google Shape;1120;p50"/>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0"/>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50"/>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6" name="Shape 1126"/>
        <p:cNvGrpSpPr/>
        <p:nvPr/>
      </p:nvGrpSpPr>
      <p:grpSpPr>
        <a:xfrm>
          <a:off x="0" y="0"/>
          <a:ext cx="0" cy="0"/>
          <a:chOff x="0" y="0"/>
          <a:chExt cx="0" cy="0"/>
        </a:xfrm>
      </p:grpSpPr>
      <p:grpSp>
        <p:nvGrpSpPr>
          <p:cNvPr id="1127" name="Google Shape;1127;p51"/>
          <p:cNvGrpSpPr/>
          <p:nvPr/>
        </p:nvGrpSpPr>
        <p:grpSpPr>
          <a:xfrm>
            <a:off x="3415025" y="563200"/>
            <a:ext cx="1595286" cy="154800"/>
            <a:chOff x="3415025" y="563200"/>
            <a:chExt cx="1595286" cy="154800"/>
          </a:xfrm>
        </p:grpSpPr>
        <p:sp>
          <p:nvSpPr>
            <p:cNvPr id="1128" name="Google Shape;1128;p51"/>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9" name="Google Shape;1129;p51"/>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30" name="Google Shape;1130;p51"/>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31" name="Google Shape;1131;p51"/>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32" name="Google Shape;1132;p51"/>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33" name="Google Shape;1133;p51"/>
          <p:cNvGrpSpPr/>
          <p:nvPr/>
        </p:nvGrpSpPr>
        <p:grpSpPr>
          <a:xfrm>
            <a:off x="6848306" y="2172844"/>
            <a:ext cx="1572551" cy="372635"/>
            <a:chOff x="3417981" y="2143776"/>
            <a:chExt cx="1652186" cy="391506"/>
          </a:xfrm>
        </p:grpSpPr>
        <p:grpSp>
          <p:nvGrpSpPr>
            <p:cNvPr id="1134" name="Google Shape;1134;p51"/>
            <p:cNvGrpSpPr/>
            <p:nvPr/>
          </p:nvGrpSpPr>
          <p:grpSpPr>
            <a:xfrm>
              <a:off x="3417981" y="2143776"/>
              <a:ext cx="502587" cy="318177"/>
              <a:chOff x="3417981" y="2143776"/>
              <a:chExt cx="502587" cy="318177"/>
            </a:xfrm>
          </p:grpSpPr>
          <p:cxnSp>
            <p:nvCxnSpPr>
              <p:cNvPr id="1135" name="Google Shape;1135;p51"/>
              <p:cNvCxnSpPr>
                <a:endCxn id="1136"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37" name="Google Shape;1137;p51"/>
              <p:cNvCxnSpPr>
                <a:stCxn id="1138"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139" name="Google Shape;1139;p51"/>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1"/>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51"/>
            <p:cNvGrpSpPr/>
            <p:nvPr/>
          </p:nvGrpSpPr>
          <p:grpSpPr>
            <a:xfrm>
              <a:off x="3890753" y="2228450"/>
              <a:ext cx="502800" cy="306832"/>
              <a:chOff x="3890753" y="2228450"/>
              <a:chExt cx="502800" cy="306832"/>
            </a:xfrm>
          </p:grpSpPr>
          <p:cxnSp>
            <p:nvCxnSpPr>
              <p:cNvPr id="1141" name="Google Shape;1141;p51"/>
              <p:cNvCxnSpPr>
                <a:stCxn id="1142" idx="6"/>
                <a:endCxn id="1143"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144" name="Google Shape;1144;p51"/>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142" name="Google Shape;1142;p51"/>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1"/>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51"/>
            <p:cNvGrpSpPr/>
            <p:nvPr/>
          </p:nvGrpSpPr>
          <p:grpSpPr>
            <a:xfrm>
              <a:off x="4363849" y="2143776"/>
              <a:ext cx="502800" cy="318177"/>
              <a:chOff x="4363849" y="2143776"/>
              <a:chExt cx="502800" cy="318177"/>
            </a:xfrm>
          </p:grpSpPr>
          <p:cxnSp>
            <p:nvCxnSpPr>
              <p:cNvPr id="1146" name="Google Shape;1146;p51"/>
              <p:cNvCxnSpPr>
                <a:stCxn id="1147" idx="6"/>
                <a:endCxn id="1148"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149" name="Google Shape;1149;p51"/>
              <p:cNvCxnSpPr>
                <a:stCxn id="1143"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147" name="Google Shape;1147;p51"/>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1"/>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51"/>
            <p:cNvGrpSpPr/>
            <p:nvPr/>
          </p:nvGrpSpPr>
          <p:grpSpPr>
            <a:xfrm>
              <a:off x="4836768" y="2228553"/>
              <a:ext cx="233400" cy="306563"/>
              <a:chOff x="4836768" y="2228553"/>
              <a:chExt cx="233400" cy="306563"/>
            </a:xfrm>
          </p:grpSpPr>
          <p:cxnSp>
            <p:nvCxnSpPr>
              <p:cNvPr id="1151" name="Google Shape;1151;p51"/>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152" name="Google Shape;1152;p51"/>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1"/>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3" name="Google Shape;1153;p51"/>
          <p:cNvGrpSpPr/>
          <p:nvPr/>
        </p:nvGrpSpPr>
        <p:grpSpPr>
          <a:xfrm>
            <a:off x="6838789" y="1191994"/>
            <a:ext cx="1581844" cy="732818"/>
            <a:chOff x="634175" y="2986275"/>
            <a:chExt cx="3147949" cy="1458344"/>
          </a:xfrm>
        </p:grpSpPr>
        <p:cxnSp>
          <p:nvCxnSpPr>
            <p:cNvPr id="1154" name="Google Shape;1154;p51"/>
            <p:cNvCxnSpPr>
              <a:stCxn id="1155" idx="4"/>
              <a:endCxn id="1156"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157" name="Google Shape;1157;p51"/>
            <p:cNvCxnSpPr>
              <a:stCxn id="1156" idx="0"/>
              <a:endCxn id="1158"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159" name="Google Shape;1159;p51"/>
            <p:cNvCxnSpPr>
              <a:stCxn id="1158" idx="4"/>
              <a:endCxn id="1160"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161" name="Google Shape;1161;p51"/>
            <p:cNvCxnSpPr>
              <a:stCxn id="1160" idx="0"/>
              <a:endCxn id="1162"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162" name="Google Shape;1162;p51"/>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8" name="Google Shape;1158;p51"/>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5" name="Google Shape;1155;p51"/>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0" name="Google Shape;1160;p51"/>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6" name="Google Shape;1156;p51"/>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63" name="Google Shape;1163;p51"/>
          <p:cNvGrpSpPr/>
          <p:nvPr/>
        </p:nvGrpSpPr>
        <p:grpSpPr>
          <a:xfrm>
            <a:off x="5238046" y="537481"/>
            <a:ext cx="1415678" cy="2044436"/>
            <a:chOff x="5267818" y="537481"/>
            <a:chExt cx="1415678" cy="2044436"/>
          </a:xfrm>
        </p:grpSpPr>
        <p:sp>
          <p:nvSpPr>
            <p:cNvPr id="1164" name="Google Shape;1164;p51"/>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1"/>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1"/>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7" name="Google Shape;1167;p51"/>
            <p:cNvCxnSpPr>
              <a:stCxn id="1164" idx="6"/>
              <a:endCxn id="1165"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168" name="Google Shape;1168;p51"/>
            <p:cNvCxnSpPr>
              <a:stCxn id="1165" idx="4"/>
              <a:endCxn id="1169"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170" name="Google Shape;1170;p51"/>
            <p:cNvCxnSpPr>
              <a:stCxn id="1169" idx="6"/>
              <a:endCxn id="1166"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171" name="Google Shape;1171;p51"/>
            <p:cNvCxnSpPr>
              <a:stCxn id="1166" idx="4"/>
              <a:endCxn id="1172"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169" name="Google Shape;1169;p51"/>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1"/>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1"/>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4" name="Google Shape;1174;p51"/>
            <p:cNvCxnSpPr>
              <a:endCxn id="1173"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175" name="Google Shape;1175;p51"/>
          <p:cNvGrpSpPr/>
          <p:nvPr/>
        </p:nvGrpSpPr>
        <p:grpSpPr>
          <a:xfrm>
            <a:off x="5238286" y="2931807"/>
            <a:ext cx="1415438" cy="653529"/>
            <a:chOff x="1187400" y="2464355"/>
            <a:chExt cx="6769193" cy="2306846"/>
          </a:xfrm>
        </p:grpSpPr>
        <p:sp>
          <p:nvSpPr>
            <p:cNvPr id="1176" name="Google Shape;1176;p51"/>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77" name="Google Shape;1177;p51"/>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8" name="Google Shape;1178;p51"/>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9" name="Google Shape;1179;p51"/>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0" name="Google Shape;1180;p51"/>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1" name="Google Shape;1181;p51"/>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2" name="Google Shape;1182;p51"/>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83" name="Google Shape;1183;p51"/>
            <p:cNvCxnSpPr>
              <a:stCxn id="1176" idx="2"/>
              <a:endCxn id="1177"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84" name="Google Shape;1184;p51"/>
            <p:cNvCxnSpPr>
              <a:stCxn id="1178" idx="0"/>
              <a:endCxn id="1176"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85" name="Google Shape;1185;p51"/>
            <p:cNvCxnSpPr>
              <a:stCxn id="1178" idx="2"/>
              <a:endCxn id="1180"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6" name="Google Shape;1186;p51"/>
            <p:cNvCxnSpPr>
              <a:stCxn id="1179" idx="0"/>
              <a:endCxn id="1178"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7" name="Google Shape;1187;p51"/>
            <p:cNvCxnSpPr>
              <a:stCxn id="1177" idx="2"/>
              <a:endCxn id="1182"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8" name="Google Shape;1188;p51"/>
            <p:cNvCxnSpPr>
              <a:stCxn id="1181" idx="0"/>
              <a:endCxn id="1177"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189" name="Google Shape;1189;p51"/>
          <p:cNvGrpSpPr/>
          <p:nvPr/>
        </p:nvGrpSpPr>
        <p:grpSpPr>
          <a:xfrm>
            <a:off x="722344" y="537474"/>
            <a:ext cx="2507605" cy="206262"/>
            <a:chOff x="725394" y="969857"/>
            <a:chExt cx="2507605" cy="206262"/>
          </a:xfrm>
        </p:grpSpPr>
        <p:grpSp>
          <p:nvGrpSpPr>
            <p:cNvPr id="1190" name="Google Shape;1190;p51"/>
            <p:cNvGrpSpPr/>
            <p:nvPr/>
          </p:nvGrpSpPr>
          <p:grpSpPr>
            <a:xfrm>
              <a:off x="725394" y="969857"/>
              <a:ext cx="609022" cy="123212"/>
              <a:chOff x="881025" y="2800065"/>
              <a:chExt cx="2009975" cy="412910"/>
            </a:xfrm>
          </p:grpSpPr>
          <p:sp>
            <p:nvSpPr>
              <p:cNvPr id="1191" name="Google Shape;1191;p51"/>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 name="Google Shape;1192;p51"/>
              <p:cNvGrpSpPr/>
              <p:nvPr/>
            </p:nvGrpSpPr>
            <p:grpSpPr>
              <a:xfrm>
                <a:off x="881025" y="2800065"/>
                <a:ext cx="92400" cy="346200"/>
                <a:chOff x="845575" y="2563700"/>
                <a:chExt cx="92400" cy="346200"/>
              </a:xfrm>
            </p:grpSpPr>
            <p:cxnSp>
              <p:nvCxnSpPr>
                <p:cNvPr id="1193" name="Google Shape;1193;p51"/>
                <p:cNvCxnSpPr>
                  <a:stCxn id="1194" idx="4"/>
                  <a:endCxn id="1191"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194" name="Google Shape;1194;p51"/>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 name="Google Shape;1195;p51"/>
            <p:cNvGrpSpPr/>
            <p:nvPr/>
          </p:nvGrpSpPr>
          <p:grpSpPr>
            <a:xfrm>
              <a:off x="1321712" y="1053233"/>
              <a:ext cx="606085" cy="122886"/>
              <a:chOff x="2849073" y="3079475"/>
              <a:chExt cx="2000279" cy="411817"/>
            </a:xfrm>
          </p:grpSpPr>
          <p:sp>
            <p:nvSpPr>
              <p:cNvPr id="1196" name="Google Shape;1196;p51"/>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 name="Google Shape;1197;p51"/>
              <p:cNvGrpSpPr/>
              <p:nvPr/>
            </p:nvGrpSpPr>
            <p:grpSpPr>
              <a:xfrm rot="10800000">
                <a:off x="2849073" y="3146292"/>
                <a:ext cx="92400" cy="345000"/>
                <a:chOff x="2070100" y="2563700"/>
                <a:chExt cx="92400" cy="345000"/>
              </a:xfrm>
            </p:grpSpPr>
            <p:cxnSp>
              <p:nvCxnSpPr>
                <p:cNvPr id="1198" name="Google Shape;1198;p51"/>
                <p:cNvCxnSpPr>
                  <a:stCxn id="1199" idx="4"/>
                  <a:endCxn id="1196"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199" name="Google Shape;1199;p51"/>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0" name="Google Shape;1200;p51"/>
            <p:cNvGrpSpPr/>
            <p:nvPr/>
          </p:nvGrpSpPr>
          <p:grpSpPr>
            <a:xfrm>
              <a:off x="1915363" y="969857"/>
              <a:ext cx="605814" cy="123212"/>
              <a:chOff x="4808316" y="2800065"/>
              <a:chExt cx="1999386" cy="412910"/>
            </a:xfrm>
          </p:grpSpPr>
          <p:sp>
            <p:nvSpPr>
              <p:cNvPr id="1201" name="Google Shape;1201;p51"/>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 name="Google Shape;1202;p51"/>
              <p:cNvGrpSpPr/>
              <p:nvPr/>
            </p:nvGrpSpPr>
            <p:grpSpPr>
              <a:xfrm>
                <a:off x="4808316" y="2800065"/>
                <a:ext cx="92400" cy="346200"/>
                <a:chOff x="845575" y="2563700"/>
                <a:chExt cx="92400" cy="346200"/>
              </a:xfrm>
            </p:grpSpPr>
            <p:cxnSp>
              <p:nvCxnSpPr>
                <p:cNvPr id="1203" name="Google Shape;1203;p51"/>
                <p:cNvCxnSpPr>
                  <a:stCxn id="1204" idx="4"/>
                  <a:endCxn id="1196"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204" name="Google Shape;1204;p51"/>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5" name="Google Shape;1205;p51"/>
            <p:cNvGrpSpPr/>
            <p:nvPr/>
          </p:nvGrpSpPr>
          <p:grpSpPr>
            <a:xfrm>
              <a:off x="2506734" y="1053233"/>
              <a:ext cx="726265" cy="122886"/>
              <a:chOff x="6760035" y="3079475"/>
              <a:chExt cx="2396914" cy="411817"/>
            </a:xfrm>
          </p:grpSpPr>
          <p:sp>
            <p:nvSpPr>
              <p:cNvPr id="1206" name="Google Shape;1206;p51"/>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 name="Google Shape;1207;p51"/>
              <p:cNvGrpSpPr/>
              <p:nvPr/>
            </p:nvGrpSpPr>
            <p:grpSpPr>
              <a:xfrm rot="10800000">
                <a:off x="6760035" y="3146292"/>
                <a:ext cx="92400" cy="345000"/>
                <a:chOff x="2070100" y="2563700"/>
                <a:chExt cx="92400" cy="345000"/>
              </a:xfrm>
            </p:grpSpPr>
            <p:cxnSp>
              <p:nvCxnSpPr>
                <p:cNvPr id="1208" name="Google Shape;1208;p51"/>
                <p:cNvCxnSpPr>
                  <a:stCxn id="1209" idx="4"/>
                  <a:endCxn id="1206"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09" name="Google Shape;1209;p51"/>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0" name="Google Shape;1210;p51"/>
          <p:cNvGrpSpPr/>
          <p:nvPr/>
        </p:nvGrpSpPr>
        <p:grpSpPr>
          <a:xfrm>
            <a:off x="721175" y="1053226"/>
            <a:ext cx="1086848" cy="754219"/>
            <a:chOff x="724225" y="1019530"/>
            <a:chExt cx="1086848" cy="754219"/>
          </a:xfrm>
        </p:grpSpPr>
        <p:sp>
          <p:nvSpPr>
            <p:cNvPr id="1211" name="Google Shape;1211;p51"/>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2" name="Google Shape;1212;p51"/>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3" name="Google Shape;1213;p51"/>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4" name="Google Shape;1214;p51"/>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5" name="Google Shape;1215;p51"/>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6" name="Google Shape;1216;p51"/>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7" name="Google Shape;1217;p51"/>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8" name="Google Shape;1218;p51"/>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9" name="Google Shape;1219;p51"/>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0" name="Google Shape;1220;p51"/>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1" name="Google Shape;1221;p51"/>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22" name="Google Shape;1222;p51"/>
            <p:cNvCxnSpPr>
              <a:stCxn id="1217" idx="6"/>
              <a:endCxn id="1223"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24" name="Google Shape;1224;p51"/>
            <p:cNvCxnSpPr>
              <a:stCxn id="1217" idx="6"/>
              <a:endCxn id="1225"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25" name="Google Shape;1225;p51"/>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3" name="Google Shape;1223;p51"/>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26" name="Google Shape;1226;p51"/>
            <p:cNvCxnSpPr>
              <a:stCxn id="1216" idx="6"/>
              <a:endCxn id="1218"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7" name="Google Shape;1227;p51"/>
            <p:cNvCxnSpPr>
              <a:stCxn id="1216" idx="6"/>
              <a:endCxn id="1219"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8" name="Google Shape;1228;p51"/>
            <p:cNvCxnSpPr>
              <a:stCxn id="1215" idx="6"/>
              <a:endCxn id="1220"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9" name="Google Shape;1229;p51"/>
            <p:cNvCxnSpPr>
              <a:stCxn id="1215" idx="6"/>
              <a:endCxn id="1221"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30" name="Google Shape;1230;p51"/>
          <p:cNvGrpSpPr/>
          <p:nvPr/>
        </p:nvGrpSpPr>
        <p:grpSpPr>
          <a:xfrm>
            <a:off x="2140050" y="1054267"/>
            <a:ext cx="1086848" cy="752138"/>
            <a:chOff x="2143100" y="1328013"/>
            <a:chExt cx="1086848" cy="752138"/>
          </a:xfrm>
        </p:grpSpPr>
        <p:sp>
          <p:nvSpPr>
            <p:cNvPr id="1231" name="Google Shape;1231;p51"/>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2" name="Google Shape;1232;p51"/>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3" name="Google Shape;1233;p51"/>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4" name="Google Shape;1234;p51"/>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5" name="Google Shape;1235;p51"/>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6" name="Google Shape;1236;p51"/>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7" name="Google Shape;1237;p51"/>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1"/>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39" name="Google Shape;1239;p51"/>
            <p:cNvCxnSpPr>
              <a:stCxn id="1238" idx="0"/>
              <a:endCxn id="1236"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240" name="Google Shape;1240;p51"/>
            <p:cNvCxnSpPr>
              <a:stCxn id="1238" idx="4"/>
              <a:endCxn id="1235"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241" name="Google Shape;1241;p51"/>
            <p:cNvCxnSpPr>
              <a:stCxn id="1235" idx="6"/>
              <a:endCxn id="1234"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42" name="Google Shape;1242;p51"/>
            <p:cNvCxnSpPr>
              <a:stCxn id="1235" idx="6"/>
              <a:endCxn id="1233"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43" name="Google Shape;1243;p51"/>
            <p:cNvCxnSpPr>
              <a:stCxn id="1236" idx="6"/>
              <a:endCxn id="1232"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44" name="Google Shape;1244;p51"/>
            <p:cNvCxnSpPr>
              <a:stCxn id="1236" idx="6"/>
              <a:endCxn id="1231"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245" name="Google Shape;1245;p51"/>
          <p:cNvGrpSpPr/>
          <p:nvPr/>
        </p:nvGrpSpPr>
        <p:grpSpPr>
          <a:xfrm>
            <a:off x="3448271" y="1051252"/>
            <a:ext cx="1572470" cy="758168"/>
            <a:chOff x="3406121" y="972084"/>
            <a:chExt cx="1572470" cy="758168"/>
          </a:xfrm>
        </p:grpSpPr>
        <p:grpSp>
          <p:nvGrpSpPr>
            <p:cNvPr id="1246" name="Google Shape;1246;p51"/>
            <p:cNvGrpSpPr/>
            <p:nvPr/>
          </p:nvGrpSpPr>
          <p:grpSpPr>
            <a:xfrm>
              <a:off x="3406121" y="972084"/>
              <a:ext cx="408247" cy="496945"/>
              <a:chOff x="3406121" y="1290134"/>
              <a:chExt cx="408247" cy="496945"/>
            </a:xfrm>
          </p:grpSpPr>
          <p:cxnSp>
            <p:nvCxnSpPr>
              <p:cNvPr id="1247" name="Google Shape;1247;p51"/>
              <p:cNvCxnSpPr>
                <a:stCxn id="1248" idx="6"/>
                <a:endCxn id="1249"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250" name="Google Shape;1250;p51"/>
              <p:cNvCxnSpPr>
                <a:stCxn id="1248" idx="0"/>
                <a:endCxn id="1251"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251" name="Google Shape;1251;p51"/>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1"/>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52" name="Google Shape;1252;p51"/>
            <p:cNvCxnSpPr>
              <a:stCxn id="1253" idx="1"/>
              <a:endCxn id="1254"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255" name="Google Shape;1255;p51"/>
            <p:cNvGrpSpPr/>
            <p:nvPr/>
          </p:nvGrpSpPr>
          <p:grpSpPr>
            <a:xfrm>
              <a:off x="3793478" y="1267428"/>
              <a:ext cx="408275" cy="462823"/>
              <a:chOff x="3793478" y="1585478"/>
              <a:chExt cx="408275" cy="462823"/>
            </a:xfrm>
          </p:grpSpPr>
          <p:cxnSp>
            <p:nvCxnSpPr>
              <p:cNvPr id="1256" name="Google Shape;1256;p51"/>
              <p:cNvCxnSpPr>
                <a:stCxn id="1257" idx="1"/>
                <a:endCxn id="1249"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257" name="Google Shape;1257;p51"/>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1"/>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 name="Google Shape;1258;p51"/>
              <p:cNvCxnSpPr>
                <a:stCxn id="1249" idx="6"/>
                <a:endCxn id="1259"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260" name="Google Shape;1260;p51"/>
            <p:cNvGrpSpPr/>
            <p:nvPr/>
          </p:nvGrpSpPr>
          <p:grpSpPr>
            <a:xfrm>
              <a:off x="4180835" y="972084"/>
              <a:ext cx="408283" cy="496945"/>
              <a:chOff x="4180835" y="1290134"/>
              <a:chExt cx="408283" cy="496945"/>
            </a:xfrm>
          </p:grpSpPr>
          <p:cxnSp>
            <p:nvCxnSpPr>
              <p:cNvPr id="1261" name="Google Shape;1261;p51"/>
              <p:cNvCxnSpPr>
                <a:stCxn id="1259" idx="0"/>
                <a:endCxn id="1262"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262" name="Google Shape;1262;p51"/>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1"/>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3" name="Google Shape;1263;p51"/>
              <p:cNvCxnSpPr>
                <a:stCxn id="1259" idx="6"/>
                <a:endCxn id="1254"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264" name="Google Shape;1264;p51"/>
            <p:cNvGrpSpPr/>
            <p:nvPr/>
          </p:nvGrpSpPr>
          <p:grpSpPr>
            <a:xfrm>
              <a:off x="4568191" y="1267428"/>
              <a:ext cx="410400" cy="446448"/>
              <a:chOff x="4568191" y="1585478"/>
              <a:chExt cx="410400" cy="446448"/>
            </a:xfrm>
          </p:grpSpPr>
          <p:sp>
            <p:nvSpPr>
              <p:cNvPr id="1253" name="Google Shape;1253;p51"/>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1"/>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5" name="Google Shape;1265;p51"/>
              <p:cNvCxnSpPr>
                <a:stCxn id="1254"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266" name="Google Shape;1266;p51"/>
          <p:cNvGrpSpPr/>
          <p:nvPr/>
        </p:nvGrpSpPr>
        <p:grpSpPr>
          <a:xfrm>
            <a:off x="6848925" y="563127"/>
            <a:ext cx="1581844" cy="380835"/>
            <a:chOff x="6848925" y="1387771"/>
            <a:chExt cx="1581844" cy="380835"/>
          </a:xfrm>
        </p:grpSpPr>
        <p:sp>
          <p:nvSpPr>
            <p:cNvPr id="1267" name="Google Shape;1267;p51"/>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8" name="Google Shape;1268;p51"/>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9" name="Google Shape;1269;p51"/>
            <p:cNvCxnSpPr>
              <a:stCxn id="1267" idx="0"/>
              <a:endCxn id="1268"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270" name="Google Shape;1270;p51"/>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1" name="Google Shape;1271;p51"/>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2" name="Google Shape;1272;p51"/>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3" name="Google Shape;1273;p51"/>
            <p:cNvCxnSpPr>
              <a:stCxn id="1268" idx="0"/>
              <a:endCxn id="1270"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274" name="Google Shape;1274;p51"/>
            <p:cNvCxnSpPr>
              <a:stCxn id="1270" idx="0"/>
              <a:endCxn id="1272"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275" name="Google Shape;1275;p51"/>
            <p:cNvCxnSpPr>
              <a:stCxn id="1272" idx="0"/>
              <a:endCxn id="1271"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276" name="Google Shape;1276;p51"/>
          <p:cNvGrpSpPr/>
          <p:nvPr/>
        </p:nvGrpSpPr>
        <p:grpSpPr>
          <a:xfrm>
            <a:off x="3465691" y="2116927"/>
            <a:ext cx="1572426" cy="1468410"/>
            <a:chOff x="2219300" y="2070193"/>
            <a:chExt cx="1009000" cy="942255"/>
          </a:xfrm>
        </p:grpSpPr>
        <p:sp>
          <p:nvSpPr>
            <p:cNvPr id="1277" name="Google Shape;1277;p51"/>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8" name="Google Shape;1278;p51"/>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9" name="Google Shape;1279;p51"/>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0" name="Google Shape;1280;p51"/>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1" name="Google Shape;1281;p51"/>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2" name="Google Shape;1282;p51"/>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3" name="Google Shape;1283;p51"/>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84" name="Google Shape;1284;p51"/>
            <p:cNvCxnSpPr>
              <a:stCxn id="1281" idx="0"/>
              <a:endCxn id="1277"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5" name="Google Shape;1285;p51"/>
            <p:cNvCxnSpPr>
              <a:stCxn id="1282" idx="0"/>
              <a:endCxn id="1277"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6" name="Google Shape;1286;p51"/>
            <p:cNvCxnSpPr>
              <a:stCxn id="1283" idx="0"/>
              <a:endCxn id="1277"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7" name="Google Shape;1287;p51"/>
            <p:cNvCxnSpPr>
              <a:stCxn id="1278" idx="2"/>
              <a:endCxn id="1277"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8" name="Google Shape;1288;p51"/>
            <p:cNvCxnSpPr>
              <a:stCxn id="1279" idx="2"/>
              <a:endCxn id="1277"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9" name="Google Shape;1289;p51"/>
            <p:cNvCxnSpPr>
              <a:stCxn id="1280" idx="2"/>
              <a:endCxn id="1277"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290" name="Google Shape;1290;p51"/>
          <p:cNvGrpSpPr/>
          <p:nvPr/>
        </p:nvGrpSpPr>
        <p:grpSpPr>
          <a:xfrm>
            <a:off x="6833476" y="2793506"/>
            <a:ext cx="1592486" cy="250093"/>
            <a:chOff x="6833476" y="2830651"/>
            <a:chExt cx="1592486" cy="250093"/>
          </a:xfrm>
        </p:grpSpPr>
        <p:sp>
          <p:nvSpPr>
            <p:cNvPr id="1291" name="Google Shape;1291;p51"/>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1"/>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1"/>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1"/>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5" name="Google Shape;1295;p51"/>
            <p:cNvCxnSpPr>
              <a:stCxn id="1291" idx="6"/>
              <a:endCxn id="1292"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296" name="Google Shape;1296;p51"/>
            <p:cNvCxnSpPr>
              <a:stCxn id="1292" idx="6"/>
              <a:endCxn id="1293"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297" name="Google Shape;1297;p51"/>
            <p:cNvCxnSpPr>
              <a:stCxn id="1293" idx="6"/>
              <a:endCxn id="1294"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298" name="Google Shape;1298;p51"/>
          <p:cNvGrpSpPr/>
          <p:nvPr/>
        </p:nvGrpSpPr>
        <p:grpSpPr>
          <a:xfrm>
            <a:off x="722334" y="2116997"/>
            <a:ext cx="2507630" cy="1468266"/>
            <a:chOff x="722459" y="2026426"/>
            <a:chExt cx="2507630" cy="1468266"/>
          </a:xfrm>
        </p:grpSpPr>
        <p:sp>
          <p:nvSpPr>
            <p:cNvPr id="1299" name="Google Shape;1299;p51"/>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300" name="Google Shape;1300;p51"/>
            <p:cNvGrpSpPr/>
            <p:nvPr/>
          </p:nvGrpSpPr>
          <p:grpSpPr>
            <a:xfrm>
              <a:off x="1729857" y="2506271"/>
              <a:ext cx="488119" cy="508407"/>
              <a:chOff x="-165066" y="3843615"/>
              <a:chExt cx="221259" cy="230455"/>
            </a:xfrm>
          </p:grpSpPr>
          <p:sp>
            <p:nvSpPr>
              <p:cNvPr id="1301" name="Google Shape;1301;p51"/>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1"/>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1"/>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1"/>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1"/>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1"/>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1"/>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1"/>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1"/>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1"/>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1"/>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1"/>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1"/>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1"/>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1"/>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1"/>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 name="Google Shape;1321;p51"/>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2" name="Google Shape;1322;p51"/>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3" name="Google Shape;1323;p51"/>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4" name="Google Shape;1324;p51"/>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5" name="Google Shape;1325;p51"/>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6" name="Google Shape;1326;p51"/>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7" name="Google Shape;1327;p51"/>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8" name="Google Shape;1328;p51"/>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9" name="Google Shape;1329;p51"/>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0" name="Google Shape;1330;p51"/>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1" name="Google Shape;1331;p51"/>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32" name="Google Shape;1332;p51"/>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33" name="Google Shape;1333;p51"/>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34" name="Google Shape;1334;p51"/>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35" name="Google Shape;1335;p51"/>
            <p:cNvCxnSpPr>
              <a:stCxn id="1321" idx="3"/>
              <a:endCxn id="1325"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36" name="Google Shape;1336;p51"/>
            <p:cNvCxnSpPr>
              <a:stCxn id="1327" idx="0"/>
              <a:endCxn id="1331"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37" name="Google Shape;1337;p51"/>
            <p:cNvCxnSpPr>
              <a:stCxn id="1329" idx="2"/>
              <a:endCxn id="1324"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8" name="Google Shape;1338;p51"/>
            <p:cNvCxnSpPr>
              <a:stCxn id="1329" idx="2"/>
              <a:endCxn id="1323"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9" name="Google Shape;1339;p51"/>
            <p:cNvCxnSpPr>
              <a:stCxn id="1326" idx="4"/>
              <a:endCxn id="1322"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340" name="Google Shape;1340;p51"/>
            <p:cNvCxnSpPr>
              <a:stCxn id="1330" idx="6"/>
              <a:endCxn id="1334"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41" name="Google Shape;1341;p51"/>
            <p:cNvCxnSpPr>
              <a:stCxn id="1330" idx="6"/>
              <a:endCxn id="1333"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42" name="Google Shape;1342;p51"/>
            <p:cNvCxnSpPr>
              <a:stCxn id="1328" idx="4"/>
              <a:endCxn id="1332"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343" name="Google Shape;1343;p51"/>
            <p:cNvCxnSpPr>
              <a:stCxn id="1321"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344" name="Google Shape;1344;p51"/>
            <p:cNvCxnSpPr>
              <a:stCxn id="1324"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45" name="Google Shape;1345;p51"/>
            <p:cNvCxnSpPr>
              <a:stCxn id="1323"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46" name="Google Shape;1346;p51"/>
            <p:cNvCxnSpPr>
              <a:stCxn id="1322"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347" name="Google Shape;1347;p51"/>
            <p:cNvCxnSpPr>
              <a:stCxn id="1332"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348" name="Google Shape;1348;p51"/>
            <p:cNvCxnSpPr>
              <a:stCxn id="1333"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9" name="Google Shape;1349;p51"/>
            <p:cNvCxnSpPr>
              <a:stCxn id="1334"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50" name="Google Shape;1350;p51"/>
            <p:cNvCxnSpPr>
              <a:stCxn id="1331"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351" name="Google Shape;1351;p51"/>
          <p:cNvGrpSpPr/>
          <p:nvPr/>
        </p:nvGrpSpPr>
        <p:grpSpPr>
          <a:xfrm>
            <a:off x="6833413" y="3291630"/>
            <a:ext cx="1592347" cy="1317003"/>
            <a:chOff x="6833413" y="3291630"/>
            <a:chExt cx="1592347" cy="1317003"/>
          </a:xfrm>
        </p:grpSpPr>
        <p:cxnSp>
          <p:nvCxnSpPr>
            <p:cNvPr id="1352" name="Google Shape;1352;p51"/>
            <p:cNvCxnSpPr>
              <a:stCxn id="1353" idx="4"/>
              <a:endCxn id="1354"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355" name="Google Shape;1355;p51"/>
            <p:cNvCxnSpPr>
              <a:stCxn id="1354" idx="2"/>
              <a:endCxn id="1356"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357" name="Google Shape;1357;p51"/>
            <p:cNvCxnSpPr>
              <a:stCxn id="1356" idx="1"/>
              <a:endCxn id="1358"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359" name="Google Shape;1359;p51"/>
            <p:cNvCxnSpPr>
              <a:stCxn id="1358" idx="2"/>
              <a:endCxn id="1360"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361" name="Google Shape;1361;p51"/>
            <p:cNvCxnSpPr>
              <a:stCxn id="1353"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362" name="Google Shape;1362;p51"/>
            <p:cNvCxnSpPr>
              <a:stCxn id="1360"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363" name="Google Shape;1363;p51"/>
            <p:cNvGrpSpPr/>
            <p:nvPr/>
          </p:nvGrpSpPr>
          <p:grpSpPr>
            <a:xfrm>
              <a:off x="7800041" y="3291630"/>
              <a:ext cx="131619" cy="323322"/>
              <a:chOff x="7779692" y="3248738"/>
              <a:chExt cx="135900" cy="333838"/>
            </a:xfrm>
          </p:grpSpPr>
          <p:sp>
            <p:nvSpPr>
              <p:cNvPr id="1353" name="Google Shape;1353;p51"/>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4" name="Google Shape;1364;p51"/>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65" name="Google Shape;1365;p51"/>
            <p:cNvGrpSpPr/>
            <p:nvPr/>
          </p:nvGrpSpPr>
          <p:grpSpPr>
            <a:xfrm>
              <a:off x="8110878" y="3703808"/>
              <a:ext cx="314266" cy="131619"/>
              <a:chOff x="8100638" y="3674321"/>
              <a:chExt cx="324487" cy="135900"/>
            </a:xfrm>
          </p:grpSpPr>
          <p:sp>
            <p:nvSpPr>
              <p:cNvPr id="1354" name="Google Shape;1354;p51"/>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6" name="Google Shape;1366;p51"/>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7" name="Google Shape;1367;p51"/>
              <p:cNvCxnSpPr>
                <a:stCxn id="1366" idx="6"/>
                <a:endCxn id="1354"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368" name="Google Shape;1368;p51"/>
            <p:cNvCxnSpPr>
              <a:stCxn id="1364" idx="4"/>
              <a:endCxn id="1353"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369" name="Google Shape;1369;p51"/>
            <p:cNvGrpSpPr/>
            <p:nvPr/>
          </p:nvGrpSpPr>
          <p:grpSpPr>
            <a:xfrm>
              <a:off x="6833413" y="4141209"/>
              <a:ext cx="311850" cy="131619"/>
              <a:chOff x="6781625" y="4125949"/>
              <a:chExt cx="321993" cy="135900"/>
            </a:xfrm>
          </p:grpSpPr>
          <p:sp>
            <p:nvSpPr>
              <p:cNvPr id="1358" name="Google Shape;1358;p51"/>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0" name="Google Shape;1370;p51"/>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1" name="Google Shape;1371;p51"/>
              <p:cNvCxnSpPr>
                <a:stCxn id="1370" idx="2"/>
                <a:endCxn id="1358"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372" name="Google Shape;1372;p51"/>
            <p:cNvGrpSpPr/>
            <p:nvPr/>
          </p:nvGrpSpPr>
          <p:grpSpPr>
            <a:xfrm>
              <a:off x="7326896" y="3795891"/>
              <a:ext cx="131619" cy="315901"/>
              <a:chOff x="7291158" y="3769400"/>
              <a:chExt cx="135900" cy="326176"/>
            </a:xfrm>
          </p:grpSpPr>
          <p:sp>
            <p:nvSpPr>
              <p:cNvPr id="1356" name="Google Shape;1356;p51"/>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3" name="Google Shape;1373;p51"/>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4" name="Google Shape;1374;p51"/>
              <p:cNvCxnSpPr>
                <a:stCxn id="1373" idx="4"/>
                <a:endCxn id="1356"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375" name="Google Shape;1375;p51"/>
            <p:cNvGrpSpPr/>
            <p:nvPr/>
          </p:nvGrpSpPr>
          <p:grpSpPr>
            <a:xfrm>
              <a:off x="7800041" y="4285069"/>
              <a:ext cx="131619" cy="323564"/>
              <a:chOff x="7779692" y="4274488"/>
              <a:chExt cx="135900" cy="334088"/>
            </a:xfrm>
          </p:grpSpPr>
          <p:sp>
            <p:nvSpPr>
              <p:cNvPr id="1360" name="Google Shape;1360;p51"/>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6" name="Google Shape;1376;p51"/>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7" name="Google Shape;1377;p51"/>
              <p:cNvCxnSpPr>
                <a:stCxn id="1376" idx="4"/>
                <a:endCxn id="1360"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78" name="Google Shape;1378;p51"/>
          <p:cNvGrpSpPr/>
          <p:nvPr/>
        </p:nvGrpSpPr>
        <p:grpSpPr>
          <a:xfrm>
            <a:off x="713193" y="3716026"/>
            <a:ext cx="1944428" cy="892553"/>
            <a:chOff x="713193" y="3675176"/>
            <a:chExt cx="1944428" cy="892553"/>
          </a:xfrm>
        </p:grpSpPr>
        <p:grpSp>
          <p:nvGrpSpPr>
            <p:cNvPr id="1379" name="Google Shape;1379;p51"/>
            <p:cNvGrpSpPr/>
            <p:nvPr/>
          </p:nvGrpSpPr>
          <p:grpSpPr>
            <a:xfrm>
              <a:off x="713193" y="3903673"/>
              <a:ext cx="377379" cy="664057"/>
              <a:chOff x="713180" y="3914338"/>
              <a:chExt cx="394500" cy="694257"/>
            </a:xfrm>
          </p:grpSpPr>
          <p:sp>
            <p:nvSpPr>
              <p:cNvPr id="1380" name="Google Shape;1380;p51"/>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1" name="Google Shape;1381;p51"/>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2" name="Google Shape;1382;p51"/>
              <p:cNvCxnSpPr>
                <a:stCxn id="1380" idx="0"/>
                <a:endCxn id="1381"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383" name="Google Shape;1383;p51"/>
            <p:cNvGrpSpPr/>
            <p:nvPr/>
          </p:nvGrpSpPr>
          <p:grpSpPr>
            <a:xfrm>
              <a:off x="1104955" y="3675176"/>
              <a:ext cx="377379" cy="664087"/>
              <a:chOff x="1122716" y="3675450"/>
              <a:chExt cx="394500" cy="694288"/>
            </a:xfrm>
          </p:grpSpPr>
          <p:sp>
            <p:nvSpPr>
              <p:cNvPr id="1384" name="Google Shape;1384;p51"/>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5" name="Google Shape;1385;p51"/>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6" name="Google Shape;1386;p51"/>
              <p:cNvCxnSpPr>
                <a:stCxn id="1384" idx="3"/>
                <a:endCxn id="1385"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387" name="Google Shape;1387;p51"/>
            <p:cNvGrpSpPr/>
            <p:nvPr/>
          </p:nvGrpSpPr>
          <p:grpSpPr>
            <a:xfrm>
              <a:off x="1496718" y="3903673"/>
              <a:ext cx="377379" cy="664057"/>
              <a:chOff x="1532253" y="3914338"/>
              <a:chExt cx="394500" cy="694257"/>
            </a:xfrm>
          </p:grpSpPr>
          <p:sp>
            <p:nvSpPr>
              <p:cNvPr id="1388" name="Google Shape;1388;p51"/>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9" name="Google Shape;1389;p51"/>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0" name="Google Shape;1390;p51"/>
              <p:cNvCxnSpPr>
                <a:stCxn id="1388" idx="0"/>
                <a:endCxn id="1389"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391" name="Google Shape;1391;p51"/>
            <p:cNvGrpSpPr/>
            <p:nvPr/>
          </p:nvGrpSpPr>
          <p:grpSpPr>
            <a:xfrm>
              <a:off x="1888480" y="3675176"/>
              <a:ext cx="377379" cy="664087"/>
              <a:chOff x="1941789" y="3675450"/>
              <a:chExt cx="394500" cy="694288"/>
            </a:xfrm>
          </p:grpSpPr>
          <p:sp>
            <p:nvSpPr>
              <p:cNvPr id="1392" name="Google Shape;1392;p51"/>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3" name="Google Shape;1393;p51"/>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4" name="Google Shape;1394;p51"/>
              <p:cNvCxnSpPr>
                <a:stCxn id="1392" idx="3"/>
                <a:endCxn id="1393"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395" name="Google Shape;1395;p51"/>
            <p:cNvGrpSpPr/>
            <p:nvPr/>
          </p:nvGrpSpPr>
          <p:grpSpPr>
            <a:xfrm>
              <a:off x="2280242" y="3903673"/>
              <a:ext cx="377379" cy="664057"/>
              <a:chOff x="2351325" y="3914338"/>
              <a:chExt cx="394500" cy="694257"/>
            </a:xfrm>
          </p:grpSpPr>
          <p:sp>
            <p:nvSpPr>
              <p:cNvPr id="1396" name="Google Shape;1396;p51"/>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7" name="Google Shape;1397;p51"/>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8" name="Google Shape;1398;p51"/>
              <p:cNvCxnSpPr>
                <a:stCxn id="1396" idx="0"/>
                <a:endCxn id="1397"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99" name="Google Shape;1399;p51"/>
          <p:cNvGrpSpPr/>
          <p:nvPr/>
        </p:nvGrpSpPr>
        <p:grpSpPr>
          <a:xfrm>
            <a:off x="2800877" y="3965048"/>
            <a:ext cx="2157850" cy="394500"/>
            <a:chOff x="2746254" y="3914348"/>
            <a:chExt cx="2157850" cy="394500"/>
          </a:xfrm>
        </p:grpSpPr>
        <p:sp>
          <p:nvSpPr>
            <p:cNvPr id="1400" name="Google Shape;1400;p51"/>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01" name="Google Shape;1401;p51"/>
            <p:cNvGrpSpPr/>
            <p:nvPr/>
          </p:nvGrpSpPr>
          <p:grpSpPr>
            <a:xfrm>
              <a:off x="2746254" y="3914348"/>
              <a:ext cx="2115087" cy="394500"/>
              <a:chOff x="2746254" y="3914348"/>
              <a:chExt cx="2115087" cy="394500"/>
            </a:xfrm>
          </p:grpSpPr>
          <p:grpSp>
            <p:nvGrpSpPr>
              <p:cNvPr id="1402" name="Google Shape;1402;p51"/>
              <p:cNvGrpSpPr/>
              <p:nvPr/>
            </p:nvGrpSpPr>
            <p:grpSpPr>
              <a:xfrm>
                <a:off x="2850789" y="3914348"/>
                <a:ext cx="394500" cy="394500"/>
                <a:chOff x="2850789" y="3914348"/>
                <a:chExt cx="394500" cy="394500"/>
              </a:xfrm>
            </p:grpSpPr>
            <p:sp>
              <p:nvSpPr>
                <p:cNvPr id="1403" name="Google Shape;1403;p51"/>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4" name="Google Shape;1404;p51"/>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5" name="Google Shape;1405;p51"/>
              <p:cNvGrpSpPr/>
              <p:nvPr/>
            </p:nvGrpSpPr>
            <p:grpSpPr>
              <a:xfrm>
                <a:off x="3368872" y="3914348"/>
                <a:ext cx="394500" cy="394500"/>
                <a:chOff x="3368872" y="3914348"/>
                <a:chExt cx="394500" cy="394500"/>
              </a:xfrm>
            </p:grpSpPr>
            <p:sp>
              <p:nvSpPr>
                <p:cNvPr id="1406" name="Google Shape;1406;p51"/>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7" name="Google Shape;1407;p51"/>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8" name="Google Shape;1408;p51"/>
              <p:cNvGrpSpPr/>
              <p:nvPr/>
            </p:nvGrpSpPr>
            <p:grpSpPr>
              <a:xfrm>
                <a:off x="3886955" y="3914348"/>
                <a:ext cx="394500" cy="394500"/>
                <a:chOff x="3886955" y="3914348"/>
                <a:chExt cx="394500" cy="394500"/>
              </a:xfrm>
            </p:grpSpPr>
            <p:sp>
              <p:nvSpPr>
                <p:cNvPr id="1409" name="Google Shape;1409;p51"/>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0" name="Google Shape;1410;p51"/>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11" name="Google Shape;1411;p51"/>
              <p:cNvGrpSpPr/>
              <p:nvPr/>
            </p:nvGrpSpPr>
            <p:grpSpPr>
              <a:xfrm>
                <a:off x="4405039" y="3914348"/>
                <a:ext cx="394500" cy="394500"/>
                <a:chOff x="4405039" y="3914348"/>
                <a:chExt cx="394500" cy="394500"/>
              </a:xfrm>
            </p:grpSpPr>
            <p:sp>
              <p:nvSpPr>
                <p:cNvPr id="1412" name="Google Shape;1412;p51"/>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3" name="Google Shape;1413;p51"/>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14" name="Google Shape;1414;p51"/>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5" name="Google Shape;1415;p51"/>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6" name="Google Shape;1416;p51"/>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7" name="Google Shape;1417;p51"/>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8" name="Google Shape;1418;p51"/>
              <p:cNvCxnSpPr>
                <a:stCxn id="1417" idx="0"/>
                <a:endCxn id="1414"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19" name="Google Shape;1419;p51"/>
              <p:cNvCxnSpPr>
                <a:stCxn id="1414" idx="4"/>
                <a:endCxn id="1415"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20" name="Google Shape;1420;p51"/>
              <p:cNvCxnSpPr>
                <a:stCxn id="1415" idx="0"/>
                <a:endCxn id="1416"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21" name="Google Shape;1421;p51"/>
              <p:cNvCxnSpPr>
                <a:stCxn id="1416" idx="4"/>
                <a:endCxn id="1400"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22" name="Google Shape;1422;p51"/>
          <p:cNvGrpSpPr/>
          <p:nvPr/>
        </p:nvGrpSpPr>
        <p:grpSpPr>
          <a:xfrm>
            <a:off x="5103624" y="3935226"/>
            <a:ext cx="1533103" cy="673350"/>
            <a:chOff x="5103624" y="3935226"/>
            <a:chExt cx="1533103" cy="673350"/>
          </a:xfrm>
        </p:grpSpPr>
        <p:grpSp>
          <p:nvGrpSpPr>
            <p:cNvPr id="1423" name="Google Shape;1423;p51"/>
            <p:cNvGrpSpPr/>
            <p:nvPr/>
          </p:nvGrpSpPr>
          <p:grpSpPr>
            <a:xfrm>
              <a:off x="6125827" y="3935226"/>
              <a:ext cx="510900" cy="673350"/>
              <a:chOff x="6119344" y="3856251"/>
              <a:chExt cx="510900" cy="673350"/>
            </a:xfrm>
          </p:grpSpPr>
          <p:sp>
            <p:nvSpPr>
              <p:cNvPr id="1424" name="Google Shape;1424;p51"/>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5" name="Google Shape;1425;p51"/>
              <p:cNvCxnSpPr>
                <a:stCxn id="1424"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26" name="Google Shape;1426;p51"/>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7" name="Google Shape;1427;p51"/>
            <p:cNvGrpSpPr/>
            <p:nvPr/>
          </p:nvGrpSpPr>
          <p:grpSpPr>
            <a:xfrm>
              <a:off x="5614720" y="3935226"/>
              <a:ext cx="510900" cy="673350"/>
              <a:chOff x="5606594" y="3856251"/>
              <a:chExt cx="510900" cy="673350"/>
            </a:xfrm>
          </p:grpSpPr>
          <p:sp>
            <p:nvSpPr>
              <p:cNvPr id="1428" name="Google Shape;1428;p51"/>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9" name="Google Shape;1429;p51"/>
              <p:cNvCxnSpPr>
                <a:stCxn id="1428"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30" name="Google Shape;1430;p51"/>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31" name="Google Shape;1431;p51"/>
            <p:cNvGrpSpPr/>
            <p:nvPr/>
          </p:nvGrpSpPr>
          <p:grpSpPr>
            <a:xfrm>
              <a:off x="5103624" y="3935226"/>
              <a:ext cx="510900" cy="673350"/>
              <a:chOff x="5093856" y="3856251"/>
              <a:chExt cx="510900" cy="673350"/>
            </a:xfrm>
          </p:grpSpPr>
          <p:sp>
            <p:nvSpPr>
              <p:cNvPr id="1432" name="Google Shape;1432;p51"/>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3" name="Google Shape;1433;p51"/>
              <p:cNvCxnSpPr>
                <a:stCxn id="1432"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34" name="Google Shape;1434;p51"/>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8" name="Shape 1438"/>
        <p:cNvGrpSpPr/>
        <p:nvPr/>
      </p:nvGrpSpPr>
      <p:grpSpPr>
        <a:xfrm>
          <a:off x="0" y="0"/>
          <a:ext cx="0" cy="0"/>
          <a:chOff x="0" y="0"/>
          <a:chExt cx="0" cy="0"/>
        </a:xfrm>
      </p:grpSpPr>
      <p:graphicFrame>
        <p:nvGraphicFramePr>
          <p:cNvPr id="1439" name="Google Shape;1439;p52"/>
          <p:cNvGraphicFramePr/>
          <p:nvPr/>
        </p:nvGraphicFramePr>
        <p:xfrm>
          <a:off x="3372638" y="2034494"/>
          <a:ext cx="3000000" cy="3000000"/>
        </p:xfrm>
        <a:graphic>
          <a:graphicData uri="http://schemas.openxmlformats.org/drawingml/2006/table">
            <a:tbl>
              <a:tblPr>
                <a:noFill/>
                <a:tableStyleId>{E196715E-669B-421D-94DF-DC3B05A8AADC}</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40" name="Google Shape;1440;p52"/>
          <p:cNvGraphicFramePr/>
          <p:nvPr/>
        </p:nvGraphicFramePr>
        <p:xfrm>
          <a:off x="712575" y="649450"/>
          <a:ext cx="3000000" cy="3000000"/>
        </p:xfrm>
        <a:graphic>
          <a:graphicData uri="http://schemas.openxmlformats.org/drawingml/2006/table">
            <a:tbl>
              <a:tblPr>
                <a:noFill/>
                <a:tableStyleId>{E196715E-669B-421D-94DF-DC3B05A8AADC}</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441" name="Google Shape;1441;p52"/>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2" name="Google Shape;1442;p52"/>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3" name="Google Shape;1443;p52"/>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444" name="Google Shape;1444;p52"/>
          <p:cNvGraphicFramePr/>
          <p:nvPr/>
        </p:nvGraphicFramePr>
        <p:xfrm>
          <a:off x="3372638" y="649450"/>
          <a:ext cx="3000000" cy="3000000"/>
        </p:xfrm>
        <a:graphic>
          <a:graphicData uri="http://schemas.openxmlformats.org/drawingml/2006/table">
            <a:tbl>
              <a:tblPr>
                <a:noFill/>
                <a:tableStyleId>{E196715E-669B-421D-94DF-DC3B05A8AADC}</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45" name="Google Shape;1445;p52"/>
          <p:cNvGraphicFramePr/>
          <p:nvPr/>
        </p:nvGraphicFramePr>
        <p:xfrm>
          <a:off x="6032700" y="649450"/>
          <a:ext cx="3000000" cy="3000000"/>
        </p:xfrm>
        <a:graphic>
          <a:graphicData uri="http://schemas.openxmlformats.org/drawingml/2006/table">
            <a:tbl>
              <a:tblPr>
                <a:noFill/>
                <a:tableStyleId>{E196715E-669B-421D-94DF-DC3B05A8AADC}</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446" name="Google Shape;1446;p52"/>
          <p:cNvGraphicFramePr/>
          <p:nvPr/>
        </p:nvGraphicFramePr>
        <p:xfrm>
          <a:off x="718250" y="2034506"/>
          <a:ext cx="3000000" cy="3000000"/>
        </p:xfrm>
        <a:graphic>
          <a:graphicData uri="http://schemas.openxmlformats.org/drawingml/2006/table">
            <a:tbl>
              <a:tblPr>
                <a:noFill/>
                <a:tableStyleId>{E196715E-669B-421D-94DF-DC3B05A8AADC}</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447" name="Google Shape;1447;p52"/>
          <p:cNvGrpSpPr/>
          <p:nvPr/>
        </p:nvGrpSpPr>
        <p:grpSpPr>
          <a:xfrm>
            <a:off x="3771725" y="2383156"/>
            <a:ext cx="1995300" cy="74400"/>
            <a:chOff x="3771725" y="2273200"/>
            <a:chExt cx="1995300" cy="74400"/>
          </a:xfrm>
        </p:grpSpPr>
        <p:sp>
          <p:nvSpPr>
            <p:cNvPr id="1448" name="Google Shape;1448;p52"/>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9" name="Google Shape;1449;p52"/>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50" name="Google Shape;1450;p52"/>
          <p:cNvGrpSpPr/>
          <p:nvPr/>
        </p:nvGrpSpPr>
        <p:grpSpPr>
          <a:xfrm>
            <a:off x="3771725" y="2644506"/>
            <a:ext cx="1995300" cy="74400"/>
            <a:chOff x="3771725" y="2534550"/>
            <a:chExt cx="1995300" cy="74400"/>
          </a:xfrm>
        </p:grpSpPr>
        <p:sp>
          <p:nvSpPr>
            <p:cNvPr id="1451" name="Google Shape;1451;p52"/>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2" name="Google Shape;1452;p52"/>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53" name="Google Shape;1453;p52"/>
          <p:cNvGrpSpPr/>
          <p:nvPr/>
        </p:nvGrpSpPr>
        <p:grpSpPr>
          <a:xfrm>
            <a:off x="3771725" y="2905856"/>
            <a:ext cx="1995300" cy="74400"/>
            <a:chOff x="3771725" y="2795900"/>
            <a:chExt cx="1995300" cy="74400"/>
          </a:xfrm>
        </p:grpSpPr>
        <p:sp>
          <p:nvSpPr>
            <p:cNvPr id="1454" name="Google Shape;1454;p52"/>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5" name="Google Shape;1455;p52"/>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456" name="Google Shape;1456;p52"/>
          <p:cNvGraphicFramePr/>
          <p:nvPr/>
        </p:nvGraphicFramePr>
        <p:xfrm>
          <a:off x="6027038" y="2034494"/>
          <a:ext cx="3000000" cy="3000000"/>
        </p:xfrm>
        <a:graphic>
          <a:graphicData uri="http://schemas.openxmlformats.org/drawingml/2006/table">
            <a:tbl>
              <a:tblPr>
                <a:noFill/>
                <a:tableStyleId>{E196715E-669B-421D-94DF-DC3B05A8AADC}</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457" name="Google Shape;1457;p52"/>
          <p:cNvGraphicFramePr/>
          <p:nvPr/>
        </p:nvGraphicFramePr>
        <p:xfrm>
          <a:off x="722138" y="3419550"/>
          <a:ext cx="3000000" cy="3000000"/>
        </p:xfrm>
        <a:graphic>
          <a:graphicData uri="http://schemas.openxmlformats.org/drawingml/2006/table">
            <a:tbl>
              <a:tblPr>
                <a:noFill/>
                <a:tableStyleId>{E196715E-669B-421D-94DF-DC3B05A8AADC}</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458" name="Google Shape;1458;p52"/>
          <p:cNvGraphicFramePr/>
          <p:nvPr/>
        </p:nvGraphicFramePr>
        <p:xfrm>
          <a:off x="3374600" y="3419550"/>
          <a:ext cx="3000000" cy="3000000"/>
        </p:xfrm>
        <a:graphic>
          <a:graphicData uri="http://schemas.openxmlformats.org/drawingml/2006/table">
            <a:tbl>
              <a:tblPr>
                <a:noFill/>
                <a:tableStyleId>{E196715E-669B-421D-94DF-DC3B05A8AADC}</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459" name="Google Shape;1459;p52"/>
          <p:cNvGraphicFramePr/>
          <p:nvPr/>
        </p:nvGraphicFramePr>
        <p:xfrm>
          <a:off x="6027038" y="3419550"/>
          <a:ext cx="3000000" cy="3000000"/>
        </p:xfrm>
        <a:graphic>
          <a:graphicData uri="http://schemas.openxmlformats.org/drawingml/2006/table">
            <a:tbl>
              <a:tblPr>
                <a:noFill/>
                <a:tableStyleId>{E196715E-669B-421D-94DF-DC3B05A8AADC}</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460" name="Google Shape;1460;p52"/>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461" name="Google Shape;1461;p52"/>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462" name="Google Shape;1462;p52"/>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463" name="Google Shape;1463;p52"/>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4" name="Google Shape;1464;p52"/>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5" name="Google Shape;1465;p52"/>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6" name="Google Shape;1466;p52"/>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7" name="Google Shape;1467;p52"/>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8" name="Google Shape;1468;p52"/>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9" name="Google Shape;1469;p52"/>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3" name="Shape 1473"/>
        <p:cNvGrpSpPr/>
        <p:nvPr/>
      </p:nvGrpSpPr>
      <p:grpSpPr>
        <a:xfrm>
          <a:off x="0" y="0"/>
          <a:ext cx="0" cy="0"/>
          <a:chOff x="0" y="0"/>
          <a:chExt cx="0" cy="0"/>
        </a:xfrm>
      </p:grpSpPr>
      <p:grpSp>
        <p:nvGrpSpPr>
          <p:cNvPr id="1474" name="Google Shape;1474;p53"/>
          <p:cNvGrpSpPr/>
          <p:nvPr/>
        </p:nvGrpSpPr>
        <p:grpSpPr>
          <a:xfrm>
            <a:off x="4842026" y="534551"/>
            <a:ext cx="1039466" cy="1217093"/>
            <a:chOff x="4842026" y="534551"/>
            <a:chExt cx="1039466" cy="1217093"/>
          </a:xfrm>
        </p:grpSpPr>
        <p:grpSp>
          <p:nvGrpSpPr>
            <p:cNvPr id="1475" name="Google Shape;1475;p53"/>
            <p:cNvGrpSpPr/>
            <p:nvPr/>
          </p:nvGrpSpPr>
          <p:grpSpPr>
            <a:xfrm>
              <a:off x="4842026" y="534551"/>
              <a:ext cx="1039466" cy="1217093"/>
              <a:chOff x="5730743" y="656888"/>
              <a:chExt cx="812400" cy="951300"/>
            </a:xfrm>
          </p:grpSpPr>
          <p:grpSp>
            <p:nvGrpSpPr>
              <p:cNvPr id="1476" name="Google Shape;1476;p53"/>
              <p:cNvGrpSpPr/>
              <p:nvPr/>
            </p:nvGrpSpPr>
            <p:grpSpPr>
              <a:xfrm>
                <a:off x="5730743" y="726350"/>
                <a:ext cx="812400" cy="812400"/>
                <a:chOff x="5730743" y="726350"/>
                <a:chExt cx="812400" cy="812400"/>
              </a:xfrm>
            </p:grpSpPr>
            <p:sp>
              <p:nvSpPr>
                <p:cNvPr id="1477" name="Google Shape;1477;p53"/>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8" name="Google Shape;1478;p53"/>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9" name="Google Shape;1479;p53"/>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0" name="Google Shape;1480;p53"/>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1" name="Google Shape;1481;p53"/>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2" name="Google Shape;1482;p53"/>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3" name="Google Shape;1483;p53"/>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4" name="Google Shape;1484;p53"/>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5" name="Google Shape;1485;p53"/>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6" name="Google Shape;1486;p53"/>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7" name="Google Shape;1487;p53"/>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88" name="Google Shape;1488;p53"/>
          <p:cNvGrpSpPr/>
          <p:nvPr/>
        </p:nvGrpSpPr>
        <p:grpSpPr>
          <a:xfrm>
            <a:off x="702941" y="2050687"/>
            <a:ext cx="1076771" cy="1049716"/>
            <a:chOff x="703000" y="2087175"/>
            <a:chExt cx="1002300" cy="977025"/>
          </a:xfrm>
        </p:grpSpPr>
        <p:sp>
          <p:nvSpPr>
            <p:cNvPr id="1489" name="Google Shape;1489;p53"/>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0" name="Google Shape;1490;p53"/>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1" name="Google Shape;1491;p53"/>
            <p:cNvSpPr/>
            <p:nvPr/>
          </p:nvSpPr>
          <p:spPr>
            <a:xfrm>
              <a:off x="703000" y="2392800"/>
              <a:ext cx="671400" cy="671400"/>
            </a:xfrm>
            <a:prstGeom prst="ellipse">
              <a:avLst/>
            </a:prstGeom>
            <a:solidFill>
              <a:srgbClr val="503259">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92" name="Google Shape;1492;p53"/>
          <p:cNvGrpSpPr/>
          <p:nvPr/>
        </p:nvGrpSpPr>
        <p:grpSpPr>
          <a:xfrm>
            <a:off x="1906805" y="2058326"/>
            <a:ext cx="688976" cy="1049885"/>
            <a:chOff x="1992126" y="2083056"/>
            <a:chExt cx="750600" cy="1143790"/>
          </a:xfrm>
        </p:grpSpPr>
        <p:grpSp>
          <p:nvGrpSpPr>
            <p:cNvPr id="1493" name="Google Shape;1493;p53"/>
            <p:cNvGrpSpPr/>
            <p:nvPr/>
          </p:nvGrpSpPr>
          <p:grpSpPr>
            <a:xfrm>
              <a:off x="1992126" y="2083056"/>
              <a:ext cx="750600" cy="1143661"/>
              <a:chOff x="1992126" y="2083056"/>
              <a:chExt cx="750600" cy="1143661"/>
            </a:xfrm>
          </p:grpSpPr>
          <p:sp>
            <p:nvSpPr>
              <p:cNvPr id="1494" name="Google Shape;1494;p53"/>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5" name="Google Shape;1495;p53"/>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496" name="Google Shape;1496;p53"/>
            <p:cNvGrpSpPr/>
            <p:nvPr/>
          </p:nvGrpSpPr>
          <p:grpSpPr>
            <a:xfrm>
              <a:off x="2045161" y="2136120"/>
              <a:ext cx="644700" cy="1090586"/>
              <a:chOff x="2045161" y="2136120"/>
              <a:chExt cx="644700" cy="1090586"/>
            </a:xfrm>
          </p:grpSpPr>
          <p:sp>
            <p:nvSpPr>
              <p:cNvPr id="1497" name="Google Shape;1497;p53"/>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8" name="Google Shape;1498;p53"/>
              <p:cNvCxnSpPr>
                <a:stCxn id="1497"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499" name="Google Shape;1499;p53"/>
            <p:cNvGrpSpPr/>
            <p:nvPr/>
          </p:nvGrpSpPr>
          <p:grpSpPr>
            <a:xfrm>
              <a:off x="2101854" y="2192746"/>
              <a:ext cx="531300" cy="1034100"/>
              <a:chOff x="2101854" y="2192746"/>
              <a:chExt cx="531300" cy="1034100"/>
            </a:xfrm>
          </p:grpSpPr>
          <p:sp>
            <p:nvSpPr>
              <p:cNvPr id="1500" name="Google Shape;1500;p53"/>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1" name="Google Shape;1501;p53"/>
              <p:cNvCxnSpPr>
                <a:stCxn id="1500"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502" name="Google Shape;1502;p53"/>
            <p:cNvGrpSpPr/>
            <p:nvPr/>
          </p:nvGrpSpPr>
          <p:grpSpPr>
            <a:xfrm>
              <a:off x="2162890" y="2253859"/>
              <a:ext cx="409200" cy="972900"/>
              <a:chOff x="2162890" y="2253859"/>
              <a:chExt cx="409200" cy="972900"/>
            </a:xfrm>
          </p:grpSpPr>
          <p:sp>
            <p:nvSpPr>
              <p:cNvPr id="1503" name="Google Shape;1503;p53"/>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4" name="Google Shape;1504;p53"/>
              <p:cNvCxnSpPr>
                <a:stCxn id="1503"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505" name="Google Shape;1505;p53"/>
            <p:cNvGrpSpPr/>
            <p:nvPr/>
          </p:nvGrpSpPr>
          <p:grpSpPr>
            <a:xfrm>
              <a:off x="2212739" y="2303722"/>
              <a:ext cx="309600" cy="923060"/>
              <a:chOff x="2212739" y="2303722"/>
              <a:chExt cx="309600" cy="923060"/>
            </a:xfrm>
          </p:grpSpPr>
          <p:sp>
            <p:nvSpPr>
              <p:cNvPr id="1506" name="Google Shape;1506;p53"/>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7" name="Google Shape;1507;p53"/>
              <p:cNvCxnSpPr>
                <a:stCxn id="1506"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08" name="Google Shape;1508;p53"/>
          <p:cNvGrpSpPr/>
          <p:nvPr/>
        </p:nvGrpSpPr>
        <p:grpSpPr>
          <a:xfrm>
            <a:off x="7677625" y="547580"/>
            <a:ext cx="753078" cy="752223"/>
            <a:chOff x="1186975" y="238125"/>
            <a:chExt cx="5244275" cy="5238325"/>
          </a:xfrm>
        </p:grpSpPr>
        <p:sp>
          <p:nvSpPr>
            <p:cNvPr id="1509" name="Google Shape;1509;p5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3"/>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3"/>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3"/>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53"/>
          <p:cNvGrpSpPr/>
          <p:nvPr/>
        </p:nvGrpSpPr>
        <p:grpSpPr>
          <a:xfrm>
            <a:off x="702950" y="3398221"/>
            <a:ext cx="1292910" cy="430549"/>
            <a:chOff x="238125" y="1335475"/>
            <a:chExt cx="5418735" cy="3034175"/>
          </a:xfrm>
        </p:grpSpPr>
        <p:sp>
          <p:nvSpPr>
            <p:cNvPr id="1514" name="Google Shape;1514;p5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 name="Google Shape;1517;p53"/>
          <p:cNvGrpSpPr/>
          <p:nvPr/>
        </p:nvGrpSpPr>
        <p:grpSpPr>
          <a:xfrm>
            <a:off x="713215" y="551136"/>
            <a:ext cx="1590024" cy="1217116"/>
            <a:chOff x="688541" y="663825"/>
            <a:chExt cx="1287052" cy="985200"/>
          </a:xfrm>
        </p:grpSpPr>
        <p:grpSp>
          <p:nvGrpSpPr>
            <p:cNvPr id="1518" name="Google Shape;1518;p53"/>
            <p:cNvGrpSpPr/>
            <p:nvPr/>
          </p:nvGrpSpPr>
          <p:grpSpPr>
            <a:xfrm>
              <a:off x="855600" y="663825"/>
              <a:ext cx="1119992" cy="985200"/>
              <a:chOff x="855600" y="663825"/>
              <a:chExt cx="1119992" cy="985200"/>
            </a:xfrm>
          </p:grpSpPr>
          <p:grpSp>
            <p:nvGrpSpPr>
              <p:cNvPr id="1519" name="Google Shape;1519;p53"/>
              <p:cNvGrpSpPr/>
              <p:nvPr/>
            </p:nvGrpSpPr>
            <p:grpSpPr>
              <a:xfrm>
                <a:off x="855600" y="663825"/>
                <a:ext cx="1119992" cy="985200"/>
                <a:chOff x="855600" y="663825"/>
                <a:chExt cx="1119992" cy="985200"/>
              </a:xfrm>
            </p:grpSpPr>
            <p:sp>
              <p:nvSpPr>
                <p:cNvPr id="1520" name="Google Shape;1520;p53"/>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1" name="Google Shape;1521;p53"/>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2" name="Google Shape;1522;p53"/>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3" name="Google Shape;1523;p53"/>
            <p:cNvGrpSpPr/>
            <p:nvPr/>
          </p:nvGrpSpPr>
          <p:grpSpPr>
            <a:xfrm>
              <a:off x="688550" y="733463"/>
              <a:ext cx="1082650" cy="846000"/>
              <a:chOff x="688550" y="733463"/>
              <a:chExt cx="1082650" cy="846000"/>
            </a:xfrm>
          </p:grpSpPr>
          <p:grpSp>
            <p:nvGrpSpPr>
              <p:cNvPr id="1524" name="Google Shape;1524;p53"/>
              <p:cNvGrpSpPr/>
              <p:nvPr/>
            </p:nvGrpSpPr>
            <p:grpSpPr>
              <a:xfrm>
                <a:off x="688550" y="733463"/>
                <a:ext cx="1082650" cy="846000"/>
                <a:chOff x="688550" y="733463"/>
                <a:chExt cx="1082650" cy="846000"/>
              </a:xfrm>
            </p:grpSpPr>
            <p:sp>
              <p:nvSpPr>
                <p:cNvPr id="1525" name="Google Shape;1525;p53"/>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6" name="Google Shape;1526;p53"/>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7" name="Google Shape;1527;p53"/>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8" name="Google Shape;1528;p53"/>
            <p:cNvGrpSpPr/>
            <p:nvPr/>
          </p:nvGrpSpPr>
          <p:grpSpPr>
            <a:xfrm>
              <a:off x="688541" y="807775"/>
              <a:ext cx="1008259" cy="697200"/>
              <a:chOff x="688541" y="807775"/>
              <a:chExt cx="1008259" cy="697200"/>
            </a:xfrm>
          </p:grpSpPr>
          <p:grpSp>
            <p:nvGrpSpPr>
              <p:cNvPr id="1529" name="Google Shape;1529;p53"/>
              <p:cNvGrpSpPr/>
              <p:nvPr/>
            </p:nvGrpSpPr>
            <p:grpSpPr>
              <a:xfrm>
                <a:off x="688541" y="807775"/>
                <a:ext cx="1008259" cy="697200"/>
                <a:chOff x="688541" y="807775"/>
                <a:chExt cx="1008259" cy="697200"/>
              </a:xfrm>
            </p:grpSpPr>
            <p:sp>
              <p:nvSpPr>
                <p:cNvPr id="1530" name="Google Shape;1530;p53"/>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1" name="Google Shape;1531;p53"/>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2" name="Google Shape;1532;p53"/>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33" name="Google Shape;1533;p53"/>
            <p:cNvGrpSpPr/>
            <p:nvPr/>
          </p:nvGrpSpPr>
          <p:grpSpPr>
            <a:xfrm>
              <a:off x="1079700" y="887975"/>
              <a:ext cx="895892" cy="539681"/>
              <a:chOff x="1079700" y="887975"/>
              <a:chExt cx="895892" cy="539681"/>
            </a:xfrm>
          </p:grpSpPr>
          <p:grpSp>
            <p:nvGrpSpPr>
              <p:cNvPr id="1534" name="Google Shape;1534;p53"/>
              <p:cNvGrpSpPr/>
              <p:nvPr/>
            </p:nvGrpSpPr>
            <p:grpSpPr>
              <a:xfrm>
                <a:off x="1079700" y="887975"/>
                <a:ext cx="895892" cy="539681"/>
                <a:chOff x="1079700" y="887975"/>
                <a:chExt cx="895892" cy="539681"/>
              </a:xfrm>
            </p:grpSpPr>
            <p:sp>
              <p:nvSpPr>
                <p:cNvPr id="1535" name="Google Shape;1535;p53"/>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6" name="Google Shape;1536;p53"/>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7" name="Google Shape;1537;p53"/>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8" name="Google Shape;1538;p53"/>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39" name="Google Shape;1539;p53"/>
          <p:cNvGrpSpPr/>
          <p:nvPr/>
        </p:nvGrpSpPr>
        <p:grpSpPr>
          <a:xfrm>
            <a:off x="2359674" y="539588"/>
            <a:ext cx="1119708" cy="1217144"/>
            <a:chOff x="2404275" y="663825"/>
            <a:chExt cx="906206" cy="985063"/>
          </a:xfrm>
        </p:grpSpPr>
        <p:cxnSp>
          <p:nvCxnSpPr>
            <p:cNvPr id="1540" name="Google Shape;1540;p53"/>
            <p:cNvCxnSpPr>
              <a:stCxn id="1541" idx="5"/>
              <a:endCxn id="1542"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543" name="Google Shape;1543;p53"/>
            <p:cNvCxnSpPr>
              <a:stCxn id="1542" idx="3"/>
              <a:endCxn id="1544"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545" name="Google Shape;1545;p53"/>
            <p:cNvCxnSpPr>
              <a:stCxn id="1544" idx="1"/>
              <a:endCxn id="1546"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547" name="Google Shape;1547;p53"/>
            <p:cNvCxnSpPr>
              <a:stCxn id="1546" idx="7"/>
              <a:endCxn id="1541"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541" name="Google Shape;1541;p53"/>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6" name="Google Shape;1546;p53"/>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4" name="Google Shape;1544;p53"/>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2" name="Google Shape;1542;p53"/>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48" name="Google Shape;1548;p53"/>
          <p:cNvGrpSpPr/>
          <p:nvPr/>
        </p:nvGrpSpPr>
        <p:grpSpPr>
          <a:xfrm>
            <a:off x="3535817" y="533799"/>
            <a:ext cx="1249565" cy="1216897"/>
            <a:chOff x="4002252" y="539625"/>
            <a:chExt cx="1139490" cy="1109700"/>
          </a:xfrm>
        </p:grpSpPr>
        <p:sp>
          <p:nvSpPr>
            <p:cNvPr id="1549" name="Google Shape;1549;p53"/>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0" name="Google Shape;1550;p53"/>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1" name="Google Shape;1551;p53"/>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2" name="Google Shape;1552;p53"/>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3" name="Google Shape;1553;p53"/>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4" name="Google Shape;1554;p53"/>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5" name="Google Shape;1555;p53"/>
            <p:cNvCxnSpPr>
              <a:stCxn id="1552" idx="0"/>
              <a:endCxn id="1550"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556" name="Google Shape;1556;p53"/>
            <p:cNvCxnSpPr>
              <a:stCxn id="1550" idx="6"/>
              <a:endCxn id="1551"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557" name="Google Shape;1557;p53"/>
            <p:cNvCxnSpPr>
              <a:stCxn id="1551" idx="5"/>
              <a:endCxn id="1554"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558" name="Google Shape;1558;p53"/>
            <p:cNvCxnSpPr>
              <a:stCxn id="1554" idx="3"/>
              <a:endCxn id="1553"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559" name="Google Shape;1559;p53"/>
            <p:cNvCxnSpPr>
              <a:stCxn id="1553" idx="2"/>
              <a:endCxn id="1552"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560" name="Google Shape;1560;p53"/>
          <p:cNvGrpSpPr/>
          <p:nvPr/>
        </p:nvGrpSpPr>
        <p:grpSpPr>
          <a:xfrm>
            <a:off x="5937690" y="534494"/>
            <a:ext cx="1683499" cy="1217116"/>
            <a:chOff x="6995517" y="647238"/>
            <a:chExt cx="1251300" cy="904650"/>
          </a:xfrm>
        </p:grpSpPr>
        <p:grpSp>
          <p:nvGrpSpPr>
            <p:cNvPr id="1561" name="Google Shape;1561;p53"/>
            <p:cNvGrpSpPr/>
            <p:nvPr/>
          </p:nvGrpSpPr>
          <p:grpSpPr>
            <a:xfrm>
              <a:off x="6995517" y="1027188"/>
              <a:ext cx="1251300" cy="524700"/>
              <a:chOff x="6995517" y="1027188"/>
              <a:chExt cx="1251300" cy="524700"/>
            </a:xfrm>
          </p:grpSpPr>
          <p:sp>
            <p:nvSpPr>
              <p:cNvPr id="1562" name="Google Shape;1562;p53"/>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3" name="Google Shape;1563;p53"/>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564" name="Google Shape;1564;p53"/>
            <p:cNvGrpSpPr/>
            <p:nvPr/>
          </p:nvGrpSpPr>
          <p:grpSpPr>
            <a:xfrm>
              <a:off x="7001525" y="900538"/>
              <a:ext cx="1245000" cy="524700"/>
              <a:chOff x="7001525" y="900538"/>
              <a:chExt cx="1245000" cy="524700"/>
            </a:xfrm>
          </p:grpSpPr>
          <p:sp>
            <p:nvSpPr>
              <p:cNvPr id="1565" name="Google Shape;1565;p53"/>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6" name="Google Shape;1566;p53"/>
              <p:cNvCxnSpPr>
                <a:stCxn id="1565"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567" name="Google Shape;1567;p53"/>
            <p:cNvGrpSpPr/>
            <p:nvPr/>
          </p:nvGrpSpPr>
          <p:grpSpPr>
            <a:xfrm>
              <a:off x="7001525" y="773888"/>
              <a:ext cx="1245000" cy="524700"/>
              <a:chOff x="7001525" y="773888"/>
              <a:chExt cx="1245000" cy="524700"/>
            </a:xfrm>
          </p:grpSpPr>
          <p:sp>
            <p:nvSpPr>
              <p:cNvPr id="1568" name="Google Shape;1568;p53"/>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9" name="Google Shape;1569;p53"/>
              <p:cNvCxnSpPr>
                <a:stCxn id="1568"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570" name="Google Shape;1570;p53"/>
            <p:cNvGrpSpPr/>
            <p:nvPr/>
          </p:nvGrpSpPr>
          <p:grpSpPr>
            <a:xfrm>
              <a:off x="7001525" y="647238"/>
              <a:ext cx="1245000" cy="524700"/>
              <a:chOff x="7001525" y="647238"/>
              <a:chExt cx="1245000" cy="524700"/>
            </a:xfrm>
          </p:grpSpPr>
          <p:sp>
            <p:nvSpPr>
              <p:cNvPr id="1571" name="Google Shape;1571;p53"/>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2" name="Google Shape;1572;p53"/>
              <p:cNvCxnSpPr>
                <a:stCxn id="1571"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573" name="Google Shape;1573;p53"/>
          <p:cNvGrpSpPr/>
          <p:nvPr/>
        </p:nvGrpSpPr>
        <p:grpSpPr>
          <a:xfrm>
            <a:off x="2722986" y="2040746"/>
            <a:ext cx="1076798" cy="1053164"/>
            <a:chOff x="2829888" y="2087062"/>
            <a:chExt cx="992075" cy="970300"/>
          </a:xfrm>
        </p:grpSpPr>
        <p:grpSp>
          <p:nvGrpSpPr>
            <p:cNvPr id="1574" name="Google Shape;1574;p53"/>
            <p:cNvGrpSpPr/>
            <p:nvPr/>
          </p:nvGrpSpPr>
          <p:grpSpPr>
            <a:xfrm>
              <a:off x="2829888" y="2412087"/>
              <a:ext cx="449100" cy="293700"/>
              <a:chOff x="2829888" y="2412087"/>
              <a:chExt cx="449100" cy="293700"/>
            </a:xfrm>
          </p:grpSpPr>
          <p:sp>
            <p:nvSpPr>
              <p:cNvPr id="1575" name="Google Shape;1575;p53"/>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6" name="Google Shape;1576;p53"/>
              <p:cNvCxnSpPr>
                <a:stCxn id="1575" idx="6"/>
                <a:endCxn id="1577"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578" name="Google Shape;1578;p53"/>
            <p:cNvGrpSpPr/>
            <p:nvPr/>
          </p:nvGrpSpPr>
          <p:grpSpPr>
            <a:xfrm>
              <a:off x="3056019" y="2604662"/>
              <a:ext cx="294000" cy="452700"/>
              <a:chOff x="3056019" y="2604662"/>
              <a:chExt cx="294000" cy="452700"/>
            </a:xfrm>
          </p:grpSpPr>
          <p:sp>
            <p:nvSpPr>
              <p:cNvPr id="1579" name="Google Shape;1579;p53"/>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0" name="Google Shape;1580;p53"/>
              <p:cNvCxnSpPr>
                <a:stCxn id="1579" idx="4"/>
                <a:endCxn id="1581"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582" name="Google Shape;1582;p53"/>
            <p:cNvGrpSpPr/>
            <p:nvPr/>
          </p:nvGrpSpPr>
          <p:grpSpPr>
            <a:xfrm>
              <a:off x="3301813" y="2604662"/>
              <a:ext cx="294000" cy="452700"/>
              <a:chOff x="3301813" y="2604662"/>
              <a:chExt cx="294000" cy="452700"/>
            </a:xfrm>
          </p:grpSpPr>
          <p:sp>
            <p:nvSpPr>
              <p:cNvPr id="1583" name="Google Shape;1583;p53"/>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4" name="Google Shape;1584;p53"/>
              <p:cNvCxnSpPr>
                <a:stCxn id="1583" idx="4"/>
                <a:endCxn id="1585"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586" name="Google Shape;1586;p53"/>
            <p:cNvGrpSpPr/>
            <p:nvPr/>
          </p:nvGrpSpPr>
          <p:grpSpPr>
            <a:xfrm>
              <a:off x="3372863" y="2412087"/>
              <a:ext cx="449100" cy="293700"/>
              <a:chOff x="3372863" y="2412087"/>
              <a:chExt cx="449100" cy="293700"/>
            </a:xfrm>
          </p:grpSpPr>
          <p:sp>
            <p:nvSpPr>
              <p:cNvPr id="1587" name="Google Shape;1587;p53"/>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8" name="Google Shape;1588;p53"/>
              <p:cNvCxnSpPr>
                <a:stCxn id="1587" idx="6"/>
                <a:endCxn id="1589"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590" name="Google Shape;1590;p53"/>
            <p:cNvGrpSpPr/>
            <p:nvPr/>
          </p:nvGrpSpPr>
          <p:grpSpPr>
            <a:xfrm>
              <a:off x="3178916" y="2087062"/>
              <a:ext cx="294000" cy="451800"/>
              <a:chOff x="3178916" y="2087062"/>
              <a:chExt cx="294000" cy="451800"/>
            </a:xfrm>
          </p:grpSpPr>
          <p:sp>
            <p:nvSpPr>
              <p:cNvPr id="1591" name="Google Shape;1591;p53"/>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92" name="Google Shape;1592;p53"/>
              <p:cNvCxnSpPr>
                <a:stCxn id="1591" idx="0"/>
                <a:endCxn id="1593"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594" name="Google Shape;1594;p53"/>
          <p:cNvGrpSpPr/>
          <p:nvPr/>
        </p:nvGrpSpPr>
        <p:grpSpPr>
          <a:xfrm>
            <a:off x="3926878" y="2054651"/>
            <a:ext cx="1039408" cy="1039406"/>
            <a:chOff x="4102175" y="2252050"/>
            <a:chExt cx="641412" cy="641411"/>
          </a:xfrm>
        </p:grpSpPr>
        <p:grpSp>
          <p:nvGrpSpPr>
            <p:cNvPr id="1595" name="Google Shape;1595;p53"/>
            <p:cNvGrpSpPr/>
            <p:nvPr/>
          </p:nvGrpSpPr>
          <p:grpSpPr>
            <a:xfrm>
              <a:off x="4102175" y="2252050"/>
              <a:ext cx="641412" cy="641400"/>
              <a:chOff x="5322600" y="2738950"/>
              <a:chExt cx="641412" cy="641400"/>
            </a:xfrm>
          </p:grpSpPr>
          <p:sp>
            <p:nvSpPr>
              <p:cNvPr id="1596" name="Google Shape;1596;p53"/>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7" name="Google Shape;1597;p53"/>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8" name="Google Shape;1598;p53"/>
            <p:cNvGrpSpPr/>
            <p:nvPr/>
          </p:nvGrpSpPr>
          <p:grpSpPr>
            <a:xfrm>
              <a:off x="4102175" y="2252050"/>
              <a:ext cx="641400" cy="641400"/>
              <a:chOff x="5322600" y="2738950"/>
              <a:chExt cx="641400" cy="641400"/>
            </a:xfrm>
          </p:grpSpPr>
          <p:sp>
            <p:nvSpPr>
              <p:cNvPr id="1599" name="Google Shape;1599;p53"/>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0" name="Google Shape;1600;p53"/>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1" name="Google Shape;1601;p53"/>
            <p:cNvGrpSpPr/>
            <p:nvPr/>
          </p:nvGrpSpPr>
          <p:grpSpPr>
            <a:xfrm>
              <a:off x="4102175" y="2252050"/>
              <a:ext cx="641412" cy="641411"/>
              <a:chOff x="5322600" y="2738950"/>
              <a:chExt cx="641412" cy="641411"/>
            </a:xfrm>
          </p:grpSpPr>
          <p:sp>
            <p:nvSpPr>
              <p:cNvPr id="1602" name="Google Shape;1602;p53"/>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3" name="Google Shape;1603;p53"/>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4" name="Google Shape;1604;p53"/>
            <p:cNvGrpSpPr/>
            <p:nvPr/>
          </p:nvGrpSpPr>
          <p:grpSpPr>
            <a:xfrm>
              <a:off x="4102175" y="2252050"/>
              <a:ext cx="641400" cy="641411"/>
              <a:chOff x="5322600" y="2738950"/>
              <a:chExt cx="641400" cy="641411"/>
            </a:xfrm>
          </p:grpSpPr>
          <p:sp>
            <p:nvSpPr>
              <p:cNvPr id="1605" name="Google Shape;1605;p53"/>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6" name="Google Shape;1606;p53"/>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07" name="Google Shape;1607;p53"/>
          <p:cNvGrpSpPr/>
          <p:nvPr/>
        </p:nvGrpSpPr>
        <p:grpSpPr>
          <a:xfrm>
            <a:off x="5093379" y="2043560"/>
            <a:ext cx="1053080" cy="1053080"/>
            <a:chOff x="855600" y="663825"/>
            <a:chExt cx="985200" cy="985200"/>
          </a:xfrm>
        </p:grpSpPr>
        <p:sp>
          <p:nvSpPr>
            <p:cNvPr id="1608" name="Google Shape;1608;p53"/>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9" name="Google Shape;1609;p53"/>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0" name="Google Shape;1610;p53"/>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1" name="Google Shape;1611;p53"/>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2" name="Google Shape;1612;p53"/>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3" name="Google Shape;1613;p53"/>
          <p:cNvGrpSpPr/>
          <p:nvPr/>
        </p:nvGrpSpPr>
        <p:grpSpPr>
          <a:xfrm>
            <a:off x="6273552" y="2043576"/>
            <a:ext cx="1053080" cy="1053080"/>
            <a:chOff x="6548850" y="2086550"/>
            <a:chExt cx="985200" cy="985200"/>
          </a:xfrm>
        </p:grpSpPr>
        <p:sp>
          <p:nvSpPr>
            <p:cNvPr id="1614" name="Google Shape;1614;p53"/>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5" name="Google Shape;1615;p53"/>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6" name="Google Shape;1616;p53"/>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7" name="Google Shape;1617;p53"/>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8" name="Google Shape;1618;p53"/>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9" name="Google Shape;1619;p53"/>
          <p:cNvGrpSpPr/>
          <p:nvPr/>
        </p:nvGrpSpPr>
        <p:grpSpPr>
          <a:xfrm>
            <a:off x="713226" y="3965261"/>
            <a:ext cx="1292928" cy="1292928"/>
            <a:chOff x="925400" y="4161775"/>
            <a:chExt cx="906300" cy="906300"/>
          </a:xfrm>
        </p:grpSpPr>
        <p:sp>
          <p:nvSpPr>
            <p:cNvPr id="1620" name="Google Shape;1620;p53"/>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21" name="Google Shape;1621;p53"/>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2" name="Google Shape;1622;p53"/>
            <p:cNvCxnSpPr>
              <a:stCxn id="1623" idx="4"/>
              <a:endCxn id="1621"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23" name="Google Shape;1623;p53"/>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24" name="Google Shape;1624;p53"/>
          <p:cNvGrpSpPr/>
          <p:nvPr/>
        </p:nvGrpSpPr>
        <p:grpSpPr>
          <a:xfrm>
            <a:off x="6195637" y="3391776"/>
            <a:ext cx="2242003" cy="2025585"/>
            <a:chOff x="722669" y="3200400"/>
            <a:chExt cx="1311650" cy="1185038"/>
          </a:xfrm>
        </p:grpSpPr>
        <p:sp>
          <p:nvSpPr>
            <p:cNvPr id="1625" name="Google Shape;1625;p53"/>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26" name="Google Shape;1626;p53"/>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27" name="Google Shape;1627;p53"/>
            <p:cNvGrpSpPr/>
            <p:nvPr/>
          </p:nvGrpSpPr>
          <p:grpSpPr>
            <a:xfrm>
              <a:off x="1335344" y="3200400"/>
              <a:ext cx="86400" cy="255000"/>
              <a:chOff x="1335344" y="3200400"/>
              <a:chExt cx="86400" cy="255000"/>
            </a:xfrm>
          </p:grpSpPr>
          <p:sp>
            <p:nvSpPr>
              <p:cNvPr id="1628" name="Google Shape;1628;p53"/>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9" name="Google Shape;1629;p53"/>
              <p:cNvCxnSpPr>
                <a:stCxn id="1628" idx="0"/>
                <a:endCxn id="1630"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31" name="Google Shape;1631;p53"/>
            <p:cNvGrpSpPr/>
            <p:nvPr/>
          </p:nvGrpSpPr>
          <p:grpSpPr>
            <a:xfrm>
              <a:off x="1613944" y="3325788"/>
              <a:ext cx="252600" cy="216000"/>
              <a:chOff x="1613944" y="3325788"/>
              <a:chExt cx="252600" cy="216000"/>
            </a:xfrm>
          </p:grpSpPr>
          <p:sp>
            <p:nvSpPr>
              <p:cNvPr id="1632" name="Google Shape;1632;p53"/>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3" name="Google Shape;1633;p53"/>
              <p:cNvCxnSpPr>
                <a:stCxn id="1632" idx="0"/>
                <a:endCxn id="1634"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35" name="Google Shape;1635;p53"/>
            <p:cNvGrpSpPr/>
            <p:nvPr/>
          </p:nvGrpSpPr>
          <p:grpSpPr>
            <a:xfrm>
              <a:off x="1780219" y="3669663"/>
              <a:ext cx="254100" cy="86400"/>
              <a:chOff x="1780219" y="3669663"/>
              <a:chExt cx="254100" cy="86400"/>
            </a:xfrm>
          </p:grpSpPr>
          <p:sp>
            <p:nvSpPr>
              <p:cNvPr id="1636" name="Google Shape;1636;p53"/>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7" name="Google Shape;1637;p53"/>
              <p:cNvCxnSpPr>
                <a:stCxn id="1636" idx="6"/>
                <a:endCxn id="1638"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639" name="Google Shape;1639;p53"/>
            <p:cNvGrpSpPr/>
            <p:nvPr/>
          </p:nvGrpSpPr>
          <p:grpSpPr>
            <a:xfrm>
              <a:off x="890544" y="3325788"/>
              <a:ext cx="252600" cy="216000"/>
              <a:chOff x="890544" y="3325788"/>
              <a:chExt cx="252600" cy="216000"/>
            </a:xfrm>
          </p:grpSpPr>
          <p:sp>
            <p:nvSpPr>
              <p:cNvPr id="1640" name="Google Shape;1640;p53"/>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1" name="Google Shape;1641;p53"/>
              <p:cNvCxnSpPr>
                <a:stCxn id="1640" idx="0"/>
                <a:endCxn id="1642"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43" name="Google Shape;1643;p53"/>
            <p:cNvGrpSpPr/>
            <p:nvPr/>
          </p:nvGrpSpPr>
          <p:grpSpPr>
            <a:xfrm>
              <a:off x="722669" y="3669663"/>
              <a:ext cx="254100" cy="86400"/>
              <a:chOff x="722669" y="3669663"/>
              <a:chExt cx="254100" cy="86400"/>
            </a:xfrm>
          </p:grpSpPr>
          <p:sp>
            <p:nvSpPr>
              <p:cNvPr id="1644" name="Google Shape;1644;p53"/>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5" name="Google Shape;1645;p53"/>
              <p:cNvCxnSpPr>
                <a:stCxn id="1644" idx="2"/>
                <a:endCxn id="1646"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647" name="Google Shape;1647;p53"/>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8" name="Google Shape;1648;p53"/>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49" name="Google Shape;1649;p53"/>
          <p:cNvGrpSpPr/>
          <p:nvPr/>
        </p:nvGrpSpPr>
        <p:grpSpPr>
          <a:xfrm flipH="1" rot="10800000">
            <a:off x="2113506" y="3398186"/>
            <a:ext cx="1292879" cy="923569"/>
            <a:chOff x="2536980" y="3717383"/>
            <a:chExt cx="1249400" cy="892509"/>
          </a:xfrm>
        </p:grpSpPr>
        <p:grpSp>
          <p:nvGrpSpPr>
            <p:cNvPr id="1650" name="Google Shape;1650;p53"/>
            <p:cNvGrpSpPr/>
            <p:nvPr/>
          </p:nvGrpSpPr>
          <p:grpSpPr>
            <a:xfrm>
              <a:off x="3192380" y="4230092"/>
              <a:ext cx="594000" cy="379800"/>
              <a:chOff x="3192380" y="4230092"/>
              <a:chExt cx="594000" cy="379800"/>
            </a:xfrm>
          </p:grpSpPr>
          <p:sp>
            <p:nvSpPr>
              <p:cNvPr id="1651" name="Google Shape;1651;p53"/>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2" name="Google Shape;1652;p53"/>
              <p:cNvCxnSpPr>
                <a:stCxn id="1651"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653" name="Google Shape;1653;p53"/>
            <p:cNvGrpSpPr/>
            <p:nvPr/>
          </p:nvGrpSpPr>
          <p:grpSpPr>
            <a:xfrm>
              <a:off x="2536980" y="4230092"/>
              <a:ext cx="585600" cy="379800"/>
              <a:chOff x="2536980" y="4230092"/>
              <a:chExt cx="585600" cy="379800"/>
            </a:xfrm>
          </p:grpSpPr>
          <p:sp>
            <p:nvSpPr>
              <p:cNvPr id="1654" name="Google Shape;1654;p53"/>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5" name="Google Shape;1655;p53"/>
              <p:cNvCxnSpPr>
                <a:endCxn id="1654"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656" name="Google Shape;1656;p53"/>
            <p:cNvGrpSpPr/>
            <p:nvPr/>
          </p:nvGrpSpPr>
          <p:grpSpPr>
            <a:xfrm>
              <a:off x="2942080" y="4160025"/>
              <a:ext cx="844200" cy="379800"/>
              <a:chOff x="2942080" y="4160025"/>
              <a:chExt cx="844200" cy="379800"/>
            </a:xfrm>
          </p:grpSpPr>
          <p:sp>
            <p:nvSpPr>
              <p:cNvPr id="1657" name="Google Shape;1657;p53"/>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8" name="Google Shape;1658;p53"/>
              <p:cNvCxnSpPr>
                <a:stCxn id="1657"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659" name="Google Shape;1659;p53"/>
            <p:cNvGrpSpPr/>
            <p:nvPr/>
          </p:nvGrpSpPr>
          <p:grpSpPr>
            <a:xfrm>
              <a:off x="2537080" y="3717383"/>
              <a:ext cx="844200" cy="379800"/>
              <a:chOff x="2537080" y="3717383"/>
              <a:chExt cx="844200" cy="379800"/>
            </a:xfrm>
          </p:grpSpPr>
          <p:sp>
            <p:nvSpPr>
              <p:cNvPr id="1660" name="Google Shape;1660;p53"/>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61" name="Google Shape;1661;p53"/>
              <p:cNvCxnSpPr>
                <a:endCxn id="1660"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662" name="Google Shape;1662;p53"/>
          <p:cNvGrpSpPr/>
          <p:nvPr/>
        </p:nvGrpSpPr>
        <p:grpSpPr>
          <a:xfrm>
            <a:off x="8134675" y="1463191"/>
            <a:ext cx="294000" cy="294000"/>
            <a:chOff x="2845025" y="3203566"/>
            <a:chExt cx="294000" cy="294000"/>
          </a:xfrm>
        </p:grpSpPr>
        <p:sp>
          <p:nvSpPr>
            <p:cNvPr id="1663" name="Google Shape;1663;p53"/>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4" name="Google Shape;1664;p53"/>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5" name="Google Shape;1665;p53"/>
          <p:cNvGrpSpPr/>
          <p:nvPr/>
        </p:nvGrpSpPr>
        <p:grpSpPr>
          <a:xfrm>
            <a:off x="7677625" y="1468816"/>
            <a:ext cx="294000" cy="294000"/>
            <a:chOff x="3139025" y="3203566"/>
            <a:chExt cx="294000" cy="294000"/>
          </a:xfrm>
        </p:grpSpPr>
        <p:sp>
          <p:nvSpPr>
            <p:cNvPr id="1666" name="Google Shape;1666;p53"/>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7" name="Google Shape;1667;p53"/>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8" name="Google Shape;1668;p53"/>
          <p:cNvGrpSpPr/>
          <p:nvPr/>
        </p:nvGrpSpPr>
        <p:grpSpPr>
          <a:xfrm>
            <a:off x="4531113" y="3391755"/>
            <a:ext cx="1557172" cy="1217042"/>
            <a:chOff x="4119061" y="3203568"/>
            <a:chExt cx="1797912" cy="1405198"/>
          </a:xfrm>
        </p:grpSpPr>
        <p:grpSp>
          <p:nvGrpSpPr>
            <p:cNvPr id="1669" name="Google Shape;1669;p53"/>
            <p:cNvGrpSpPr/>
            <p:nvPr/>
          </p:nvGrpSpPr>
          <p:grpSpPr>
            <a:xfrm>
              <a:off x="4293061" y="3203568"/>
              <a:ext cx="1449912" cy="1405198"/>
              <a:chOff x="4293061" y="3203568"/>
              <a:chExt cx="1449912" cy="1405198"/>
            </a:xfrm>
          </p:grpSpPr>
          <p:grpSp>
            <p:nvGrpSpPr>
              <p:cNvPr id="1670" name="Google Shape;1670;p53"/>
              <p:cNvGrpSpPr/>
              <p:nvPr/>
            </p:nvGrpSpPr>
            <p:grpSpPr>
              <a:xfrm>
                <a:off x="4370871" y="3203568"/>
                <a:ext cx="1293846" cy="1405198"/>
                <a:chOff x="7734309" y="2063282"/>
                <a:chExt cx="570957" cy="620095"/>
              </a:xfrm>
            </p:grpSpPr>
            <p:grpSp>
              <p:nvGrpSpPr>
                <p:cNvPr id="1671" name="Google Shape;1671;p53"/>
                <p:cNvGrpSpPr/>
                <p:nvPr/>
              </p:nvGrpSpPr>
              <p:grpSpPr>
                <a:xfrm>
                  <a:off x="8031573" y="2063282"/>
                  <a:ext cx="273693" cy="620095"/>
                  <a:chOff x="8031573" y="2063282"/>
                  <a:chExt cx="273693" cy="620095"/>
                </a:xfrm>
              </p:grpSpPr>
              <p:sp>
                <p:nvSpPr>
                  <p:cNvPr id="1672" name="Google Shape;1672;p5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53"/>
                <p:cNvGrpSpPr/>
                <p:nvPr/>
              </p:nvGrpSpPr>
              <p:grpSpPr>
                <a:xfrm flipH="1">
                  <a:off x="7734309" y="2063282"/>
                  <a:ext cx="273693" cy="620095"/>
                  <a:chOff x="8031573" y="2063282"/>
                  <a:chExt cx="273693" cy="620095"/>
                </a:xfrm>
              </p:grpSpPr>
              <p:sp>
                <p:nvSpPr>
                  <p:cNvPr id="1677" name="Google Shape;1677;p5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1" name="Google Shape;1681;p53"/>
              <p:cNvGrpSpPr/>
              <p:nvPr/>
            </p:nvGrpSpPr>
            <p:grpSpPr>
              <a:xfrm>
                <a:off x="4293061" y="3409734"/>
                <a:ext cx="1449912" cy="992320"/>
                <a:chOff x="4287819" y="3435027"/>
                <a:chExt cx="1229051" cy="841163"/>
              </a:xfrm>
            </p:grpSpPr>
            <p:grpSp>
              <p:nvGrpSpPr>
                <p:cNvPr id="1682" name="Google Shape;1682;p53"/>
                <p:cNvGrpSpPr/>
                <p:nvPr/>
              </p:nvGrpSpPr>
              <p:grpSpPr>
                <a:xfrm>
                  <a:off x="4287819" y="3435027"/>
                  <a:ext cx="223500" cy="841163"/>
                  <a:chOff x="4287819" y="3435027"/>
                  <a:chExt cx="223500" cy="841163"/>
                </a:xfrm>
              </p:grpSpPr>
              <p:sp>
                <p:nvSpPr>
                  <p:cNvPr id="1683" name="Google Shape;1683;p53"/>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4" name="Google Shape;1684;p53"/>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5" name="Google Shape;1685;p53"/>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86" name="Google Shape;1686;p53"/>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7" name="Google Shape;1687;p53"/>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8" name="Google Shape;1688;p53"/>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689" name="Google Shape;1689;p53"/>
            <p:cNvCxnSpPr>
              <a:endCxn id="1683"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690" name="Google Shape;1690;p53"/>
            <p:cNvCxnSpPr>
              <a:endCxn id="1684"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91" name="Google Shape;1691;p53"/>
            <p:cNvCxnSpPr>
              <a:endCxn id="1685"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692" name="Google Shape;1692;p53"/>
            <p:cNvCxnSpPr>
              <a:stCxn id="1686"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693" name="Google Shape;1693;p53"/>
            <p:cNvCxnSpPr>
              <a:stCxn id="1687"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94" name="Google Shape;1694;p53"/>
            <p:cNvCxnSpPr>
              <a:endCxn id="1688"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695" name="Google Shape;1695;p53"/>
          <p:cNvGrpSpPr/>
          <p:nvPr/>
        </p:nvGrpSpPr>
        <p:grpSpPr>
          <a:xfrm>
            <a:off x="7453725" y="2058438"/>
            <a:ext cx="461100" cy="1040700"/>
            <a:chOff x="7453725" y="2058438"/>
            <a:chExt cx="461100" cy="1040700"/>
          </a:xfrm>
        </p:grpSpPr>
        <p:sp>
          <p:nvSpPr>
            <p:cNvPr id="1696" name="Google Shape;1696;p53"/>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7" name="Google Shape;1697;p53"/>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98" name="Google Shape;1698;p53"/>
          <p:cNvGrpSpPr/>
          <p:nvPr/>
        </p:nvGrpSpPr>
        <p:grpSpPr>
          <a:xfrm>
            <a:off x="7982555" y="2045950"/>
            <a:ext cx="458370" cy="1053166"/>
            <a:chOff x="7982885" y="2045956"/>
            <a:chExt cx="462300" cy="1053166"/>
          </a:xfrm>
        </p:grpSpPr>
        <p:grpSp>
          <p:nvGrpSpPr>
            <p:cNvPr id="1699" name="Google Shape;1699;p53"/>
            <p:cNvGrpSpPr/>
            <p:nvPr/>
          </p:nvGrpSpPr>
          <p:grpSpPr>
            <a:xfrm>
              <a:off x="7982885" y="2045956"/>
              <a:ext cx="462300" cy="1053166"/>
              <a:chOff x="7982885" y="2045956"/>
              <a:chExt cx="462300" cy="1053166"/>
            </a:xfrm>
          </p:grpSpPr>
          <p:sp>
            <p:nvSpPr>
              <p:cNvPr id="1700" name="Google Shape;1700;p53"/>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01" name="Google Shape;1701;p53"/>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02" name="Google Shape;1702;p53"/>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6" name="Shape 1706"/>
        <p:cNvGrpSpPr/>
        <p:nvPr/>
      </p:nvGrpSpPr>
      <p:grpSpPr>
        <a:xfrm>
          <a:off x="0" y="0"/>
          <a:ext cx="0" cy="0"/>
          <a:chOff x="0" y="0"/>
          <a:chExt cx="0" cy="0"/>
        </a:xfrm>
      </p:grpSpPr>
      <p:graphicFrame>
        <p:nvGraphicFramePr>
          <p:cNvPr id="1707" name="Google Shape;1707;p54"/>
          <p:cNvGraphicFramePr/>
          <p:nvPr/>
        </p:nvGraphicFramePr>
        <p:xfrm>
          <a:off x="709825" y="538604"/>
          <a:ext cx="3000000" cy="3000000"/>
        </p:xfrm>
        <a:graphic>
          <a:graphicData uri="http://schemas.openxmlformats.org/drawingml/2006/table">
            <a:tbl>
              <a:tblPr>
                <a:noFill/>
                <a:tableStyleId>{E196715E-669B-421D-94DF-DC3B05A8AADC}</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08" name="Google Shape;1708;p54"/>
          <p:cNvGrpSpPr/>
          <p:nvPr/>
        </p:nvGrpSpPr>
        <p:grpSpPr>
          <a:xfrm>
            <a:off x="4513247" y="4395555"/>
            <a:ext cx="1633002" cy="187242"/>
            <a:chOff x="2601154" y="2445833"/>
            <a:chExt cx="1387546" cy="159138"/>
          </a:xfrm>
        </p:grpSpPr>
        <p:grpSp>
          <p:nvGrpSpPr>
            <p:cNvPr id="1709" name="Google Shape;1709;p54"/>
            <p:cNvGrpSpPr/>
            <p:nvPr/>
          </p:nvGrpSpPr>
          <p:grpSpPr>
            <a:xfrm>
              <a:off x="2601154" y="2445833"/>
              <a:ext cx="840328" cy="159138"/>
              <a:chOff x="2601154" y="2445833"/>
              <a:chExt cx="840328" cy="159138"/>
            </a:xfrm>
          </p:grpSpPr>
          <p:sp>
            <p:nvSpPr>
              <p:cNvPr id="1710" name="Google Shape;1710;p54"/>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 name="Google Shape;1721;p54"/>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54"/>
          <p:cNvGrpSpPr/>
          <p:nvPr/>
        </p:nvGrpSpPr>
        <p:grpSpPr>
          <a:xfrm>
            <a:off x="4509949" y="4106638"/>
            <a:ext cx="1636295" cy="178683"/>
            <a:chOff x="3558802" y="4011244"/>
            <a:chExt cx="1866000" cy="111600"/>
          </a:xfrm>
        </p:grpSpPr>
        <p:sp>
          <p:nvSpPr>
            <p:cNvPr id="1729" name="Google Shape;1729;p54"/>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54"/>
          <p:cNvGrpSpPr/>
          <p:nvPr/>
        </p:nvGrpSpPr>
        <p:grpSpPr>
          <a:xfrm>
            <a:off x="717059" y="4106373"/>
            <a:ext cx="1636097" cy="141596"/>
            <a:chOff x="2598024" y="2207461"/>
            <a:chExt cx="1383474" cy="119733"/>
          </a:xfrm>
        </p:grpSpPr>
        <p:sp>
          <p:nvSpPr>
            <p:cNvPr id="1732" name="Google Shape;1732;p54"/>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54"/>
          <p:cNvGrpSpPr/>
          <p:nvPr/>
        </p:nvGrpSpPr>
        <p:grpSpPr>
          <a:xfrm>
            <a:off x="2615056" y="4378476"/>
            <a:ext cx="1636335" cy="229964"/>
            <a:chOff x="723300" y="4253549"/>
            <a:chExt cx="2276482" cy="324900"/>
          </a:xfrm>
        </p:grpSpPr>
        <p:sp>
          <p:nvSpPr>
            <p:cNvPr id="1741" name="Google Shape;1741;p54"/>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54"/>
          <p:cNvGrpSpPr/>
          <p:nvPr/>
        </p:nvGrpSpPr>
        <p:grpSpPr>
          <a:xfrm>
            <a:off x="2616017" y="4106810"/>
            <a:ext cx="1634508" cy="211915"/>
            <a:chOff x="705948" y="3788465"/>
            <a:chExt cx="2308953" cy="299400"/>
          </a:xfrm>
        </p:grpSpPr>
        <p:sp>
          <p:nvSpPr>
            <p:cNvPr id="1747" name="Google Shape;1747;p54"/>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 name="Google Shape;1752;p54"/>
          <p:cNvGrpSpPr/>
          <p:nvPr/>
        </p:nvGrpSpPr>
        <p:grpSpPr>
          <a:xfrm>
            <a:off x="717063" y="4466290"/>
            <a:ext cx="1636137" cy="142321"/>
            <a:chOff x="717063" y="4466290"/>
            <a:chExt cx="1636137" cy="142321"/>
          </a:xfrm>
        </p:grpSpPr>
        <p:grpSp>
          <p:nvGrpSpPr>
            <p:cNvPr id="1753" name="Google Shape;1753;p54"/>
            <p:cNvGrpSpPr/>
            <p:nvPr/>
          </p:nvGrpSpPr>
          <p:grpSpPr>
            <a:xfrm>
              <a:off x="717063" y="4466290"/>
              <a:ext cx="1636137" cy="0"/>
              <a:chOff x="5224975" y="2962250"/>
              <a:chExt cx="1544400" cy="0"/>
            </a:xfrm>
          </p:grpSpPr>
          <p:cxnSp>
            <p:nvCxnSpPr>
              <p:cNvPr id="1754" name="Google Shape;1754;p54"/>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55" name="Google Shape;1755;p54"/>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756" name="Google Shape;1756;p54"/>
            <p:cNvGrpSpPr/>
            <p:nvPr/>
          </p:nvGrpSpPr>
          <p:grpSpPr>
            <a:xfrm>
              <a:off x="717063" y="4608612"/>
              <a:ext cx="1636137" cy="0"/>
              <a:chOff x="5224975" y="2962250"/>
              <a:chExt cx="1544400" cy="0"/>
            </a:xfrm>
          </p:grpSpPr>
          <p:cxnSp>
            <p:nvCxnSpPr>
              <p:cNvPr id="1757" name="Google Shape;1757;p54"/>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58" name="Google Shape;1758;p54"/>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759" name="Google Shape;1759;p54"/>
          <p:cNvGrpSpPr/>
          <p:nvPr/>
        </p:nvGrpSpPr>
        <p:grpSpPr>
          <a:xfrm>
            <a:off x="4360502" y="551726"/>
            <a:ext cx="1942231" cy="1498773"/>
            <a:chOff x="4267623" y="1395910"/>
            <a:chExt cx="1364980" cy="1053323"/>
          </a:xfrm>
        </p:grpSpPr>
        <p:sp>
          <p:nvSpPr>
            <p:cNvPr id="1760" name="Google Shape;1760;p54"/>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1" name="Google Shape;1761;p54"/>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2" name="Google Shape;1762;p54"/>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3" name="Google Shape;1763;p54"/>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4" name="Google Shape;1764;p54"/>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5" name="Google Shape;1765;p54"/>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6" name="Google Shape;1766;p54"/>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7" name="Google Shape;1767;p54"/>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68" name="Google Shape;1768;p54"/>
            <p:cNvCxnSpPr>
              <a:stCxn id="1764" idx="2"/>
              <a:endCxn id="1760"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769" name="Google Shape;1769;p54"/>
            <p:cNvCxnSpPr>
              <a:stCxn id="1766" idx="6"/>
              <a:endCxn id="1761"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770" name="Google Shape;1770;p54"/>
            <p:cNvCxnSpPr>
              <a:stCxn id="1762" idx="3"/>
              <a:endCxn id="1765"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771" name="Google Shape;1771;p54"/>
            <p:cNvCxnSpPr>
              <a:stCxn id="1763" idx="0"/>
              <a:endCxn id="1767"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772" name="Google Shape;1772;p54"/>
          <p:cNvGrpSpPr/>
          <p:nvPr/>
        </p:nvGrpSpPr>
        <p:grpSpPr>
          <a:xfrm>
            <a:off x="7297251" y="2327905"/>
            <a:ext cx="1133434" cy="710700"/>
            <a:chOff x="4277294" y="3280212"/>
            <a:chExt cx="1434000" cy="899165"/>
          </a:xfrm>
        </p:grpSpPr>
        <p:grpSp>
          <p:nvGrpSpPr>
            <p:cNvPr id="1773" name="Google Shape;1773;p54"/>
            <p:cNvGrpSpPr/>
            <p:nvPr/>
          </p:nvGrpSpPr>
          <p:grpSpPr>
            <a:xfrm>
              <a:off x="4277294" y="3985877"/>
              <a:ext cx="1434000" cy="193500"/>
              <a:chOff x="4277294" y="3985877"/>
              <a:chExt cx="1434000" cy="193500"/>
            </a:xfrm>
          </p:grpSpPr>
          <p:sp>
            <p:nvSpPr>
              <p:cNvPr id="1774" name="Google Shape;1774;p54"/>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5" name="Google Shape;1775;p54"/>
              <p:cNvCxnSpPr>
                <a:stCxn id="1774"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776" name="Google Shape;1776;p54"/>
            <p:cNvGrpSpPr/>
            <p:nvPr/>
          </p:nvGrpSpPr>
          <p:grpSpPr>
            <a:xfrm>
              <a:off x="4332478" y="3746351"/>
              <a:ext cx="1182600" cy="193500"/>
              <a:chOff x="4332478" y="3746351"/>
              <a:chExt cx="1182600" cy="193500"/>
            </a:xfrm>
          </p:grpSpPr>
          <p:sp>
            <p:nvSpPr>
              <p:cNvPr id="1777" name="Google Shape;1777;p54"/>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8" name="Google Shape;1778;p54"/>
              <p:cNvCxnSpPr>
                <a:endCxn id="1777"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779" name="Google Shape;1779;p54"/>
            <p:cNvGrpSpPr/>
            <p:nvPr/>
          </p:nvGrpSpPr>
          <p:grpSpPr>
            <a:xfrm>
              <a:off x="4562350" y="3513282"/>
              <a:ext cx="861000" cy="193500"/>
              <a:chOff x="4562350" y="3513282"/>
              <a:chExt cx="861000" cy="193500"/>
            </a:xfrm>
          </p:grpSpPr>
          <p:sp>
            <p:nvSpPr>
              <p:cNvPr id="1780" name="Google Shape;1780;p54"/>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1" name="Google Shape;1781;p54"/>
              <p:cNvCxnSpPr>
                <a:stCxn id="1780"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782" name="Google Shape;1782;p54"/>
            <p:cNvGrpSpPr/>
            <p:nvPr/>
          </p:nvGrpSpPr>
          <p:grpSpPr>
            <a:xfrm>
              <a:off x="4686335" y="3280212"/>
              <a:ext cx="493500" cy="193500"/>
              <a:chOff x="4686335" y="3280212"/>
              <a:chExt cx="493500" cy="193500"/>
            </a:xfrm>
          </p:grpSpPr>
          <p:sp>
            <p:nvSpPr>
              <p:cNvPr id="1783" name="Google Shape;1783;p54"/>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4" name="Google Shape;1784;p54"/>
              <p:cNvCxnSpPr>
                <a:endCxn id="1783"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785" name="Google Shape;1785;p54"/>
          <p:cNvGrpSpPr/>
          <p:nvPr/>
        </p:nvGrpSpPr>
        <p:grpSpPr>
          <a:xfrm>
            <a:off x="6410637" y="2327964"/>
            <a:ext cx="790364" cy="710721"/>
            <a:chOff x="5760425" y="3623250"/>
            <a:chExt cx="1309200" cy="1177275"/>
          </a:xfrm>
        </p:grpSpPr>
        <p:sp>
          <p:nvSpPr>
            <p:cNvPr id="1786" name="Google Shape;1786;p54"/>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7" name="Google Shape;1787;p54"/>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8" name="Google Shape;1788;p54"/>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9" name="Google Shape;1789;p54"/>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90" name="Google Shape;1790;p54"/>
          <p:cNvGrpSpPr/>
          <p:nvPr/>
        </p:nvGrpSpPr>
        <p:grpSpPr>
          <a:xfrm>
            <a:off x="2615190" y="2430902"/>
            <a:ext cx="1636200" cy="1510967"/>
            <a:chOff x="2541874" y="2328050"/>
            <a:chExt cx="1632446" cy="1507500"/>
          </a:xfrm>
        </p:grpSpPr>
        <p:grpSp>
          <p:nvGrpSpPr>
            <p:cNvPr id="1791" name="Google Shape;1791;p54"/>
            <p:cNvGrpSpPr/>
            <p:nvPr/>
          </p:nvGrpSpPr>
          <p:grpSpPr>
            <a:xfrm>
              <a:off x="2541874" y="2397088"/>
              <a:ext cx="1632446" cy="1369424"/>
              <a:chOff x="2541874" y="2419113"/>
              <a:chExt cx="1632446" cy="1369424"/>
            </a:xfrm>
          </p:grpSpPr>
          <p:sp>
            <p:nvSpPr>
              <p:cNvPr id="1792" name="Google Shape;1792;p54"/>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3" name="Google Shape;1793;p54"/>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4" name="Google Shape;1794;p54"/>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5" name="Google Shape;1795;p54"/>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6" name="Google Shape;1796;p54"/>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7" name="Google Shape;1797;p54"/>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8" name="Google Shape;1798;p54"/>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9" name="Google Shape;1799;p54"/>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0" name="Google Shape;1800;p54"/>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1" name="Google Shape;1801;p54"/>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2" name="Google Shape;1802;p54"/>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3" name="Google Shape;1803;p54"/>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4" name="Google Shape;1804;p54"/>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5" name="Google Shape;1805;p54"/>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6" name="Google Shape;1806;p54"/>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7" name="Google Shape;1807;p54"/>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8" name="Google Shape;1808;p54"/>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9" name="Google Shape;1809;p54"/>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0" name="Google Shape;1810;p54"/>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1" name="Google Shape;1811;p54"/>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2" name="Google Shape;1812;p54"/>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3" name="Google Shape;1813;p54"/>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4" name="Google Shape;1814;p54"/>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5" name="Google Shape;1815;p54"/>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16" name="Google Shape;1816;p54"/>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17" name="Google Shape;1817;p54"/>
          <p:cNvGrpSpPr/>
          <p:nvPr/>
        </p:nvGrpSpPr>
        <p:grpSpPr>
          <a:xfrm>
            <a:off x="4578681" y="2337868"/>
            <a:ext cx="1498830" cy="1498830"/>
            <a:chOff x="2734075" y="2398825"/>
            <a:chExt cx="1410000" cy="1410000"/>
          </a:xfrm>
        </p:grpSpPr>
        <p:sp>
          <p:nvSpPr>
            <p:cNvPr id="1818" name="Google Shape;1818;p54"/>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9" name="Google Shape;1819;p54"/>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0" name="Google Shape;1820;p54"/>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1" name="Google Shape;1821;p54"/>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22" name="Google Shape;1822;p54"/>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3" name="Google Shape;1823;p54"/>
          <p:cNvCxnSpPr>
            <a:stCxn id="1822"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24" name="Google Shape;1824;p54"/>
          <p:cNvGrpSpPr/>
          <p:nvPr/>
        </p:nvGrpSpPr>
        <p:grpSpPr>
          <a:xfrm>
            <a:off x="7127800" y="3303050"/>
            <a:ext cx="583200" cy="1305300"/>
            <a:chOff x="7127800" y="3303050"/>
            <a:chExt cx="583200" cy="1305300"/>
          </a:xfrm>
        </p:grpSpPr>
        <p:sp>
          <p:nvSpPr>
            <p:cNvPr id="1825" name="Google Shape;1825;p54"/>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6" name="Google Shape;1826;p54"/>
            <p:cNvCxnSpPr>
              <a:stCxn id="1825"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7" name="Google Shape;1827;p54"/>
          <p:cNvGrpSpPr/>
          <p:nvPr/>
        </p:nvGrpSpPr>
        <p:grpSpPr>
          <a:xfrm>
            <a:off x="7847475" y="3303175"/>
            <a:ext cx="583200" cy="1305300"/>
            <a:chOff x="7847475" y="3303175"/>
            <a:chExt cx="583200" cy="1305300"/>
          </a:xfrm>
        </p:grpSpPr>
        <p:sp>
          <p:nvSpPr>
            <p:cNvPr id="1828" name="Google Shape;1828;p54"/>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9" name="Google Shape;1829;p54"/>
            <p:cNvCxnSpPr>
              <a:stCxn id="1828"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30" name="Google Shape;1830;p54"/>
          <p:cNvGrpSpPr/>
          <p:nvPr/>
        </p:nvGrpSpPr>
        <p:grpSpPr>
          <a:xfrm>
            <a:off x="647130" y="3397568"/>
            <a:ext cx="531608" cy="531608"/>
            <a:chOff x="640000" y="3356400"/>
            <a:chExt cx="543900" cy="543900"/>
          </a:xfrm>
        </p:grpSpPr>
        <p:sp>
          <p:nvSpPr>
            <p:cNvPr id="1831" name="Google Shape;1831;p54"/>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2" name="Google Shape;1832;p54"/>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3" name="Google Shape;1833;p54"/>
          <p:cNvGrpSpPr/>
          <p:nvPr/>
        </p:nvGrpSpPr>
        <p:grpSpPr>
          <a:xfrm>
            <a:off x="1234362" y="3397568"/>
            <a:ext cx="531608" cy="531608"/>
            <a:chOff x="1221113" y="3356400"/>
            <a:chExt cx="543900" cy="543900"/>
          </a:xfrm>
        </p:grpSpPr>
        <p:sp>
          <p:nvSpPr>
            <p:cNvPr id="1834" name="Google Shape;1834;p54"/>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5" name="Google Shape;1835;p54"/>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6" name="Google Shape;1836;p54"/>
          <p:cNvGrpSpPr/>
          <p:nvPr/>
        </p:nvGrpSpPr>
        <p:grpSpPr>
          <a:xfrm>
            <a:off x="1821593" y="3397568"/>
            <a:ext cx="531608" cy="531608"/>
            <a:chOff x="1802222" y="3356400"/>
            <a:chExt cx="543900" cy="543900"/>
          </a:xfrm>
        </p:grpSpPr>
        <p:sp>
          <p:nvSpPr>
            <p:cNvPr id="1837" name="Google Shape;1837;p54"/>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8" name="Google Shape;1838;p54"/>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9" name="Google Shape;1839;p54"/>
          <p:cNvGrpSpPr/>
          <p:nvPr/>
        </p:nvGrpSpPr>
        <p:grpSpPr>
          <a:xfrm>
            <a:off x="2615050" y="538596"/>
            <a:ext cx="1636500" cy="1636500"/>
            <a:chOff x="2615050" y="501067"/>
            <a:chExt cx="1636500" cy="1636500"/>
          </a:xfrm>
        </p:grpSpPr>
        <p:sp>
          <p:nvSpPr>
            <p:cNvPr id="1840" name="Google Shape;1840;p54"/>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1" name="Google Shape;1841;p54"/>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2" name="Google Shape;1842;p54"/>
          <p:cNvGrpSpPr/>
          <p:nvPr/>
        </p:nvGrpSpPr>
        <p:grpSpPr>
          <a:xfrm>
            <a:off x="6410574" y="539471"/>
            <a:ext cx="3519095" cy="3002836"/>
            <a:chOff x="6781275" y="766449"/>
            <a:chExt cx="2814375" cy="2401500"/>
          </a:xfrm>
        </p:grpSpPr>
        <p:grpSp>
          <p:nvGrpSpPr>
            <p:cNvPr id="1843" name="Google Shape;1843;p54"/>
            <p:cNvGrpSpPr/>
            <p:nvPr/>
          </p:nvGrpSpPr>
          <p:grpSpPr>
            <a:xfrm>
              <a:off x="6781275" y="766449"/>
              <a:ext cx="2814375" cy="2401500"/>
              <a:chOff x="6781275" y="766449"/>
              <a:chExt cx="2814375" cy="2401500"/>
            </a:xfrm>
          </p:grpSpPr>
          <p:sp>
            <p:nvSpPr>
              <p:cNvPr id="1844" name="Google Shape;1844;p54"/>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5" name="Google Shape;1845;p54"/>
              <p:cNvCxnSpPr>
                <a:stCxn id="1844" idx="0"/>
                <a:endCxn id="1846"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846" name="Google Shape;1846;p54"/>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7" name="Google Shape;1847;p54"/>
            <p:cNvGrpSpPr/>
            <p:nvPr/>
          </p:nvGrpSpPr>
          <p:grpSpPr>
            <a:xfrm>
              <a:off x="6781275" y="1098578"/>
              <a:ext cx="2487825" cy="1748400"/>
              <a:chOff x="6781275" y="1098578"/>
              <a:chExt cx="2487825" cy="1748400"/>
            </a:xfrm>
          </p:grpSpPr>
          <p:sp>
            <p:nvSpPr>
              <p:cNvPr id="1848" name="Google Shape;1848;p54"/>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9" name="Google Shape;1849;p54"/>
              <p:cNvCxnSpPr>
                <a:stCxn id="1848" idx="0"/>
                <a:endCxn id="1850"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850" name="Google Shape;1850;p54"/>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51" name="Google Shape;1851;p54"/>
            <p:cNvGrpSpPr/>
            <p:nvPr/>
          </p:nvGrpSpPr>
          <p:grpSpPr>
            <a:xfrm>
              <a:off x="6781275" y="1415859"/>
              <a:ext cx="2193850" cy="1160400"/>
              <a:chOff x="6781275" y="1415859"/>
              <a:chExt cx="2193850" cy="1160400"/>
            </a:xfrm>
          </p:grpSpPr>
          <p:sp>
            <p:nvSpPr>
              <p:cNvPr id="1852" name="Google Shape;1852;p54"/>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53" name="Google Shape;1853;p54"/>
              <p:cNvCxnSpPr>
                <a:stCxn id="1852" idx="0"/>
                <a:endCxn id="1854"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854" name="Google Shape;1854;p54"/>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55" name="Google Shape;1855;p54"/>
            <p:cNvGrpSpPr/>
            <p:nvPr/>
          </p:nvGrpSpPr>
          <p:grpSpPr>
            <a:xfrm>
              <a:off x="6781275" y="1746372"/>
              <a:ext cx="1866075" cy="504900"/>
              <a:chOff x="6781275" y="1746372"/>
              <a:chExt cx="1866075" cy="504900"/>
            </a:xfrm>
          </p:grpSpPr>
          <p:sp>
            <p:nvSpPr>
              <p:cNvPr id="1856" name="Google Shape;1856;p54"/>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57" name="Google Shape;1857;p54"/>
              <p:cNvCxnSpPr>
                <a:stCxn id="1856" idx="1"/>
                <a:endCxn id="1858"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858" name="Google Shape;1858;p54"/>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859" name="Google Shape;1859;p54"/>
          <p:cNvGrpSpPr/>
          <p:nvPr/>
        </p:nvGrpSpPr>
        <p:grpSpPr>
          <a:xfrm>
            <a:off x="2616150" y="1472035"/>
            <a:ext cx="1636500" cy="1636500"/>
            <a:chOff x="2615050" y="501067"/>
            <a:chExt cx="1636500" cy="1636500"/>
          </a:xfrm>
        </p:grpSpPr>
        <p:sp>
          <p:nvSpPr>
            <p:cNvPr id="1860" name="Google Shape;1860;p54"/>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1" name="Google Shape;1861;p54"/>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65" name="Shape 1865"/>
        <p:cNvGrpSpPr/>
        <p:nvPr/>
      </p:nvGrpSpPr>
      <p:grpSpPr>
        <a:xfrm>
          <a:off x="0" y="0"/>
          <a:ext cx="0" cy="0"/>
          <a:chOff x="0" y="0"/>
          <a:chExt cx="0" cy="0"/>
        </a:xfrm>
      </p:grpSpPr>
      <p:sp>
        <p:nvSpPr>
          <p:cNvPr id="1866" name="Google Shape;1866;p55"/>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67" name="Google Shape;1867;p5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868" name="Google Shape;1868;p55"/>
          <p:cNvGrpSpPr/>
          <p:nvPr/>
        </p:nvGrpSpPr>
        <p:grpSpPr>
          <a:xfrm>
            <a:off x="8140900" y="2447514"/>
            <a:ext cx="296450" cy="253295"/>
            <a:chOff x="866243" y="2291587"/>
            <a:chExt cx="415546" cy="355053"/>
          </a:xfrm>
        </p:grpSpPr>
        <p:sp>
          <p:nvSpPr>
            <p:cNvPr id="1869" name="Google Shape;1869;p5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 name="Google Shape;1874;p55"/>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5" name="Google Shape;1875;p55"/>
          <p:cNvGrpSpPr/>
          <p:nvPr/>
        </p:nvGrpSpPr>
        <p:grpSpPr>
          <a:xfrm>
            <a:off x="6396833" y="2443531"/>
            <a:ext cx="286292" cy="261262"/>
            <a:chOff x="1958520" y="2302574"/>
            <a:chExt cx="359213" cy="327807"/>
          </a:xfrm>
        </p:grpSpPr>
        <p:sp>
          <p:nvSpPr>
            <p:cNvPr id="1876" name="Google Shape;1876;p5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 name="Google Shape;1879;p55"/>
          <p:cNvGrpSpPr/>
          <p:nvPr/>
        </p:nvGrpSpPr>
        <p:grpSpPr>
          <a:xfrm>
            <a:off x="7763671" y="2427016"/>
            <a:ext cx="169865" cy="294291"/>
            <a:chOff x="2656082" y="2287427"/>
            <a:chExt cx="207582" cy="359594"/>
          </a:xfrm>
        </p:grpSpPr>
        <p:sp>
          <p:nvSpPr>
            <p:cNvPr id="1880" name="Google Shape;1880;p5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55"/>
          <p:cNvGrpSpPr/>
          <p:nvPr/>
        </p:nvGrpSpPr>
        <p:grpSpPr>
          <a:xfrm>
            <a:off x="2025918" y="3328852"/>
            <a:ext cx="286364" cy="228767"/>
            <a:chOff x="3049653" y="2321468"/>
            <a:chExt cx="362991" cy="290018"/>
          </a:xfrm>
        </p:grpSpPr>
        <p:sp>
          <p:nvSpPr>
            <p:cNvPr id="1885" name="Google Shape;1885;p5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55"/>
          <p:cNvGrpSpPr/>
          <p:nvPr/>
        </p:nvGrpSpPr>
        <p:grpSpPr>
          <a:xfrm>
            <a:off x="712681" y="4202275"/>
            <a:ext cx="281068" cy="236414"/>
            <a:chOff x="3564243" y="2289904"/>
            <a:chExt cx="422342" cy="355243"/>
          </a:xfrm>
        </p:grpSpPr>
        <p:sp>
          <p:nvSpPr>
            <p:cNvPr id="1890" name="Google Shape;1890;p5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5" name="Google Shape;1895;p55"/>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 name="Google Shape;1896;p55"/>
          <p:cNvGrpSpPr/>
          <p:nvPr/>
        </p:nvGrpSpPr>
        <p:grpSpPr>
          <a:xfrm>
            <a:off x="5520135" y="2435836"/>
            <a:ext cx="281058" cy="276651"/>
            <a:chOff x="4687894" y="2289713"/>
            <a:chExt cx="359594" cy="353909"/>
          </a:xfrm>
        </p:grpSpPr>
        <p:sp>
          <p:nvSpPr>
            <p:cNvPr id="1897" name="Google Shape;1897;p5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0" name="Google Shape;1900;p55"/>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1" name="Google Shape;1901;p55"/>
          <p:cNvGrpSpPr/>
          <p:nvPr/>
        </p:nvGrpSpPr>
        <p:grpSpPr>
          <a:xfrm>
            <a:off x="2042370" y="2428599"/>
            <a:ext cx="241585" cy="291125"/>
            <a:chOff x="6421399" y="2308227"/>
            <a:chExt cx="263567" cy="317614"/>
          </a:xfrm>
        </p:grpSpPr>
        <p:sp>
          <p:nvSpPr>
            <p:cNvPr id="1902" name="Google Shape;1902;p5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55"/>
          <p:cNvGrpSpPr/>
          <p:nvPr/>
        </p:nvGrpSpPr>
        <p:grpSpPr>
          <a:xfrm>
            <a:off x="2466471" y="2440211"/>
            <a:ext cx="281077" cy="267900"/>
            <a:chOff x="6870193" y="2295620"/>
            <a:chExt cx="360356" cy="343462"/>
          </a:xfrm>
        </p:grpSpPr>
        <p:sp>
          <p:nvSpPr>
            <p:cNvPr id="1907" name="Google Shape;1907;p5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 name="Google Shape;1909;p55"/>
          <p:cNvGrpSpPr/>
          <p:nvPr/>
        </p:nvGrpSpPr>
        <p:grpSpPr>
          <a:xfrm>
            <a:off x="3330554" y="2432706"/>
            <a:ext cx="295928" cy="282911"/>
            <a:chOff x="7441465" y="2302860"/>
            <a:chExt cx="342192" cy="327140"/>
          </a:xfrm>
        </p:grpSpPr>
        <p:sp>
          <p:nvSpPr>
            <p:cNvPr id="1910" name="Google Shape;1910;p5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5"/>
          <p:cNvGrpSpPr/>
          <p:nvPr/>
        </p:nvGrpSpPr>
        <p:grpSpPr>
          <a:xfrm>
            <a:off x="1581866" y="2470856"/>
            <a:ext cx="293728" cy="206610"/>
            <a:chOff x="7989683" y="2350207"/>
            <a:chExt cx="332761" cy="234066"/>
          </a:xfrm>
        </p:grpSpPr>
        <p:sp>
          <p:nvSpPr>
            <p:cNvPr id="1913" name="Google Shape;1913;p5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55"/>
          <p:cNvGrpSpPr/>
          <p:nvPr/>
        </p:nvGrpSpPr>
        <p:grpSpPr>
          <a:xfrm>
            <a:off x="2460871" y="3302818"/>
            <a:ext cx="281146" cy="280834"/>
            <a:chOff x="5823294" y="2309751"/>
            <a:chExt cx="315327" cy="314978"/>
          </a:xfrm>
        </p:grpSpPr>
        <p:sp>
          <p:nvSpPr>
            <p:cNvPr id="1920" name="Google Shape;1920;p5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55"/>
          <p:cNvGrpSpPr/>
          <p:nvPr/>
        </p:nvGrpSpPr>
        <p:grpSpPr>
          <a:xfrm>
            <a:off x="2052032" y="2882656"/>
            <a:ext cx="246854" cy="246600"/>
            <a:chOff x="2497275" y="2744159"/>
            <a:chExt cx="370930" cy="370549"/>
          </a:xfrm>
        </p:grpSpPr>
        <p:sp>
          <p:nvSpPr>
            <p:cNvPr id="1938" name="Google Shape;1938;p5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55"/>
          <p:cNvGrpSpPr/>
          <p:nvPr/>
        </p:nvGrpSpPr>
        <p:grpSpPr>
          <a:xfrm>
            <a:off x="5089814" y="3744587"/>
            <a:ext cx="281181" cy="276499"/>
            <a:chOff x="860940" y="2746477"/>
            <a:chExt cx="371883" cy="365691"/>
          </a:xfrm>
        </p:grpSpPr>
        <p:sp>
          <p:nvSpPr>
            <p:cNvPr id="1945" name="Google Shape;1945;p5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55"/>
          <p:cNvGrpSpPr/>
          <p:nvPr/>
        </p:nvGrpSpPr>
        <p:grpSpPr>
          <a:xfrm>
            <a:off x="4204834" y="3300885"/>
            <a:ext cx="237042" cy="284700"/>
            <a:chOff x="1493849" y="2775533"/>
            <a:chExt cx="283985" cy="341080"/>
          </a:xfrm>
        </p:grpSpPr>
        <p:sp>
          <p:nvSpPr>
            <p:cNvPr id="1951" name="Google Shape;1951;p5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55"/>
          <p:cNvGrpSpPr/>
          <p:nvPr/>
        </p:nvGrpSpPr>
        <p:grpSpPr>
          <a:xfrm>
            <a:off x="4207761" y="2874408"/>
            <a:ext cx="286338" cy="263096"/>
            <a:chOff x="1952836" y="2774422"/>
            <a:chExt cx="372835" cy="342573"/>
          </a:xfrm>
        </p:grpSpPr>
        <p:sp>
          <p:nvSpPr>
            <p:cNvPr id="1954" name="Google Shape;1954;p5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55"/>
          <p:cNvGrpSpPr/>
          <p:nvPr/>
        </p:nvGrpSpPr>
        <p:grpSpPr>
          <a:xfrm>
            <a:off x="7283837" y="3297152"/>
            <a:ext cx="260926" cy="292166"/>
            <a:chOff x="3079916" y="2744477"/>
            <a:chExt cx="332729" cy="372518"/>
          </a:xfrm>
        </p:grpSpPr>
        <p:sp>
          <p:nvSpPr>
            <p:cNvPr id="1958" name="Google Shape;1958;p5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55"/>
          <p:cNvGrpSpPr/>
          <p:nvPr/>
        </p:nvGrpSpPr>
        <p:grpSpPr>
          <a:xfrm>
            <a:off x="716693" y="3734448"/>
            <a:ext cx="281167" cy="296777"/>
            <a:chOff x="3620576" y="2745525"/>
            <a:chExt cx="336889" cy="355592"/>
          </a:xfrm>
        </p:grpSpPr>
        <p:sp>
          <p:nvSpPr>
            <p:cNvPr id="1962" name="Google Shape;1962;p5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 name="Google Shape;1964;p55"/>
          <p:cNvGrpSpPr/>
          <p:nvPr/>
        </p:nvGrpSpPr>
        <p:grpSpPr>
          <a:xfrm>
            <a:off x="3771991" y="2866047"/>
            <a:ext cx="293131" cy="279819"/>
            <a:chOff x="4126815" y="2760704"/>
            <a:chExt cx="380393" cy="363118"/>
          </a:xfrm>
        </p:grpSpPr>
        <p:sp>
          <p:nvSpPr>
            <p:cNvPr id="1965" name="Google Shape;1965;p5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55"/>
          <p:cNvGrpSpPr/>
          <p:nvPr/>
        </p:nvGrpSpPr>
        <p:grpSpPr>
          <a:xfrm>
            <a:off x="6398551" y="3307335"/>
            <a:ext cx="281166" cy="271801"/>
            <a:chOff x="4675986" y="2745684"/>
            <a:chExt cx="381346" cy="368644"/>
          </a:xfrm>
        </p:grpSpPr>
        <p:sp>
          <p:nvSpPr>
            <p:cNvPr id="1970" name="Google Shape;1970;p5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55"/>
          <p:cNvGrpSpPr/>
          <p:nvPr/>
        </p:nvGrpSpPr>
        <p:grpSpPr>
          <a:xfrm>
            <a:off x="4213428" y="2458120"/>
            <a:ext cx="286307" cy="232082"/>
            <a:chOff x="5220616" y="2791061"/>
            <a:chExt cx="373185" cy="302466"/>
          </a:xfrm>
        </p:grpSpPr>
        <p:sp>
          <p:nvSpPr>
            <p:cNvPr id="1973" name="Google Shape;1973;p5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55"/>
          <p:cNvGrpSpPr/>
          <p:nvPr/>
        </p:nvGrpSpPr>
        <p:grpSpPr>
          <a:xfrm>
            <a:off x="6853685" y="3300160"/>
            <a:ext cx="236507" cy="286151"/>
            <a:chOff x="5864861" y="2772517"/>
            <a:chExt cx="284366" cy="344097"/>
          </a:xfrm>
        </p:grpSpPr>
        <p:sp>
          <p:nvSpPr>
            <p:cNvPr id="1992" name="Google Shape;1992;p5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8" name="Google Shape;1998;p55"/>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9" name="Google Shape;1999;p55"/>
          <p:cNvGrpSpPr/>
          <p:nvPr/>
        </p:nvGrpSpPr>
        <p:grpSpPr>
          <a:xfrm>
            <a:off x="6863204" y="4181002"/>
            <a:ext cx="217470" cy="278961"/>
            <a:chOff x="6974158" y="2789537"/>
            <a:chExt cx="255247" cy="327458"/>
          </a:xfrm>
        </p:grpSpPr>
        <p:sp>
          <p:nvSpPr>
            <p:cNvPr id="2000" name="Google Shape;2000;p5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5"/>
          <p:cNvGrpSpPr/>
          <p:nvPr/>
        </p:nvGrpSpPr>
        <p:grpSpPr>
          <a:xfrm>
            <a:off x="7305566" y="4175272"/>
            <a:ext cx="217468" cy="290420"/>
            <a:chOff x="7530697" y="2790299"/>
            <a:chExt cx="244291" cy="326314"/>
          </a:xfrm>
        </p:grpSpPr>
        <p:sp>
          <p:nvSpPr>
            <p:cNvPr id="2007" name="Google Shape;2007;p5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55"/>
          <p:cNvGrpSpPr/>
          <p:nvPr/>
        </p:nvGrpSpPr>
        <p:grpSpPr>
          <a:xfrm>
            <a:off x="5082650" y="3320923"/>
            <a:ext cx="286284" cy="244625"/>
            <a:chOff x="7988191" y="2832248"/>
            <a:chExt cx="332348" cy="283985"/>
          </a:xfrm>
        </p:grpSpPr>
        <p:sp>
          <p:nvSpPr>
            <p:cNvPr id="2014" name="Google Shape;2014;p5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7" name="Google Shape;2017;p55"/>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8" name="Google Shape;2018;p55"/>
          <p:cNvGrpSpPr/>
          <p:nvPr/>
        </p:nvGrpSpPr>
        <p:grpSpPr>
          <a:xfrm>
            <a:off x="713773" y="2468444"/>
            <a:ext cx="293738" cy="211434"/>
            <a:chOff x="3588440" y="3258368"/>
            <a:chExt cx="364484" cy="262423"/>
          </a:xfrm>
        </p:grpSpPr>
        <p:sp>
          <p:nvSpPr>
            <p:cNvPr id="2019" name="Google Shape;2019;p5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5" name="Google Shape;2025;p55"/>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6" name="Google Shape;2026;p55"/>
          <p:cNvGrpSpPr/>
          <p:nvPr/>
        </p:nvGrpSpPr>
        <p:grpSpPr>
          <a:xfrm>
            <a:off x="8139736" y="2875216"/>
            <a:ext cx="293716" cy="261482"/>
            <a:chOff x="5765817" y="3227724"/>
            <a:chExt cx="364865" cy="324822"/>
          </a:xfrm>
        </p:grpSpPr>
        <p:sp>
          <p:nvSpPr>
            <p:cNvPr id="2027" name="Google Shape;2027;p5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55"/>
          <p:cNvGrpSpPr/>
          <p:nvPr/>
        </p:nvGrpSpPr>
        <p:grpSpPr>
          <a:xfrm>
            <a:off x="6831394" y="2865252"/>
            <a:ext cx="281090" cy="281408"/>
            <a:chOff x="865862" y="3207306"/>
            <a:chExt cx="364484" cy="364897"/>
          </a:xfrm>
        </p:grpSpPr>
        <p:sp>
          <p:nvSpPr>
            <p:cNvPr id="2031" name="Google Shape;2031;p5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 name="Google Shape;2045;p55"/>
          <p:cNvGrpSpPr/>
          <p:nvPr/>
        </p:nvGrpSpPr>
        <p:grpSpPr>
          <a:xfrm>
            <a:off x="6393180" y="2879906"/>
            <a:ext cx="286288" cy="252101"/>
            <a:chOff x="1404617" y="3226962"/>
            <a:chExt cx="370168" cy="325965"/>
          </a:xfrm>
        </p:grpSpPr>
        <p:sp>
          <p:nvSpPr>
            <p:cNvPr id="2046" name="Google Shape;2046;p5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55"/>
          <p:cNvGrpSpPr/>
          <p:nvPr/>
        </p:nvGrpSpPr>
        <p:grpSpPr>
          <a:xfrm>
            <a:off x="5522154" y="2869977"/>
            <a:ext cx="281057" cy="271958"/>
            <a:chOff x="1954741" y="3212419"/>
            <a:chExt cx="366389" cy="354481"/>
          </a:xfrm>
        </p:grpSpPr>
        <p:sp>
          <p:nvSpPr>
            <p:cNvPr id="2056" name="Google Shape;2056;p5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55"/>
          <p:cNvGrpSpPr/>
          <p:nvPr/>
        </p:nvGrpSpPr>
        <p:grpSpPr>
          <a:xfrm>
            <a:off x="5082123" y="2869557"/>
            <a:ext cx="286365" cy="272799"/>
            <a:chOff x="3043239" y="3215626"/>
            <a:chExt cx="366008" cy="348670"/>
          </a:xfrm>
        </p:grpSpPr>
        <p:sp>
          <p:nvSpPr>
            <p:cNvPr id="2064" name="Google Shape;2064;p5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55"/>
          <p:cNvGrpSpPr/>
          <p:nvPr/>
        </p:nvGrpSpPr>
        <p:grpSpPr>
          <a:xfrm>
            <a:off x="1210650" y="2856874"/>
            <a:ext cx="162601" cy="298164"/>
            <a:chOff x="4218333" y="3184982"/>
            <a:chExt cx="209107" cy="383442"/>
          </a:xfrm>
        </p:grpSpPr>
        <p:sp>
          <p:nvSpPr>
            <p:cNvPr id="2067" name="Google Shape;2067;p5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9" name="Google Shape;2069;p55"/>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0" name="Google Shape;2070;p55"/>
          <p:cNvGrpSpPr/>
          <p:nvPr/>
        </p:nvGrpSpPr>
        <p:grpSpPr>
          <a:xfrm>
            <a:off x="710843" y="3300641"/>
            <a:ext cx="264727" cy="285189"/>
            <a:chOff x="6896644" y="3216007"/>
            <a:chExt cx="322917" cy="347876"/>
          </a:xfrm>
        </p:grpSpPr>
        <p:sp>
          <p:nvSpPr>
            <p:cNvPr id="2071" name="Google Shape;2071;p5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5"/>
          <p:cNvGrpSpPr/>
          <p:nvPr/>
        </p:nvGrpSpPr>
        <p:grpSpPr>
          <a:xfrm>
            <a:off x="1587965" y="3740026"/>
            <a:ext cx="286280" cy="285621"/>
            <a:chOff x="7429366" y="3223183"/>
            <a:chExt cx="334634" cy="333904"/>
          </a:xfrm>
        </p:grpSpPr>
        <p:sp>
          <p:nvSpPr>
            <p:cNvPr id="2079" name="Google Shape;2079;p5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1" name="Google Shape;2081;p55"/>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2" name="Google Shape;2082;p55"/>
          <p:cNvGrpSpPr/>
          <p:nvPr/>
        </p:nvGrpSpPr>
        <p:grpSpPr>
          <a:xfrm>
            <a:off x="7267743" y="3773543"/>
            <a:ext cx="293114" cy="218587"/>
            <a:chOff x="5216456" y="3725484"/>
            <a:chExt cx="356196" cy="265631"/>
          </a:xfrm>
        </p:grpSpPr>
        <p:sp>
          <p:nvSpPr>
            <p:cNvPr id="2083" name="Google Shape;2083;p5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55"/>
          <p:cNvGrpSpPr/>
          <p:nvPr/>
        </p:nvGrpSpPr>
        <p:grpSpPr>
          <a:xfrm>
            <a:off x="5086881" y="2474153"/>
            <a:ext cx="286314" cy="200018"/>
            <a:chOff x="6849393" y="3733994"/>
            <a:chExt cx="355053" cy="248038"/>
          </a:xfrm>
        </p:grpSpPr>
        <p:sp>
          <p:nvSpPr>
            <p:cNvPr id="2086" name="Google Shape;2086;p5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55"/>
          <p:cNvGrpSpPr/>
          <p:nvPr/>
        </p:nvGrpSpPr>
        <p:grpSpPr>
          <a:xfrm>
            <a:off x="2026447" y="3780519"/>
            <a:ext cx="286358" cy="204635"/>
            <a:chOff x="7918997" y="3714687"/>
            <a:chExt cx="392111" cy="280206"/>
          </a:xfrm>
        </p:grpSpPr>
        <p:sp>
          <p:nvSpPr>
            <p:cNvPr id="2092" name="Google Shape;2092;p5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7" name="Google Shape;2097;p55"/>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8" name="Google Shape;2098;p55"/>
          <p:cNvGrpSpPr/>
          <p:nvPr/>
        </p:nvGrpSpPr>
        <p:grpSpPr>
          <a:xfrm>
            <a:off x="4642178" y="4178334"/>
            <a:ext cx="286355" cy="284296"/>
            <a:chOff x="1952836" y="3680964"/>
            <a:chExt cx="357720" cy="355148"/>
          </a:xfrm>
        </p:grpSpPr>
        <p:sp>
          <p:nvSpPr>
            <p:cNvPr id="2099" name="Google Shape;2099;p5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55"/>
          <p:cNvGrpSpPr/>
          <p:nvPr/>
        </p:nvGrpSpPr>
        <p:grpSpPr>
          <a:xfrm>
            <a:off x="5082508" y="4178388"/>
            <a:ext cx="286283" cy="284189"/>
            <a:chOff x="2496894" y="3680964"/>
            <a:chExt cx="357720" cy="355148"/>
          </a:xfrm>
        </p:grpSpPr>
        <p:sp>
          <p:nvSpPr>
            <p:cNvPr id="2105" name="Google Shape;2105;p5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55"/>
          <p:cNvGrpSpPr/>
          <p:nvPr/>
        </p:nvGrpSpPr>
        <p:grpSpPr>
          <a:xfrm>
            <a:off x="7705425" y="3739817"/>
            <a:ext cx="286356" cy="286039"/>
            <a:chOff x="3040984" y="3681059"/>
            <a:chExt cx="356164" cy="355815"/>
          </a:xfrm>
        </p:grpSpPr>
        <p:sp>
          <p:nvSpPr>
            <p:cNvPr id="2111" name="Google Shape;2111;p5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 name="Google Shape;2114;p55"/>
          <p:cNvGrpSpPr/>
          <p:nvPr/>
        </p:nvGrpSpPr>
        <p:grpSpPr>
          <a:xfrm>
            <a:off x="1595626" y="4195717"/>
            <a:ext cx="281013" cy="249530"/>
            <a:chOff x="3584280" y="3699191"/>
            <a:chExt cx="358069" cy="317995"/>
          </a:xfrm>
        </p:grpSpPr>
        <p:sp>
          <p:nvSpPr>
            <p:cNvPr id="2115" name="Google Shape;2115;p5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55"/>
          <p:cNvGrpSpPr/>
          <p:nvPr/>
        </p:nvGrpSpPr>
        <p:grpSpPr>
          <a:xfrm>
            <a:off x="8140917" y="3740146"/>
            <a:ext cx="286276" cy="285381"/>
            <a:chOff x="4129482" y="3681059"/>
            <a:chExt cx="355402" cy="354291"/>
          </a:xfrm>
        </p:grpSpPr>
        <p:sp>
          <p:nvSpPr>
            <p:cNvPr id="2120" name="Google Shape;2120;p5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55"/>
          <p:cNvGrpSpPr/>
          <p:nvPr/>
        </p:nvGrpSpPr>
        <p:grpSpPr>
          <a:xfrm>
            <a:off x="1148782" y="4177160"/>
            <a:ext cx="286337" cy="286644"/>
            <a:chOff x="4673540" y="3680297"/>
            <a:chExt cx="355434" cy="355815"/>
          </a:xfrm>
        </p:grpSpPr>
        <p:sp>
          <p:nvSpPr>
            <p:cNvPr id="2125" name="Google Shape;2125;p5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55"/>
          <p:cNvGrpSpPr/>
          <p:nvPr/>
        </p:nvGrpSpPr>
        <p:grpSpPr>
          <a:xfrm>
            <a:off x="6831428" y="3741819"/>
            <a:ext cx="281021" cy="282036"/>
            <a:chOff x="5779408" y="3699191"/>
            <a:chExt cx="317645" cy="318757"/>
          </a:xfrm>
        </p:grpSpPr>
        <p:sp>
          <p:nvSpPr>
            <p:cNvPr id="2129" name="Google Shape;2129;p5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1" name="Google Shape;2131;p55"/>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2" name="Google Shape;2132;p55"/>
          <p:cNvGrpSpPr/>
          <p:nvPr/>
        </p:nvGrpSpPr>
        <p:grpSpPr>
          <a:xfrm>
            <a:off x="4645514" y="3742888"/>
            <a:ext cx="293119" cy="279896"/>
            <a:chOff x="7390435" y="3680868"/>
            <a:chExt cx="372073" cy="355243"/>
          </a:xfrm>
        </p:grpSpPr>
        <p:sp>
          <p:nvSpPr>
            <p:cNvPr id="2133" name="Google Shape;2133;p5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55"/>
          <p:cNvGrpSpPr/>
          <p:nvPr/>
        </p:nvGrpSpPr>
        <p:grpSpPr>
          <a:xfrm>
            <a:off x="2896800" y="3742508"/>
            <a:ext cx="281182" cy="280657"/>
            <a:chOff x="1421638" y="4125629"/>
            <a:chExt cx="374709" cy="374010"/>
          </a:xfrm>
        </p:grpSpPr>
        <p:sp>
          <p:nvSpPr>
            <p:cNvPr id="2140" name="Google Shape;2140;p5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5"/>
          <p:cNvGrpSpPr/>
          <p:nvPr/>
        </p:nvGrpSpPr>
        <p:grpSpPr>
          <a:xfrm>
            <a:off x="7708019" y="3308737"/>
            <a:ext cx="281168" cy="268997"/>
            <a:chOff x="1973254" y="4156304"/>
            <a:chExt cx="357720" cy="342192"/>
          </a:xfrm>
        </p:grpSpPr>
        <p:sp>
          <p:nvSpPr>
            <p:cNvPr id="2143" name="Google Shape;2143;p5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55"/>
          <p:cNvGrpSpPr/>
          <p:nvPr/>
        </p:nvGrpSpPr>
        <p:grpSpPr>
          <a:xfrm>
            <a:off x="3336958" y="4177651"/>
            <a:ext cx="286276" cy="285663"/>
            <a:chOff x="2523759" y="4135505"/>
            <a:chExt cx="341049" cy="340318"/>
          </a:xfrm>
        </p:grpSpPr>
        <p:sp>
          <p:nvSpPr>
            <p:cNvPr id="2150" name="Google Shape;2150;p5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55"/>
          <p:cNvGrpSpPr/>
          <p:nvPr/>
        </p:nvGrpSpPr>
        <p:grpSpPr>
          <a:xfrm>
            <a:off x="2461585" y="4192569"/>
            <a:ext cx="286257" cy="255828"/>
            <a:chOff x="3040603" y="4130360"/>
            <a:chExt cx="392079" cy="350353"/>
          </a:xfrm>
        </p:grpSpPr>
        <p:sp>
          <p:nvSpPr>
            <p:cNvPr id="2153" name="Google Shape;2153;p5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 name="Google Shape;2163;p55"/>
          <p:cNvGrpSpPr/>
          <p:nvPr/>
        </p:nvGrpSpPr>
        <p:grpSpPr>
          <a:xfrm>
            <a:off x="7314642" y="2860402"/>
            <a:ext cx="199316" cy="291108"/>
            <a:chOff x="3662144" y="4135505"/>
            <a:chExt cx="232955" cy="340318"/>
          </a:xfrm>
        </p:grpSpPr>
        <p:sp>
          <p:nvSpPr>
            <p:cNvPr id="2164" name="Google Shape;2164;p5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55"/>
          <p:cNvGrpSpPr/>
          <p:nvPr/>
        </p:nvGrpSpPr>
        <p:grpSpPr>
          <a:xfrm>
            <a:off x="3774398" y="3743047"/>
            <a:ext cx="260939" cy="279579"/>
            <a:chOff x="4149138" y="4121151"/>
            <a:chExt cx="344065" cy="368644"/>
          </a:xfrm>
        </p:grpSpPr>
        <p:sp>
          <p:nvSpPr>
            <p:cNvPr id="2169" name="Google Shape;2169;p5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1" name="Google Shape;2181;p55"/>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2" name="Google Shape;2182;p55"/>
          <p:cNvGrpSpPr/>
          <p:nvPr/>
        </p:nvGrpSpPr>
        <p:grpSpPr>
          <a:xfrm>
            <a:off x="5964957" y="3790027"/>
            <a:ext cx="281020" cy="185619"/>
            <a:chOff x="5206262" y="4174817"/>
            <a:chExt cx="397763" cy="262804"/>
          </a:xfrm>
        </p:grpSpPr>
        <p:sp>
          <p:nvSpPr>
            <p:cNvPr id="2183" name="Google Shape;2183;p5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55"/>
          <p:cNvGrpSpPr/>
          <p:nvPr/>
        </p:nvGrpSpPr>
        <p:grpSpPr>
          <a:xfrm>
            <a:off x="5522498" y="3788581"/>
            <a:ext cx="286284" cy="188512"/>
            <a:chOff x="5727616" y="4204699"/>
            <a:chExt cx="440505" cy="290018"/>
          </a:xfrm>
        </p:grpSpPr>
        <p:sp>
          <p:nvSpPr>
            <p:cNvPr id="2191" name="Google Shape;2191;p5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55"/>
          <p:cNvGrpSpPr/>
          <p:nvPr/>
        </p:nvGrpSpPr>
        <p:grpSpPr>
          <a:xfrm>
            <a:off x="7783495" y="4172088"/>
            <a:ext cx="130215" cy="296789"/>
            <a:chOff x="6410063" y="4135124"/>
            <a:chExt cx="159950" cy="364516"/>
          </a:xfrm>
        </p:grpSpPr>
        <p:sp>
          <p:nvSpPr>
            <p:cNvPr id="2200" name="Google Shape;2200;p5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55"/>
          <p:cNvGrpSpPr/>
          <p:nvPr/>
        </p:nvGrpSpPr>
        <p:grpSpPr>
          <a:xfrm>
            <a:off x="2901470" y="3300062"/>
            <a:ext cx="286281" cy="286347"/>
            <a:chOff x="775325" y="4143525"/>
            <a:chExt cx="468776" cy="468884"/>
          </a:xfrm>
        </p:grpSpPr>
        <p:sp>
          <p:nvSpPr>
            <p:cNvPr id="2205" name="Google Shape;2205;p5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 name="Google Shape;2209;p55"/>
          <p:cNvGrpSpPr/>
          <p:nvPr/>
        </p:nvGrpSpPr>
        <p:grpSpPr>
          <a:xfrm>
            <a:off x="5587905" y="4187908"/>
            <a:ext cx="146296" cy="265149"/>
            <a:chOff x="1426400" y="1814750"/>
            <a:chExt cx="407850" cy="712575"/>
          </a:xfrm>
        </p:grpSpPr>
        <p:sp>
          <p:nvSpPr>
            <p:cNvPr id="2210" name="Google Shape;2210;p55"/>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 name="Google Shape;2213;p55"/>
          <p:cNvGrpSpPr/>
          <p:nvPr/>
        </p:nvGrpSpPr>
        <p:grpSpPr>
          <a:xfrm>
            <a:off x="5990774" y="4218133"/>
            <a:ext cx="206055" cy="204699"/>
            <a:chOff x="1940727" y="2021700"/>
            <a:chExt cx="552573" cy="548939"/>
          </a:xfrm>
        </p:grpSpPr>
        <p:sp>
          <p:nvSpPr>
            <p:cNvPr id="2214" name="Google Shape;2214;p55"/>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55"/>
          <p:cNvGrpSpPr/>
          <p:nvPr/>
        </p:nvGrpSpPr>
        <p:grpSpPr>
          <a:xfrm>
            <a:off x="6393264" y="4245820"/>
            <a:ext cx="281187" cy="149324"/>
            <a:chOff x="2749275" y="2099575"/>
            <a:chExt cx="820025" cy="435475"/>
          </a:xfrm>
        </p:grpSpPr>
        <p:sp>
          <p:nvSpPr>
            <p:cNvPr id="2218" name="Google Shape;2218;p55"/>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2" name="Google Shape;2222;p55"/>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3" name="Google Shape;2223;p55"/>
          <p:cNvGrpSpPr/>
          <p:nvPr/>
        </p:nvGrpSpPr>
        <p:grpSpPr>
          <a:xfrm>
            <a:off x="716779" y="2872148"/>
            <a:ext cx="286301" cy="267617"/>
            <a:chOff x="1748582" y="3372635"/>
            <a:chExt cx="359269" cy="335780"/>
          </a:xfrm>
        </p:grpSpPr>
        <p:sp>
          <p:nvSpPr>
            <p:cNvPr id="2224" name="Google Shape;2224;p5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5" name="Google Shape;2225;p55"/>
            <p:cNvGrpSpPr/>
            <p:nvPr/>
          </p:nvGrpSpPr>
          <p:grpSpPr>
            <a:xfrm>
              <a:off x="1748582" y="3372635"/>
              <a:ext cx="333520" cy="335780"/>
              <a:chOff x="1748582" y="3372635"/>
              <a:chExt cx="333520" cy="335780"/>
            </a:xfrm>
          </p:grpSpPr>
          <p:sp>
            <p:nvSpPr>
              <p:cNvPr id="2226" name="Google Shape;2226;p5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9" name="Google Shape;2229;p55"/>
          <p:cNvGrpSpPr/>
          <p:nvPr/>
        </p:nvGrpSpPr>
        <p:grpSpPr>
          <a:xfrm>
            <a:off x="3333419" y="2905184"/>
            <a:ext cx="296446" cy="201545"/>
            <a:chOff x="5283337" y="2478774"/>
            <a:chExt cx="358633" cy="243913"/>
          </a:xfrm>
        </p:grpSpPr>
        <p:sp>
          <p:nvSpPr>
            <p:cNvPr id="2230" name="Google Shape;2230;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55"/>
          <p:cNvGrpSpPr/>
          <p:nvPr/>
        </p:nvGrpSpPr>
        <p:grpSpPr>
          <a:xfrm>
            <a:off x="7267730" y="2428374"/>
            <a:ext cx="293140" cy="291576"/>
            <a:chOff x="5495100" y="2485750"/>
            <a:chExt cx="365375" cy="363425"/>
          </a:xfrm>
        </p:grpSpPr>
        <p:sp>
          <p:nvSpPr>
            <p:cNvPr id="2248" name="Google Shape;2248;p55"/>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2" name="Google Shape;2252;p55"/>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3" name="Google Shape;2253;p55"/>
          <p:cNvGrpSpPr/>
          <p:nvPr/>
        </p:nvGrpSpPr>
        <p:grpSpPr>
          <a:xfrm>
            <a:off x="2897713" y="2430997"/>
            <a:ext cx="286331" cy="286330"/>
            <a:chOff x="2372310" y="516242"/>
            <a:chExt cx="1044241" cy="1044238"/>
          </a:xfrm>
        </p:grpSpPr>
        <p:sp>
          <p:nvSpPr>
            <p:cNvPr id="2254" name="Google Shape;2254;p55"/>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5" name="Google Shape;2255;p55"/>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6" name="Google Shape;2256;p55"/>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55"/>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55"/>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55"/>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55"/>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1" name="Google Shape;2261;p55"/>
          <p:cNvGrpSpPr/>
          <p:nvPr/>
        </p:nvGrpSpPr>
        <p:grpSpPr>
          <a:xfrm>
            <a:off x="4204475" y="4179223"/>
            <a:ext cx="267296" cy="282518"/>
            <a:chOff x="4869073" y="503252"/>
            <a:chExt cx="828055" cy="875211"/>
          </a:xfrm>
        </p:grpSpPr>
        <p:sp>
          <p:nvSpPr>
            <p:cNvPr id="2262" name="Google Shape;2262;p55"/>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3" name="Google Shape;2263;p55"/>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4" name="Google Shape;2264;p55"/>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5" name="Google Shape;2265;p55"/>
          <p:cNvGrpSpPr/>
          <p:nvPr/>
        </p:nvGrpSpPr>
        <p:grpSpPr>
          <a:xfrm>
            <a:off x="2902152" y="4173245"/>
            <a:ext cx="226966" cy="294475"/>
            <a:chOff x="10290098" y="4060301"/>
            <a:chExt cx="804843" cy="1044236"/>
          </a:xfrm>
        </p:grpSpPr>
        <p:sp>
          <p:nvSpPr>
            <p:cNvPr id="2266" name="Google Shape;2266;p55"/>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55"/>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55"/>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9" name="Google Shape;2269;p55"/>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0" name="Google Shape;2270;p55"/>
          <p:cNvGrpSpPr/>
          <p:nvPr/>
        </p:nvGrpSpPr>
        <p:grpSpPr>
          <a:xfrm>
            <a:off x="1151425" y="3375159"/>
            <a:ext cx="281051" cy="136152"/>
            <a:chOff x="2946899" y="3976038"/>
            <a:chExt cx="1045188" cy="506140"/>
          </a:xfrm>
        </p:grpSpPr>
        <p:sp>
          <p:nvSpPr>
            <p:cNvPr id="2271" name="Google Shape;2271;p55"/>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55"/>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55"/>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55"/>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5" name="Google Shape;2275;p55"/>
          <p:cNvGrpSpPr/>
          <p:nvPr/>
        </p:nvGrpSpPr>
        <p:grpSpPr>
          <a:xfrm>
            <a:off x="3777782" y="2427998"/>
            <a:ext cx="293118" cy="292327"/>
            <a:chOff x="582439" y="5145159"/>
            <a:chExt cx="1044238" cy="1041420"/>
          </a:xfrm>
        </p:grpSpPr>
        <p:sp>
          <p:nvSpPr>
            <p:cNvPr id="2276" name="Google Shape;2276;p55"/>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55"/>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55"/>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9" name="Google Shape;2279;p55"/>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0" name="Google Shape;2280;p55"/>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55"/>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55"/>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55"/>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4" name="Google Shape;2284;p55"/>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55"/>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6" name="Google Shape;2286;p55"/>
          <p:cNvGrpSpPr/>
          <p:nvPr/>
        </p:nvGrpSpPr>
        <p:grpSpPr>
          <a:xfrm>
            <a:off x="1161473" y="2443684"/>
            <a:ext cx="260956" cy="260956"/>
            <a:chOff x="10170398" y="2275581"/>
            <a:chExt cx="1044240" cy="1044240"/>
          </a:xfrm>
        </p:grpSpPr>
        <p:sp>
          <p:nvSpPr>
            <p:cNvPr id="2287" name="Google Shape;2287;p55"/>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55"/>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55"/>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0" name="Google Shape;2290;p55"/>
          <p:cNvGrpSpPr/>
          <p:nvPr/>
        </p:nvGrpSpPr>
        <p:grpSpPr>
          <a:xfrm>
            <a:off x="4646594" y="2458529"/>
            <a:ext cx="293124" cy="231264"/>
            <a:chOff x="10268465" y="516241"/>
            <a:chExt cx="946173" cy="746496"/>
          </a:xfrm>
        </p:grpSpPr>
        <p:sp>
          <p:nvSpPr>
            <p:cNvPr id="2291" name="Google Shape;2291;p55"/>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55"/>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3" name="Google Shape;2293;p55"/>
          <p:cNvGrpSpPr/>
          <p:nvPr/>
        </p:nvGrpSpPr>
        <p:grpSpPr>
          <a:xfrm>
            <a:off x="5968730" y="2430840"/>
            <a:ext cx="264284" cy="286642"/>
            <a:chOff x="2690524" y="5335153"/>
            <a:chExt cx="963134" cy="1044234"/>
          </a:xfrm>
        </p:grpSpPr>
        <p:sp>
          <p:nvSpPr>
            <p:cNvPr id="2294" name="Google Shape;2294;p55"/>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55"/>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55"/>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7" name="Google Shape;2297;p55"/>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55"/>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9" name="Google Shape;2299;p55"/>
          <p:cNvGrpSpPr/>
          <p:nvPr/>
        </p:nvGrpSpPr>
        <p:grpSpPr>
          <a:xfrm>
            <a:off x="6393121" y="3742334"/>
            <a:ext cx="281003" cy="281004"/>
            <a:chOff x="5068163" y="4091663"/>
            <a:chExt cx="1044234" cy="1044238"/>
          </a:xfrm>
        </p:grpSpPr>
        <p:sp>
          <p:nvSpPr>
            <p:cNvPr id="2300" name="Google Shape;2300;p55"/>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55"/>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55"/>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3" name="Google Shape;2303;p55"/>
          <p:cNvGrpSpPr/>
          <p:nvPr/>
        </p:nvGrpSpPr>
        <p:grpSpPr>
          <a:xfrm>
            <a:off x="1158172" y="3735884"/>
            <a:ext cx="267557" cy="293906"/>
            <a:chOff x="3138487" y="176212"/>
            <a:chExt cx="5919406" cy="6502336"/>
          </a:xfrm>
        </p:grpSpPr>
        <p:sp>
          <p:nvSpPr>
            <p:cNvPr id="2304" name="Google Shape;2304;p55"/>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55"/>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55"/>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55"/>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55"/>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55"/>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55"/>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55"/>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55"/>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55"/>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4" name="Google Shape;2314;p55"/>
          <p:cNvGrpSpPr/>
          <p:nvPr/>
        </p:nvGrpSpPr>
        <p:grpSpPr>
          <a:xfrm>
            <a:off x="8192329" y="4177174"/>
            <a:ext cx="169841" cy="287644"/>
            <a:chOff x="8121840" y="4021274"/>
            <a:chExt cx="267550" cy="453055"/>
          </a:xfrm>
        </p:grpSpPr>
        <p:sp>
          <p:nvSpPr>
            <p:cNvPr id="2315" name="Google Shape;2315;p55"/>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55"/>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55"/>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55"/>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9" name="Google Shape;2319;p55"/>
          <p:cNvGrpSpPr/>
          <p:nvPr/>
        </p:nvGrpSpPr>
        <p:grpSpPr>
          <a:xfrm>
            <a:off x="1589678" y="2895549"/>
            <a:ext cx="282853" cy="220814"/>
            <a:chOff x="5383136" y="4903801"/>
            <a:chExt cx="639794" cy="499467"/>
          </a:xfrm>
        </p:grpSpPr>
        <p:sp>
          <p:nvSpPr>
            <p:cNvPr id="2320" name="Google Shape;2320;p55"/>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1" name="Google Shape;2321;p55"/>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2" name="Google Shape;2322;p55"/>
          <p:cNvGrpSpPr/>
          <p:nvPr/>
        </p:nvGrpSpPr>
        <p:grpSpPr>
          <a:xfrm>
            <a:off x="2460832" y="2864572"/>
            <a:ext cx="282810" cy="282768"/>
            <a:chOff x="2394287" y="4799860"/>
            <a:chExt cx="639698" cy="639603"/>
          </a:xfrm>
        </p:grpSpPr>
        <p:sp>
          <p:nvSpPr>
            <p:cNvPr id="2323" name="Google Shape;2323;p55"/>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4" name="Google Shape;2324;p55"/>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5" name="Google Shape;2325;p55"/>
          <p:cNvGrpSpPr/>
          <p:nvPr/>
        </p:nvGrpSpPr>
        <p:grpSpPr>
          <a:xfrm>
            <a:off x="2904941" y="2886932"/>
            <a:ext cx="282811" cy="238048"/>
            <a:chOff x="4301584" y="3601021"/>
            <a:chExt cx="639699" cy="538448"/>
          </a:xfrm>
        </p:grpSpPr>
        <p:sp>
          <p:nvSpPr>
            <p:cNvPr id="2326" name="Google Shape;2326;p55"/>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7" name="Google Shape;2327;p55"/>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8" name="Google Shape;2328;p55"/>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9" name="Google Shape;2329;p55"/>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0" name="Google Shape;2330;p55"/>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31" name="Google Shape;2331;p55"/>
          <p:cNvGrpSpPr/>
          <p:nvPr/>
        </p:nvGrpSpPr>
        <p:grpSpPr>
          <a:xfrm>
            <a:off x="4662460" y="2859151"/>
            <a:ext cx="251313" cy="282705"/>
            <a:chOff x="3485280" y="5541429"/>
            <a:chExt cx="568452" cy="639460"/>
          </a:xfrm>
        </p:grpSpPr>
        <p:sp>
          <p:nvSpPr>
            <p:cNvPr id="2332" name="Google Shape;2332;p55"/>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3" name="Google Shape;2333;p55"/>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34" name="Google Shape;2334;p55"/>
          <p:cNvGrpSpPr/>
          <p:nvPr/>
        </p:nvGrpSpPr>
        <p:grpSpPr>
          <a:xfrm>
            <a:off x="3338530" y="3305189"/>
            <a:ext cx="282895" cy="282895"/>
            <a:chOff x="4374915" y="4753854"/>
            <a:chExt cx="639889" cy="639889"/>
          </a:xfrm>
        </p:grpSpPr>
        <p:sp>
          <p:nvSpPr>
            <p:cNvPr id="2335" name="Google Shape;2335;p55"/>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6" name="Google Shape;2336;p55"/>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37" name="Google Shape;2337;p55"/>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1" name="Shape 2341"/>
        <p:cNvGrpSpPr/>
        <p:nvPr/>
      </p:nvGrpSpPr>
      <p:grpSpPr>
        <a:xfrm>
          <a:off x="0" y="0"/>
          <a:ext cx="0" cy="0"/>
          <a:chOff x="0" y="0"/>
          <a:chExt cx="0" cy="0"/>
        </a:xfrm>
      </p:grpSpPr>
      <p:sp>
        <p:nvSpPr>
          <p:cNvPr id="2342" name="Google Shape;2342;p56"/>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343" name="Google Shape;2343;p56"/>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344" name="Google Shape;2344;p56"/>
          <p:cNvGrpSpPr/>
          <p:nvPr/>
        </p:nvGrpSpPr>
        <p:grpSpPr>
          <a:xfrm>
            <a:off x="698196" y="4180252"/>
            <a:ext cx="303530" cy="280284"/>
            <a:chOff x="1989449" y="4282269"/>
            <a:chExt cx="374774" cy="346073"/>
          </a:xfrm>
        </p:grpSpPr>
        <p:sp>
          <p:nvSpPr>
            <p:cNvPr id="2345" name="Google Shape;2345;p5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56"/>
          <p:cNvGrpSpPr/>
          <p:nvPr/>
        </p:nvGrpSpPr>
        <p:grpSpPr>
          <a:xfrm>
            <a:off x="1212073" y="4176339"/>
            <a:ext cx="164109" cy="288111"/>
            <a:chOff x="2487439" y="4280740"/>
            <a:chExt cx="198775" cy="348972"/>
          </a:xfrm>
        </p:grpSpPr>
        <p:sp>
          <p:nvSpPr>
            <p:cNvPr id="2351" name="Google Shape;2351;p5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 name="Google Shape;2355;p56"/>
          <p:cNvGrpSpPr/>
          <p:nvPr/>
        </p:nvGrpSpPr>
        <p:grpSpPr>
          <a:xfrm>
            <a:off x="6896686" y="3738795"/>
            <a:ext cx="164114" cy="287481"/>
            <a:chOff x="6275635" y="4282651"/>
            <a:chExt cx="209383" cy="366778"/>
          </a:xfrm>
        </p:grpSpPr>
        <p:sp>
          <p:nvSpPr>
            <p:cNvPr id="2356" name="Google Shape;2356;p5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56"/>
          <p:cNvGrpSpPr/>
          <p:nvPr/>
        </p:nvGrpSpPr>
        <p:grpSpPr>
          <a:xfrm>
            <a:off x="6868896" y="3300915"/>
            <a:ext cx="219693" cy="287181"/>
            <a:chOff x="6701186" y="4283033"/>
            <a:chExt cx="280292" cy="366396"/>
          </a:xfrm>
        </p:grpSpPr>
        <p:sp>
          <p:nvSpPr>
            <p:cNvPr id="2359" name="Google Shape;2359;p5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 name="Google Shape;2361;p56"/>
          <p:cNvGrpSpPr/>
          <p:nvPr/>
        </p:nvGrpSpPr>
        <p:grpSpPr>
          <a:xfrm>
            <a:off x="2461759" y="3744662"/>
            <a:ext cx="292849" cy="272251"/>
            <a:chOff x="2609571" y="3824958"/>
            <a:chExt cx="373627" cy="347347"/>
          </a:xfrm>
        </p:grpSpPr>
        <p:sp>
          <p:nvSpPr>
            <p:cNvPr id="2362" name="Google Shape;2362;p5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4" name="Google Shape;2364;p56"/>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5" name="Google Shape;2365;p56"/>
          <p:cNvGrpSpPr/>
          <p:nvPr/>
        </p:nvGrpSpPr>
        <p:grpSpPr>
          <a:xfrm>
            <a:off x="767913" y="3739988"/>
            <a:ext cx="164096" cy="281598"/>
            <a:chOff x="916127" y="3807056"/>
            <a:chExt cx="221902" cy="380795"/>
          </a:xfrm>
        </p:grpSpPr>
        <p:sp>
          <p:nvSpPr>
            <p:cNvPr id="2366" name="Google Shape;2366;p5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0" name="Google Shape;2370;p56"/>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2" name="Google Shape;2372;p56"/>
          <p:cNvGrpSpPr/>
          <p:nvPr/>
        </p:nvGrpSpPr>
        <p:grpSpPr>
          <a:xfrm>
            <a:off x="3342601" y="3739269"/>
            <a:ext cx="283911" cy="283037"/>
            <a:chOff x="3513010" y="3816134"/>
            <a:chExt cx="362223" cy="361108"/>
          </a:xfrm>
        </p:grpSpPr>
        <p:sp>
          <p:nvSpPr>
            <p:cNvPr id="2373" name="Google Shape;2373;p5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 name="Google Shape;2377;p56"/>
          <p:cNvGrpSpPr/>
          <p:nvPr/>
        </p:nvGrpSpPr>
        <p:grpSpPr>
          <a:xfrm>
            <a:off x="3771823" y="3742140"/>
            <a:ext cx="289853" cy="277294"/>
            <a:chOff x="3950316" y="3820307"/>
            <a:chExt cx="369805" cy="353782"/>
          </a:xfrm>
        </p:grpSpPr>
        <p:sp>
          <p:nvSpPr>
            <p:cNvPr id="2378" name="Google Shape;2378;p5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 name="Google Shape;2382;p56"/>
          <p:cNvGrpSpPr/>
          <p:nvPr/>
        </p:nvGrpSpPr>
        <p:grpSpPr>
          <a:xfrm>
            <a:off x="7316256" y="1549551"/>
            <a:ext cx="193261" cy="294911"/>
            <a:chOff x="5373342" y="3808935"/>
            <a:chExt cx="231395" cy="353145"/>
          </a:xfrm>
        </p:grpSpPr>
        <p:sp>
          <p:nvSpPr>
            <p:cNvPr id="2383" name="Google Shape;2383;p5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2" name="Google Shape;2392;p56"/>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3" name="Google Shape;2393;p56"/>
          <p:cNvGrpSpPr/>
          <p:nvPr/>
        </p:nvGrpSpPr>
        <p:grpSpPr>
          <a:xfrm>
            <a:off x="5548563" y="2429695"/>
            <a:ext cx="237814" cy="287254"/>
            <a:chOff x="7571624" y="3808935"/>
            <a:chExt cx="292047" cy="352762"/>
          </a:xfrm>
        </p:grpSpPr>
        <p:sp>
          <p:nvSpPr>
            <p:cNvPr id="2394" name="Google Shape;2394;p5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 name="Google Shape;2400;p56"/>
          <p:cNvGrpSpPr/>
          <p:nvPr/>
        </p:nvGrpSpPr>
        <p:grpSpPr>
          <a:xfrm>
            <a:off x="2026339" y="3305603"/>
            <a:ext cx="285409" cy="282113"/>
            <a:chOff x="2174559" y="3356116"/>
            <a:chExt cx="364135" cy="359930"/>
          </a:xfrm>
        </p:grpSpPr>
        <p:sp>
          <p:nvSpPr>
            <p:cNvPr id="2401" name="Google Shape;2401;p5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 name="Google Shape;2403;p56"/>
          <p:cNvGrpSpPr/>
          <p:nvPr/>
        </p:nvGrpSpPr>
        <p:grpSpPr>
          <a:xfrm>
            <a:off x="1590982" y="3304966"/>
            <a:ext cx="288729" cy="283386"/>
            <a:chOff x="1731934" y="3355639"/>
            <a:chExt cx="368371" cy="361554"/>
          </a:xfrm>
        </p:grpSpPr>
        <p:sp>
          <p:nvSpPr>
            <p:cNvPr id="2404" name="Google Shape;2404;p5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56"/>
          <p:cNvGrpSpPr/>
          <p:nvPr/>
        </p:nvGrpSpPr>
        <p:grpSpPr>
          <a:xfrm>
            <a:off x="3807190" y="3304242"/>
            <a:ext cx="219119" cy="284834"/>
            <a:chOff x="3990517" y="3354173"/>
            <a:chExt cx="279559" cy="363402"/>
          </a:xfrm>
        </p:grpSpPr>
        <p:sp>
          <p:nvSpPr>
            <p:cNvPr id="2407" name="Google Shape;2407;p5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 name="Google Shape;2410;p56"/>
          <p:cNvGrpSpPr/>
          <p:nvPr/>
        </p:nvGrpSpPr>
        <p:grpSpPr>
          <a:xfrm>
            <a:off x="3339917" y="3356155"/>
            <a:ext cx="289278" cy="181009"/>
            <a:chOff x="3497847" y="3417374"/>
            <a:chExt cx="379680" cy="237606"/>
          </a:xfrm>
        </p:grpSpPr>
        <p:sp>
          <p:nvSpPr>
            <p:cNvPr id="2411" name="Google Shape;2411;p5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56"/>
          <p:cNvGrpSpPr/>
          <p:nvPr/>
        </p:nvGrpSpPr>
        <p:grpSpPr>
          <a:xfrm>
            <a:off x="2463996" y="3317145"/>
            <a:ext cx="288374" cy="259029"/>
            <a:chOff x="2612597" y="3367075"/>
            <a:chExt cx="376271" cy="337982"/>
          </a:xfrm>
        </p:grpSpPr>
        <p:sp>
          <p:nvSpPr>
            <p:cNvPr id="2416" name="Google Shape;2416;p5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56"/>
          <p:cNvGrpSpPr/>
          <p:nvPr/>
        </p:nvGrpSpPr>
        <p:grpSpPr>
          <a:xfrm>
            <a:off x="2896933" y="3302054"/>
            <a:ext cx="290180" cy="289211"/>
            <a:chOff x="3071914" y="3364431"/>
            <a:chExt cx="343652" cy="342505"/>
          </a:xfrm>
        </p:grpSpPr>
        <p:sp>
          <p:nvSpPr>
            <p:cNvPr id="2419" name="Google Shape;2419;p5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56"/>
          <p:cNvGrpSpPr/>
          <p:nvPr/>
        </p:nvGrpSpPr>
        <p:grpSpPr>
          <a:xfrm>
            <a:off x="744854" y="3302927"/>
            <a:ext cx="210213" cy="287466"/>
            <a:chOff x="897141" y="3359875"/>
            <a:chExt cx="257962" cy="352762"/>
          </a:xfrm>
        </p:grpSpPr>
        <p:sp>
          <p:nvSpPr>
            <p:cNvPr id="2425" name="Google Shape;2425;p5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56"/>
          <p:cNvGrpSpPr/>
          <p:nvPr/>
        </p:nvGrpSpPr>
        <p:grpSpPr>
          <a:xfrm>
            <a:off x="1193033" y="3303844"/>
            <a:ext cx="202190" cy="285631"/>
            <a:chOff x="1333682" y="3344330"/>
            <a:chExt cx="271213" cy="383088"/>
          </a:xfrm>
        </p:grpSpPr>
        <p:sp>
          <p:nvSpPr>
            <p:cNvPr id="2434" name="Google Shape;2434;p5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56"/>
          <p:cNvGrpSpPr/>
          <p:nvPr/>
        </p:nvGrpSpPr>
        <p:grpSpPr>
          <a:xfrm>
            <a:off x="705778" y="2004896"/>
            <a:ext cx="288365" cy="271070"/>
            <a:chOff x="849741" y="1959307"/>
            <a:chExt cx="399398" cy="375443"/>
          </a:xfrm>
        </p:grpSpPr>
        <p:sp>
          <p:nvSpPr>
            <p:cNvPr id="2446" name="Google Shape;2446;p5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56"/>
          <p:cNvGrpSpPr/>
          <p:nvPr/>
        </p:nvGrpSpPr>
        <p:grpSpPr>
          <a:xfrm>
            <a:off x="1145406" y="1996978"/>
            <a:ext cx="297443" cy="286907"/>
            <a:chOff x="1284212" y="1963766"/>
            <a:chExt cx="379489" cy="366046"/>
          </a:xfrm>
        </p:grpSpPr>
        <p:sp>
          <p:nvSpPr>
            <p:cNvPr id="2449" name="Google Shape;2449;p5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56"/>
          <p:cNvGrpSpPr/>
          <p:nvPr/>
        </p:nvGrpSpPr>
        <p:grpSpPr>
          <a:xfrm>
            <a:off x="2896934" y="2001335"/>
            <a:ext cx="290178" cy="278193"/>
            <a:chOff x="3037766" y="1969564"/>
            <a:chExt cx="370219" cy="354928"/>
          </a:xfrm>
        </p:grpSpPr>
        <p:sp>
          <p:nvSpPr>
            <p:cNvPr id="2452" name="Google Shape;2452;p5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 name="Google Shape;2456;p56"/>
          <p:cNvGrpSpPr/>
          <p:nvPr/>
        </p:nvGrpSpPr>
        <p:grpSpPr>
          <a:xfrm>
            <a:off x="3791284" y="1996043"/>
            <a:ext cx="250932" cy="288777"/>
            <a:chOff x="3982553" y="1971730"/>
            <a:chExt cx="304566" cy="350501"/>
          </a:xfrm>
        </p:grpSpPr>
        <p:sp>
          <p:nvSpPr>
            <p:cNvPr id="2457" name="Google Shape;2457;p5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56"/>
          <p:cNvGrpSpPr/>
          <p:nvPr/>
        </p:nvGrpSpPr>
        <p:grpSpPr>
          <a:xfrm>
            <a:off x="2462632" y="2028843"/>
            <a:ext cx="291103" cy="223177"/>
            <a:chOff x="2567841" y="1994124"/>
            <a:chExt cx="399812" cy="306477"/>
          </a:xfrm>
        </p:grpSpPr>
        <p:sp>
          <p:nvSpPr>
            <p:cNvPr id="2460" name="Google Shape;2460;p5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56"/>
          <p:cNvGrpSpPr/>
          <p:nvPr/>
        </p:nvGrpSpPr>
        <p:grpSpPr>
          <a:xfrm>
            <a:off x="2046616" y="1999843"/>
            <a:ext cx="244855" cy="281176"/>
            <a:chOff x="2212084" y="1960358"/>
            <a:chExt cx="324698" cy="372863"/>
          </a:xfrm>
        </p:grpSpPr>
        <p:sp>
          <p:nvSpPr>
            <p:cNvPr id="2464" name="Google Shape;2464;p5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56"/>
          <p:cNvGrpSpPr/>
          <p:nvPr/>
        </p:nvGrpSpPr>
        <p:grpSpPr>
          <a:xfrm>
            <a:off x="1623715" y="1994007"/>
            <a:ext cx="223263" cy="292849"/>
            <a:chOff x="1805901" y="1960358"/>
            <a:chExt cx="284847" cy="373627"/>
          </a:xfrm>
        </p:grpSpPr>
        <p:sp>
          <p:nvSpPr>
            <p:cNvPr id="2468" name="Google Shape;2468;p5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0" name="Google Shape;2470;p56"/>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56"/>
          <p:cNvGrpSpPr/>
          <p:nvPr/>
        </p:nvGrpSpPr>
        <p:grpSpPr>
          <a:xfrm>
            <a:off x="5955013" y="2027663"/>
            <a:ext cx="295221" cy="220692"/>
            <a:chOff x="4869651" y="2012218"/>
            <a:chExt cx="376654" cy="281566"/>
          </a:xfrm>
        </p:grpSpPr>
        <p:sp>
          <p:nvSpPr>
            <p:cNvPr id="2473" name="Google Shape;2473;p5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56"/>
          <p:cNvGrpSpPr/>
          <p:nvPr/>
        </p:nvGrpSpPr>
        <p:grpSpPr>
          <a:xfrm>
            <a:off x="8141300" y="1564252"/>
            <a:ext cx="288679" cy="265509"/>
            <a:chOff x="6195998" y="1983102"/>
            <a:chExt cx="368308" cy="338746"/>
          </a:xfrm>
        </p:grpSpPr>
        <p:sp>
          <p:nvSpPr>
            <p:cNvPr id="2478" name="Google Shape;2478;p5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56"/>
          <p:cNvGrpSpPr/>
          <p:nvPr/>
        </p:nvGrpSpPr>
        <p:grpSpPr>
          <a:xfrm>
            <a:off x="7703132" y="1587260"/>
            <a:ext cx="289279" cy="219493"/>
            <a:chOff x="7542031" y="2011835"/>
            <a:chExt cx="369072" cy="280037"/>
          </a:xfrm>
        </p:grpSpPr>
        <p:sp>
          <p:nvSpPr>
            <p:cNvPr id="2482" name="Google Shape;2482;p5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56"/>
          <p:cNvGrpSpPr/>
          <p:nvPr/>
        </p:nvGrpSpPr>
        <p:grpSpPr>
          <a:xfrm>
            <a:off x="7733284" y="2867425"/>
            <a:ext cx="228974" cy="288782"/>
            <a:chOff x="8010427" y="3348503"/>
            <a:chExt cx="278795" cy="351615"/>
          </a:xfrm>
        </p:grpSpPr>
        <p:sp>
          <p:nvSpPr>
            <p:cNvPr id="2492" name="Google Shape;2492;p5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6" name="Google Shape;2496;p56"/>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7" name="Google Shape;2497;p56"/>
          <p:cNvGrpSpPr/>
          <p:nvPr/>
        </p:nvGrpSpPr>
        <p:grpSpPr>
          <a:xfrm>
            <a:off x="5960069" y="2873431"/>
            <a:ext cx="285109" cy="276770"/>
            <a:chOff x="5314188" y="3350032"/>
            <a:chExt cx="363752" cy="353113"/>
          </a:xfrm>
        </p:grpSpPr>
        <p:sp>
          <p:nvSpPr>
            <p:cNvPr id="2498" name="Google Shape;2498;p5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56"/>
          <p:cNvGrpSpPr/>
          <p:nvPr/>
        </p:nvGrpSpPr>
        <p:grpSpPr>
          <a:xfrm>
            <a:off x="6887516" y="2866208"/>
            <a:ext cx="182454" cy="291216"/>
            <a:chOff x="5829984" y="3350032"/>
            <a:chExt cx="220755" cy="352348"/>
          </a:xfrm>
        </p:grpSpPr>
        <p:sp>
          <p:nvSpPr>
            <p:cNvPr id="2501" name="Google Shape;2501;p5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56"/>
          <p:cNvGrpSpPr/>
          <p:nvPr/>
        </p:nvGrpSpPr>
        <p:grpSpPr>
          <a:xfrm>
            <a:off x="5087136" y="3744462"/>
            <a:ext cx="280964" cy="276146"/>
            <a:chOff x="4882170" y="3349841"/>
            <a:chExt cx="358464" cy="352316"/>
          </a:xfrm>
        </p:grpSpPr>
        <p:sp>
          <p:nvSpPr>
            <p:cNvPr id="2506" name="Google Shape;2506;p5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8" name="Google Shape;2508;p56"/>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0" name="Google Shape;2510;p56"/>
          <p:cNvGrpSpPr/>
          <p:nvPr/>
        </p:nvGrpSpPr>
        <p:grpSpPr>
          <a:xfrm>
            <a:off x="2898133" y="2457111"/>
            <a:ext cx="287780" cy="233215"/>
            <a:chOff x="3044965" y="2435220"/>
            <a:chExt cx="400194" cy="324316"/>
          </a:xfrm>
        </p:grpSpPr>
        <p:sp>
          <p:nvSpPr>
            <p:cNvPr id="2511" name="Google Shape;2511;p5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56"/>
          <p:cNvGrpSpPr/>
          <p:nvPr/>
        </p:nvGrpSpPr>
        <p:grpSpPr>
          <a:xfrm>
            <a:off x="8141301" y="3300677"/>
            <a:ext cx="288676" cy="287656"/>
            <a:chOff x="6203579" y="3348981"/>
            <a:chExt cx="351615" cy="350373"/>
          </a:xfrm>
        </p:grpSpPr>
        <p:sp>
          <p:nvSpPr>
            <p:cNvPr id="2515" name="Google Shape;2515;p5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56"/>
          <p:cNvGrpSpPr/>
          <p:nvPr/>
        </p:nvGrpSpPr>
        <p:grpSpPr>
          <a:xfrm>
            <a:off x="6834853" y="2460642"/>
            <a:ext cx="287781" cy="225361"/>
            <a:chOff x="4878379" y="2473892"/>
            <a:chExt cx="367161" cy="287523"/>
          </a:xfrm>
        </p:grpSpPr>
        <p:sp>
          <p:nvSpPr>
            <p:cNvPr id="2521" name="Google Shape;2521;p5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 name="Google Shape;2526;p56"/>
          <p:cNvGrpSpPr/>
          <p:nvPr/>
        </p:nvGrpSpPr>
        <p:grpSpPr>
          <a:xfrm>
            <a:off x="1180249" y="2862936"/>
            <a:ext cx="227758" cy="291950"/>
            <a:chOff x="1325719" y="2887689"/>
            <a:chExt cx="290581" cy="372481"/>
          </a:xfrm>
        </p:grpSpPr>
        <p:sp>
          <p:nvSpPr>
            <p:cNvPr id="2527" name="Google Shape;2527;p5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9" name="Google Shape;2529;p56"/>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0" name="Google Shape;2530;p56"/>
          <p:cNvGrpSpPr/>
          <p:nvPr/>
        </p:nvGrpSpPr>
        <p:grpSpPr>
          <a:xfrm>
            <a:off x="3343187" y="2867355"/>
            <a:ext cx="282737" cy="283112"/>
            <a:chOff x="3510335" y="2892499"/>
            <a:chExt cx="360726" cy="361204"/>
          </a:xfrm>
        </p:grpSpPr>
        <p:sp>
          <p:nvSpPr>
            <p:cNvPr id="2531" name="Google Shape;2531;p5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56"/>
          <p:cNvGrpSpPr/>
          <p:nvPr/>
        </p:nvGrpSpPr>
        <p:grpSpPr>
          <a:xfrm>
            <a:off x="2923122" y="2863106"/>
            <a:ext cx="237802" cy="291609"/>
            <a:chOff x="3086313" y="2877049"/>
            <a:chExt cx="320143" cy="392581"/>
          </a:xfrm>
        </p:grpSpPr>
        <p:sp>
          <p:nvSpPr>
            <p:cNvPr id="2537" name="Google Shape;2537;p5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9" name="Google Shape;2549;p56"/>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0" name="Google Shape;2550;p56"/>
          <p:cNvGrpSpPr/>
          <p:nvPr/>
        </p:nvGrpSpPr>
        <p:grpSpPr>
          <a:xfrm>
            <a:off x="719141" y="2862624"/>
            <a:ext cx="261639" cy="292574"/>
            <a:chOff x="861113" y="2885746"/>
            <a:chExt cx="333809" cy="373277"/>
          </a:xfrm>
        </p:grpSpPr>
        <p:sp>
          <p:nvSpPr>
            <p:cNvPr id="2551" name="Google Shape;2551;p5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56"/>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6" name="Google Shape;2556;p56"/>
          <p:cNvGrpSpPr/>
          <p:nvPr/>
        </p:nvGrpSpPr>
        <p:grpSpPr>
          <a:xfrm>
            <a:off x="1154998" y="1557523"/>
            <a:ext cx="278260" cy="288547"/>
            <a:chOff x="1297654" y="1504481"/>
            <a:chExt cx="349354" cy="362223"/>
          </a:xfrm>
        </p:grpSpPr>
        <p:sp>
          <p:nvSpPr>
            <p:cNvPr id="2557" name="Google Shape;2557;p5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0" name="Google Shape;2560;p56"/>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1" name="Google Shape;2561;p56"/>
          <p:cNvGrpSpPr/>
          <p:nvPr/>
        </p:nvGrpSpPr>
        <p:grpSpPr>
          <a:xfrm>
            <a:off x="707979" y="1560276"/>
            <a:ext cx="283964" cy="283041"/>
            <a:chOff x="852385" y="1510916"/>
            <a:chExt cx="353145" cy="351998"/>
          </a:xfrm>
        </p:grpSpPr>
        <p:sp>
          <p:nvSpPr>
            <p:cNvPr id="2562" name="Google Shape;2562;p5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56"/>
          <p:cNvGrpSpPr/>
          <p:nvPr/>
        </p:nvGrpSpPr>
        <p:grpSpPr>
          <a:xfrm>
            <a:off x="1590985" y="1557756"/>
            <a:ext cx="288724" cy="288081"/>
            <a:chOff x="1745217" y="1515471"/>
            <a:chExt cx="343269" cy="342505"/>
          </a:xfrm>
        </p:grpSpPr>
        <p:sp>
          <p:nvSpPr>
            <p:cNvPr id="2566" name="Google Shape;2566;p5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0" name="Google Shape;2570;p56"/>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1" name="Google Shape;2571;p56"/>
          <p:cNvGrpSpPr/>
          <p:nvPr/>
        </p:nvGrpSpPr>
        <p:grpSpPr>
          <a:xfrm>
            <a:off x="2897842" y="1591246"/>
            <a:ext cx="288362" cy="221101"/>
            <a:chOff x="3042703" y="1529137"/>
            <a:chExt cx="411535" cy="315587"/>
          </a:xfrm>
        </p:grpSpPr>
        <p:sp>
          <p:nvSpPr>
            <p:cNvPr id="2572" name="Google Shape;2572;p5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 name="Google Shape;2582;p56"/>
          <p:cNvGrpSpPr/>
          <p:nvPr/>
        </p:nvGrpSpPr>
        <p:grpSpPr>
          <a:xfrm>
            <a:off x="2465372" y="1585893"/>
            <a:ext cx="285623" cy="231808"/>
            <a:chOff x="2629289" y="1544682"/>
            <a:chExt cx="350501" cy="284497"/>
          </a:xfrm>
        </p:grpSpPr>
        <p:sp>
          <p:nvSpPr>
            <p:cNvPr id="2583" name="Google Shape;2583;p5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56"/>
          <p:cNvGrpSpPr/>
          <p:nvPr/>
        </p:nvGrpSpPr>
        <p:grpSpPr>
          <a:xfrm>
            <a:off x="5523292" y="2868687"/>
            <a:ext cx="288355" cy="286258"/>
            <a:chOff x="5305077" y="1502633"/>
            <a:chExt cx="367893" cy="365218"/>
          </a:xfrm>
        </p:grpSpPr>
        <p:sp>
          <p:nvSpPr>
            <p:cNvPr id="2589" name="Google Shape;2589;p5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56"/>
          <p:cNvGrpSpPr/>
          <p:nvPr/>
        </p:nvGrpSpPr>
        <p:grpSpPr>
          <a:xfrm>
            <a:off x="6834403" y="1553166"/>
            <a:ext cx="288679" cy="287681"/>
            <a:chOff x="7100170" y="1500117"/>
            <a:chExt cx="368308" cy="367033"/>
          </a:xfrm>
        </p:grpSpPr>
        <p:sp>
          <p:nvSpPr>
            <p:cNvPr id="2592" name="Google Shape;2592;p5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56"/>
          <p:cNvGrpSpPr/>
          <p:nvPr/>
        </p:nvGrpSpPr>
        <p:grpSpPr>
          <a:xfrm>
            <a:off x="7267328" y="2436426"/>
            <a:ext cx="291115" cy="273794"/>
            <a:chOff x="6649231" y="1500021"/>
            <a:chExt cx="390287" cy="367065"/>
          </a:xfrm>
        </p:grpSpPr>
        <p:sp>
          <p:nvSpPr>
            <p:cNvPr id="2606" name="Google Shape;2606;p5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56"/>
          <p:cNvGrpSpPr/>
          <p:nvPr/>
        </p:nvGrpSpPr>
        <p:grpSpPr>
          <a:xfrm>
            <a:off x="7696003" y="3334634"/>
            <a:ext cx="303535" cy="219743"/>
            <a:chOff x="5746938" y="1543503"/>
            <a:chExt cx="387261" cy="280356"/>
          </a:xfrm>
        </p:grpSpPr>
        <p:sp>
          <p:nvSpPr>
            <p:cNvPr id="2619" name="Google Shape;2619;p5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56"/>
          <p:cNvGrpSpPr/>
          <p:nvPr/>
        </p:nvGrpSpPr>
        <p:grpSpPr>
          <a:xfrm>
            <a:off x="7268247" y="3320090"/>
            <a:ext cx="289279" cy="248831"/>
            <a:chOff x="6196730" y="1525346"/>
            <a:chExt cx="369072" cy="317467"/>
          </a:xfrm>
        </p:grpSpPr>
        <p:sp>
          <p:nvSpPr>
            <p:cNvPr id="2622" name="Google Shape;2622;p5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56"/>
          <p:cNvGrpSpPr/>
          <p:nvPr/>
        </p:nvGrpSpPr>
        <p:grpSpPr>
          <a:xfrm>
            <a:off x="5130992" y="1553117"/>
            <a:ext cx="193252" cy="287781"/>
            <a:chOff x="4940592" y="1500690"/>
            <a:chExt cx="246558" cy="367161"/>
          </a:xfrm>
        </p:grpSpPr>
        <p:sp>
          <p:nvSpPr>
            <p:cNvPr id="2626" name="Google Shape;2626;p5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 name="Google Shape;2630;p56"/>
          <p:cNvGrpSpPr/>
          <p:nvPr/>
        </p:nvGrpSpPr>
        <p:grpSpPr>
          <a:xfrm>
            <a:off x="5988132" y="3739798"/>
            <a:ext cx="228982" cy="285474"/>
            <a:chOff x="8007400" y="2902278"/>
            <a:chExt cx="285230" cy="355597"/>
          </a:xfrm>
        </p:grpSpPr>
        <p:sp>
          <p:nvSpPr>
            <p:cNvPr id="2631" name="Google Shape;2631;p5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3" name="Google Shape;2633;p56"/>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5" name="Google Shape;2635;p56"/>
          <p:cNvGrpSpPr/>
          <p:nvPr/>
        </p:nvGrpSpPr>
        <p:grpSpPr>
          <a:xfrm>
            <a:off x="6414322" y="3301295"/>
            <a:ext cx="250938" cy="286422"/>
            <a:chOff x="6685259" y="2902852"/>
            <a:chExt cx="311414" cy="355406"/>
          </a:xfrm>
        </p:grpSpPr>
        <p:sp>
          <p:nvSpPr>
            <p:cNvPr id="2636" name="Google Shape;2636;p5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9" name="Google Shape;2639;p56"/>
          <p:cNvGrpSpPr/>
          <p:nvPr/>
        </p:nvGrpSpPr>
        <p:grpSpPr>
          <a:xfrm>
            <a:off x="8144720" y="2872357"/>
            <a:ext cx="281838" cy="278917"/>
            <a:chOff x="5309250" y="2903170"/>
            <a:chExt cx="359579" cy="355852"/>
          </a:xfrm>
        </p:grpSpPr>
        <p:sp>
          <p:nvSpPr>
            <p:cNvPr id="2640" name="Google Shape;2640;p5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 name="Google Shape;2643;p56"/>
          <p:cNvGrpSpPr/>
          <p:nvPr/>
        </p:nvGrpSpPr>
        <p:grpSpPr>
          <a:xfrm>
            <a:off x="2038224" y="2425631"/>
            <a:ext cx="261637" cy="296175"/>
            <a:chOff x="2199565" y="2421172"/>
            <a:chExt cx="312179" cy="353431"/>
          </a:xfrm>
        </p:grpSpPr>
        <p:sp>
          <p:nvSpPr>
            <p:cNvPr id="2644" name="Google Shape;2644;p5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56"/>
          <p:cNvGrpSpPr/>
          <p:nvPr/>
        </p:nvGrpSpPr>
        <p:grpSpPr>
          <a:xfrm>
            <a:off x="1599318" y="2427847"/>
            <a:ext cx="272057" cy="291745"/>
            <a:chOff x="1750887" y="2425727"/>
            <a:chExt cx="320143" cy="343269"/>
          </a:xfrm>
        </p:grpSpPr>
        <p:sp>
          <p:nvSpPr>
            <p:cNvPr id="2647" name="Google Shape;2647;p5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 name="Google Shape;2649;p56"/>
          <p:cNvGrpSpPr/>
          <p:nvPr/>
        </p:nvGrpSpPr>
        <p:grpSpPr>
          <a:xfrm>
            <a:off x="1152759" y="2430444"/>
            <a:ext cx="282737" cy="286551"/>
            <a:chOff x="1298037" y="2425727"/>
            <a:chExt cx="338364" cy="342887"/>
          </a:xfrm>
        </p:grpSpPr>
        <p:sp>
          <p:nvSpPr>
            <p:cNvPr id="2650" name="Google Shape;2650;p5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4" name="Google Shape;2654;p56"/>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5" name="Google Shape;2655;p56"/>
          <p:cNvGrpSpPr/>
          <p:nvPr/>
        </p:nvGrpSpPr>
        <p:grpSpPr>
          <a:xfrm>
            <a:off x="3785923" y="2435395"/>
            <a:ext cx="261653" cy="276649"/>
            <a:chOff x="3974207" y="2429009"/>
            <a:chExt cx="320143" cy="338491"/>
          </a:xfrm>
        </p:grpSpPr>
        <p:sp>
          <p:nvSpPr>
            <p:cNvPr id="2656" name="Google Shape;2656;p5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 name="Google Shape;2658;p56"/>
          <p:cNvGrpSpPr/>
          <p:nvPr/>
        </p:nvGrpSpPr>
        <p:grpSpPr>
          <a:xfrm>
            <a:off x="2462642" y="2437341"/>
            <a:ext cx="291084" cy="272757"/>
            <a:chOff x="2623237" y="2431047"/>
            <a:chExt cx="355024" cy="332630"/>
          </a:xfrm>
        </p:grpSpPr>
        <p:sp>
          <p:nvSpPr>
            <p:cNvPr id="2659" name="Google Shape;2659;p5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56"/>
          <p:cNvGrpSpPr/>
          <p:nvPr/>
        </p:nvGrpSpPr>
        <p:grpSpPr>
          <a:xfrm>
            <a:off x="5955462" y="3300316"/>
            <a:ext cx="294322" cy="288380"/>
            <a:chOff x="6657194" y="2434073"/>
            <a:chExt cx="375507" cy="367925"/>
          </a:xfrm>
        </p:grpSpPr>
        <p:sp>
          <p:nvSpPr>
            <p:cNvPr id="2664" name="Google Shape;2664;p5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56"/>
          <p:cNvGrpSpPr/>
          <p:nvPr/>
        </p:nvGrpSpPr>
        <p:grpSpPr>
          <a:xfrm>
            <a:off x="6395601" y="1558909"/>
            <a:ext cx="288380" cy="276195"/>
            <a:chOff x="7101317" y="2441655"/>
            <a:chExt cx="367925" cy="352380"/>
          </a:xfrm>
        </p:grpSpPr>
        <p:sp>
          <p:nvSpPr>
            <p:cNvPr id="2668" name="Google Shape;2668;p5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56"/>
          <p:cNvGrpSpPr/>
          <p:nvPr/>
        </p:nvGrpSpPr>
        <p:grpSpPr>
          <a:xfrm>
            <a:off x="7268696" y="2867925"/>
            <a:ext cx="288380" cy="287781"/>
            <a:chOff x="5756399" y="2434456"/>
            <a:chExt cx="367925" cy="367161"/>
          </a:xfrm>
        </p:grpSpPr>
        <p:sp>
          <p:nvSpPr>
            <p:cNvPr id="2671" name="Google Shape;2671;p5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8" name="Google Shape;2678;p56"/>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0" name="Google Shape;2680;p56"/>
          <p:cNvGrpSpPr/>
          <p:nvPr/>
        </p:nvGrpSpPr>
        <p:grpSpPr>
          <a:xfrm>
            <a:off x="5956198" y="1552817"/>
            <a:ext cx="292849" cy="288380"/>
            <a:chOff x="7964906" y="2434073"/>
            <a:chExt cx="373627" cy="367925"/>
          </a:xfrm>
        </p:grpSpPr>
        <p:sp>
          <p:nvSpPr>
            <p:cNvPr id="2681" name="Google Shape;2681;p5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56"/>
          <p:cNvGrpSpPr/>
          <p:nvPr/>
        </p:nvGrpSpPr>
        <p:grpSpPr>
          <a:xfrm>
            <a:off x="5082679" y="4177986"/>
            <a:ext cx="289878" cy="282537"/>
            <a:chOff x="6194086" y="2437737"/>
            <a:chExt cx="369837" cy="360471"/>
          </a:xfrm>
        </p:grpSpPr>
        <p:sp>
          <p:nvSpPr>
            <p:cNvPr id="2684" name="Google Shape;2684;p5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 name="Google Shape;2686;p56"/>
          <p:cNvGrpSpPr/>
          <p:nvPr/>
        </p:nvGrpSpPr>
        <p:grpSpPr>
          <a:xfrm>
            <a:off x="5081214" y="2435548"/>
            <a:ext cx="292807" cy="275548"/>
            <a:chOff x="2464780" y="2072430"/>
            <a:chExt cx="1086484" cy="1022822"/>
          </a:xfrm>
        </p:grpSpPr>
        <p:sp>
          <p:nvSpPr>
            <p:cNvPr id="2687" name="Google Shape;2687;p56"/>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56"/>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9" name="Google Shape;2689;p56"/>
          <p:cNvGrpSpPr/>
          <p:nvPr/>
        </p:nvGrpSpPr>
        <p:grpSpPr>
          <a:xfrm>
            <a:off x="8140096" y="2014524"/>
            <a:ext cx="291086" cy="246969"/>
            <a:chOff x="4271188" y="53984"/>
            <a:chExt cx="1536886" cy="1303957"/>
          </a:xfrm>
        </p:grpSpPr>
        <p:sp>
          <p:nvSpPr>
            <p:cNvPr id="2690" name="Google Shape;2690;p56"/>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1" name="Google Shape;2691;p56"/>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56"/>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3" name="Google Shape;2693;p56"/>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4" name="Google Shape;2694;p56"/>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56"/>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56"/>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7" name="Google Shape;2697;p56"/>
          <p:cNvGrpSpPr/>
          <p:nvPr/>
        </p:nvGrpSpPr>
        <p:grpSpPr>
          <a:xfrm>
            <a:off x="7738492" y="2428997"/>
            <a:ext cx="218558" cy="288652"/>
            <a:chOff x="6750875" y="237746"/>
            <a:chExt cx="809176" cy="1068685"/>
          </a:xfrm>
        </p:grpSpPr>
        <p:sp>
          <p:nvSpPr>
            <p:cNvPr id="2698" name="Google Shape;2698;p56"/>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9" name="Google Shape;2699;p56"/>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0" name="Google Shape;2700;p56"/>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1" name="Google Shape;2701;p56"/>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2" name="Google Shape;2702;p56"/>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56"/>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04" name="Google Shape;2704;p56"/>
          <p:cNvGrpSpPr/>
          <p:nvPr/>
        </p:nvGrpSpPr>
        <p:grpSpPr>
          <a:xfrm>
            <a:off x="7269571" y="3770730"/>
            <a:ext cx="286629" cy="223611"/>
            <a:chOff x="7956939" y="2337918"/>
            <a:chExt cx="1536887" cy="1198984"/>
          </a:xfrm>
        </p:grpSpPr>
        <p:sp>
          <p:nvSpPr>
            <p:cNvPr id="2705" name="Google Shape;2705;p56"/>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56"/>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07" name="Google Shape;2707;p56"/>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08" name="Google Shape;2708;p56"/>
          <p:cNvGrpSpPr/>
          <p:nvPr/>
        </p:nvGrpSpPr>
        <p:grpSpPr>
          <a:xfrm>
            <a:off x="5523126" y="3317465"/>
            <a:ext cx="288688" cy="254080"/>
            <a:chOff x="551757" y="3860930"/>
            <a:chExt cx="1153829" cy="1015509"/>
          </a:xfrm>
        </p:grpSpPr>
        <p:sp>
          <p:nvSpPr>
            <p:cNvPr id="2709" name="Google Shape;2709;p56"/>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0" name="Google Shape;2710;p56"/>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1" name="Google Shape;2711;p56"/>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2" name="Google Shape;2712;p56"/>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56"/>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56"/>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56"/>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56"/>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7" name="Google Shape;2717;p56"/>
          <p:cNvGrpSpPr/>
          <p:nvPr/>
        </p:nvGrpSpPr>
        <p:grpSpPr>
          <a:xfrm>
            <a:off x="5105170" y="3300536"/>
            <a:ext cx="244896" cy="287940"/>
            <a:chOff x="10498304" y="503714"/>
            <a:chExt cx="1306112" cy="1536498"/>
          </a:xfrm>
        </p:grpSpPr>
        <p:sp>
          <p:nvSpPr>
            <p:cNvPr id="2718" name="Google Shape;2718;p56"/>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56"/>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56"/>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56"/>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56"/>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56"/>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56"/>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56"/>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56"/>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56"/>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56"/>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56"/>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0" name="Google Shape;2730;p56"/>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56"/>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32" name="Google Shape;2732;p56"/>
          <p:cNvGrpSpPr/>
          <p:nvPr/>
        </p:nvGrpSpPr>
        <p:grpSpPr>
          <a:xfrm>
            <a:off x="6399269" y="3742013"/>
            <a:ext cx="281044" cy="281044"/>
            <a:chOff x="965200" y="1989458"/>
            <a:chExt cx="2879551" cy="2879550"/>
          </a:xfrm>
        </p:grpSpPr>
        <p:sp>
          <p:nvSpPr>
            <p:cNvPr id="2733" name="Google Shape;2733;p56"/>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56"/>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5" name="Google Shape;2735;p56"/>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6" name="Google Shape;2736;p56"/>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56"/>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8" name="Google Shape;2738;p56"/>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9" name="Google Shape;2739;p56"/>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0" name="Google Shape;2740;p56"/>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1" name="Google Shape;2741;p56"/>
          <p:cNvGrpSpPr/>
          <p:nvPr/>
        </p:nvGrpSpPr>
        <p:grpSpPr>
          <a:xfrm>
            <a:off x="5536639" y="1554474"/>
            <a:ext cx="261662" cy="285066"/>
            <a:chOff x="9422494" y="3313750"/>
            <a:chExt cx="1655039" cy="1803075"/>
          </a:xfrm>
        </p:grpSpPr>
        <p:sp>
          <p:nvSpPr>
            <p:cNvPr id="2742" name="Google Shape;2742;p56"/>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3" name="Google Shape;2743;p56"/>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4" name="Google Shape;2744;p56"/>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45" name="Google Shape;2745;p56"/>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46" name="Google Shape;2746;p56"/>
          <p:cNvGrpSpPr/>
          <p:nvPr/>
        </p:nvGrpSpPr>
        <p:grpSpPr>
          <a:xfrm>
            <a:off x="5116067" y="1998904"/>
            <a:ext cx="227848" cy="278656"/>
            <a:chOff x="7662862" y="3107911"/>
            <a:chExt cx="522827" cy="639413"/>
          </a:xfrm>
        </p:grpSpPr>
        <p:sp>
          <p:nvSpPr>
            <p:cNvPr id="2747" name="Google Shape;2747;p56"/>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8" name="Google Shape;2748;p56"/>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9" name="Google Shape;2749;p56"/>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0" name="Google Shape;2750;p56"/>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1" name="Google Shape;2751;p56"/>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2" name="Google Shape;2752;p56"/>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53" name="Google Shape;2753;p56"/>
          <p:cNvGrpSpPr/>
          <p:nvPr/>
        </p:nvGrpSpPr>
        <p:grpSpPr>
          <a:xfrm>
            <a:off x="7265516" y="1998708"/>
            <a:ext cx="283464" cy="283464"/>
            <a:chOff x="6822566" y="3141725"/>
            <a:chExt cx="571500" cy="571499"/>
          </a:xfrm>
        </p:grpSpPr>
        <p:sp>
          <p:nvSpPr>
            <p:cNvPr id="2754" name="Google Shape;2754;p56"/>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5" name="Google Shape;2755;p56"/>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6" name="Google Shape;2756;p56"/>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7" name="Google Shape;2757;p56"/>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8" name="Google Shape;2758;p56"/>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9" name="Google Shape;2759;p56"/>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760" name="Google Shape;2760;p56"/>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1" name="Google Shape;2761;p56"/>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62" name="Google Shape;2762;p56"/>
          <p:cNvGrpSpPr/>
          <p:nvPr/>
        </p:nvGrpSpPr>
        <p:grpSpPr>
          <a:xfrm>
            <a:off x="6397241" y="2866966"/>
            <a:ext cx="283517" cy="283509"/>
            <a:chOff x="2843215" y="176245"/>
            <a:chExt cx="6502675" cy="6502493"/>
          </a:xfrm>
        </p:grpSpPr>
        <p:sp>
          <p:nvSpPr>
            <p:cNvPr id="2763" name="Google Shape;2763;p56"/>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4" name="Google Shape;2764;p56"/>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8" name="Shape 2768"/>
        <p:cNvGrpSpPr/>
        <p:nvPr/>
      </p:nvGrpSpPr>
      <p:grpSpPr>
        <a:xfrm>
          <a:off x="0" y="0"/>
          <a:ext cx="0" cy="0"/>
          <a:chOff x="0" y="0"/>
          <a:chExt cx="0" cy="0"/>
        </a:xfrm>
      </p:grpSpPr>
      <p:sp>
        <p:nvSpPr>
          <p:cNvPr id="2769" name="Google Shape;2769;p5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770" name="Google Shape;2770;p5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771" name="Google Shape;2771;p57"/>
          <p:cNvGrpSpPr/>
          <p:nvPr/>
        </p:nvGrpSpPr>
        <p:grpSpPr>
          <a:xfrm>
            <a:off x="2043469" y="2434024"/>
            <a:ext cx="254020" cy="275455"/>
            <a:chOff x="2216956" y="1510503"/>
            <a:chExt cx="318721" cy="345615"/>
          </a:xfrm>
        </p:grpSpPr>
        <p:sp>
          <p:nvSpPr>
            <p:cNvPr id="2772" name="Google Shape;2772;p5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7" name="Google Shape;2777;p57"/>
          <p:cNvGrpSpPr/>
          <p:nvPr/>
        </p:nvGrpSpPr>
        <p:grpSpPr>
          <a:xfrm>
            <a:off x="2031382" y="2916307"/>
            <a:ext cx="278195" cy="183349"/>
            <a:chOff x="3988156" y="1568461"/>
            <a:chExt cx="349052" cy="230049"/>
          </a:xfrm>
        </p:grpSpPr>
        <p:sp>
          <p:nvSpPr>
            <p:cNvPr id="2778" name="Google Shape;2778;p5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57"/>
          <p:cNvGrpSpPr/>
          <p:nvPr/>
        </p:nvGrpSpPr>
        <p:grpSpPr>
          <a:xfrm>
            <a:off x="2899974" y="2869683"/>
            <a:ext cx="286336" cy="276597"/>
            <a:chOff x="2633037" y="1499873"/>
            <a:chExt cx="379002" cy="366112"/>
          </a:xfrm>
        </p:grpSpPr>
        <p:sp>
          <p:nvSpPr>
            <p:cNvPr id="2786" name="Google Shape;2786;p5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57"/>
          <p:cNvGrpSpPr/>
          <p:nvPr/>
        </p:nvGrpSpPr>
        <p:grpSpPr>
          <a:xfrm>
            <a:off x="6842598" y="1560119"/>
            <a:ext cx="261275" cy="284536"/>
            <a:chOff x="6675256" y="1516169"/>
            <a:chExt cx="327823" cy="357009"/>
          </a:xfrm>
        </p:grpSpPr>
        <p:sp>
          <p:nvSpPr>
            <p:cNvPr id="2793" name="Google Shape;2793;p5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57"/>
          <p:cNvGrpSpPr/>
          <p:nvPr/>
        </p:nvGrpSpPr>
        <p:grpSpPr>
          <a:xfrm>
            <a:off x="7729305" y="1994390"/>
            <a:ext cx="239815" cy="284232"/>
            <a:chOff x="8020159" y="1516551"/>
            <a:chExt cx="300897" cy="356627"/>
          </a:xfrm>
        </p:grpSpPr>
        <p:sp>
          <p:nvSpPr>
            <p:cNvPr id="2803" name="Google Shape;2803;p5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57"/>
          <p:cNvGrpSpPr/>
          <p:nvPr/>
        </p:nvGrpSpPr>
        <p:grpSpPr>
          <a:xfrm>
            <a:off x="5555142" y="1994390"/>
            <a:ext cx="205114" cy="284232"/>
            <a:chOff x="5377363" y="1516169"/>
            <a:chExt cx="257357" cy="356627"/>
          </a:xfrm>
        </p:grpSpPr>
        <p:sp>
          <p:nvSpPr>
            <p:cNvPr id="2809" name="Google Shape;2809;p5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57"/>
          <p:cNvGrpSpPr/>
          <p:nvPr/>
        </p:nvGrpSpPr>
        <p:grpSpPr>
          <a:xfrm>
            <a:off x="6831272" y="2447679"/>
            <a:ext cx="283927" cy="253132"/>
            <a:chOff x="4880567" y="1535870"/>
            <a:chExt cx="356245" cy="317607"/>
          </a:xfrm>
        </p:grpSpPr>
        <p:sp>
          <p:nvSpPr>
            <p:cNvPr id="2827" name="Google Shape;2827;p5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57"/>
          <p:cNvGrpSpPr/>
          <p:nvPr/>
        </p:nvGrpSpPr>
        <p:grpSpPr>
          <a:xfrm>
            <a:off x="5960377" y="1559967"/>
            <a:ext cx="284815" cy="284841"/>
            <a:chOff x="5771483" y="1515787"/>
            <a:chExt cx="357359" cy="357391"/>
          </a:xfrm>
        </p:grpSpPr>
        <p:sp>
          <p:nvSpPr>
            <p:cNvPr id="2833" name="Google Shape;2833;p5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57"/>
          <p:cNvGrpSpPr/>
          <p:nvPr/>
        </p:nvGrpSpPr>
        <p:grpSpPr>
          <a:xfrm>
            <a:off x="7282964" y="1558850"/>
            <a:ext cx="260666" cy="287073"/>
            <a:chOff x="7562766" y="1514864"/>
            <a:chExt cx="327059" cy="360192"/>
          </a:xfrm>
        </p:grpSpPr>
        <p:sp>
          <p:nvSpPr>
            <p:cNvPr id="2838" name="Google Shape;2838;p5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57"/>
          <p:cNvGrpSpPr/>
          <p:nvPr/>
        </p:nvGrpSpPr>
        <p:grpSpPr>
          <a:xfrm>
            <a:off x="6394425" y="1558069"/>
            <a:ext cx="288184" cy="288637"/>
            <a:chOff x="6259175" y="1559008"/>
            <a:chExt cx="271743" cy="272093"/>
          </a:xfrm>
        </p:grpSpPr>
        <p:sp>
          <p:nvSpPr>
            <p:cNvPr id="2843" name="Google Shape;2843;p5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57"/>
          <p:cNvGrpSpPr/>
          <p:nvPr/>
        </p:nvGrpSpPr>
        <p:grpSpPr>
          <a:xfrm>
            <a:off x="5097817" y="4214613"/>
            <a:ext cx="265207" cy="224621"/>
            <a:chOff x="6671087" y="2009304"/>
            <a:chExt cx="332757" cy="281833"/>
          </a:xfrm>
        </p:grpSpPr>
        <p:sp>
          <p:nvSpPr>
            <p:cNvPr id="2861" name="Google Shape;2861;p5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57"/>
          <p:cNvGrpSpPr/>
          <p:nvPr/>
        </p:nvGrpSpPr>
        <p:grpSpPr>
          <a:xfrm>
            <a:off x="3341830" y="1997392"/>
            <a:ext cx="278778" cy="278499"/>
            <a:chOff x="2201806" y="1976585"/>
            <a:chExt cx="349784" cy="349434"/>
          </a:xfrm>
        </p:grpSpPr>
        <p:sp>
          <p:nvSpPr>
            <p:cNvPr id="2864" name="Google Shape;2864;p5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8" name="Google Shape;2868;p57"/>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9" name="Google Shape;2869;p57"/>
          <p:cNvGrpSpPr/>
          <p:nvPr/>
        </p:nvGrpSpPr>
        <p:grpSpPr>
          <a:xfrm>
            <a:off x="720803" y="2432337"/>
            <a:ext cx="275176" cy="278829"/>
            <a:chOff x="3979435" y="1976585"/>
            <a:chExt cx="345265" cy="349848"/>
          </a:xfrm>
        </p:grpSpPr>
        <p:sp>
          <p:nvSpPr>
            <p:cNvPr id="2870" name="Google Shape;2870;p5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 name="Google Shape;2887;p57"/>
          <p:cNvGrpSpPr/>
          <p:nvPr/>
        </p:nvGrpSpPr>
        <p:grpSpPr>
          <a:xfrm>
            <a:off x="1153925" y="2432502"/>
            <a:ext cx="279082" cy="278499"/>
            <a:chOff x="3541011" y="1508594"/>
            <a:chExt cx="350166" cy="349434"/>
          </a:xfrm>
        </p:grpSpPr>
        <p:sp>
          <p:nvSpPr>
            <p:cNvPr id="2888" name="Google Shape;2888;p5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1" name="Google Shape;2901;p57"/>
          <p:cNvGrpSpPr/>
          <p:nvPr/>
        </p:nvGrpSpPr>
        <p:grpSpPr>
          <a:xfrm>
            <a:off x="1638632" y="2423573"/>
            <a:ext cx="190300" cy="296357"/>
            <a:chOff x="2722090" y="2890162"/>
            <a:chExt cx="238770" cy="371841"/>
          </a:xfrm>
        </p:grpSpPr>
        <p:sp>
          <p:nvSpPr>
            <p:cNvPr id="2902" name="Google Shape;2902;p5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5" name="Google Shape;2905;p57"/>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6" name="Google Shape;2906;p57"/>
          <p:cNvGrpSpPr/>
          <p:nvPr/>
        </p:nvGrpSpPr>
        <p:grpSpPr>
          <a:xfrm>
            <a:off x="3337324" y="1599249"/>
            <a:ext cx="287791" cy="211377"/>
            <a:chOff x="1289311" y="2926222"/>
            <a:chExt cx="408156" cy="299783"/>
          </a:xfrm>
        </p:grpSpPr>
        <p:sp>
          <p:nvSpPr>
            <p:cNvPr id="2907" name="Google Shape;2907;p5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57"/>
          <p:cNvGrpSpPr/>
          <p:nvPr/>
        </p:nvGrpSpPr>
        <p:grpSpPr>
          <a:xfrm>
            <a:off x="8143021" y="2430468"/>
            <a:ext cx="287834" cy="287555"/>
            <a:chOff x="7978465" y="1969392"/>
            <a:chExt cx="361147" cy="360797"/>
          </a:xfrm>
        </p:grpSpPr>
        <p:sp>
          <p:nvSpPr>
            <p:cNvPr id="2910" name="Google Shape;2910;p5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9" name="Google Shape;2919;p57"/>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0" name="Google Shape;2920;p57"/>
          <p:cNvGrpSpPr/>
          <p:nvPr/>
        </p:nvGrpSpPr>
        <p:grpSpPr>
          <a:xfrm>
            <a:off x="1588645" y="1568594"/>
            <a:ext cx="290273" cy="272688"/>
            <a:chOff x="1749728" y="2894777"/>
            <a:chExt cx="386927" cy="363438"/>
          </a:xfrm>
        </p:grpSpPr>
        <p:sp>
          <p:nvSpPr>
            <p:cNvPr id="2921" name="Google Shape;2921;p5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8" name="Google Shape;2928;p57"/>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9" name="Google Shape;2929;p57"/>
          <p:cNvGrpSpPr/>
          <p:nvPr/>
        </p:nvGrpSpPr>
        <p:grpSpPr>
          <a:xfrm>
            <a:off x="7282951" y="2883104"/>
            <a:ext cx="260692" cy="257039"/>
            <a:chOff x="5352728" y="1990239"/>
            <a:chExt cx="327091" cy="322508"/>
          </a:xfrm>
        </p:grpSpPr>
        <p:sp>
          <p:nvSpPr>
            <p:cNvPr id="2930" name="Google Shape;2930;p5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57"/>
          <p:cNvGrpSpPr/>
          <p:nvPr/>
        </p:nvGrpSpPr>
        <p:grpSpPr>
          <a:xfrm>
            <a:off x="7300327" y="3800589"/>
            <a:ext cx="225940" cy="158287"/>
            <a:chOff x="4048787" y="2977019"/>
            <a:chExt cx="283488" cy="198604"/>
          </a:xfrm>
        </p:grpSpPr>
        <p:sp>
          <p:nvSpPr>
            <p:cNvPr id="2934" name="Google Shape;2934;p5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57"/>
          <p:cNvGrpSpPr/>
          <p:nvPr/>
        </p:nvGrpSpPr>
        <p:grpSpPr>
          <a:xfrm>
            <a:off x="1206319" y="1997544"/>
            <a:ext cx="174293" cy="278195"/>
            <a:chOff x="4054103" y="2430191"/>
            <a:chExt cx="218687" cy="349052"/>
          </a:xfrm>
        </p:grpSpPr>
        <p:sp>
          <p:nvSpPr>
            <p:cNvPr id="2941" name="Google Shape;2941;p5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3" name="Google Shape;2943;p57"/>
          <p:cNvGrpSpPr/>
          <p:nvPr/>
        </p:nvGrpSpPr>
        <p:grpSpPr>
          <a:xfrm>
            <a:off x="1147884" y="2872351"/>
            <a:ext cx="291164" cy="271262"/>
            <a:chOff x="2185128" y="2427549"/>
            <a:chExt cx="382758" cy="356595"/>
          </a:xfrm>
        </p:grpSpPr>
        <p:sp>
          <p:nvSpPr>
            <p:cNvPr id="2944" name="Google Shape;2944;p5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8" name="Google Shape;2948;p57"/>
          <p:cNvGrpSpPr/>
          <p:nvPr/>
        </p:nvGrpSpPr>
        <p:grpSpPr>
          <a:xfrm>
            <a:off x="719008" y="3318811"/>
            <a:ext cx="278766" cy="255221"/>
            <a:chOff x="1731523" y="2422616"/>
            <a:chExt cx="399435" cy="365698"/>
          </a:xfrm>
        </p:grpSpPr>
        <p:sp>
          <p:nvSpPr>
            <p:cNvPr id="2949" name="Google Shape;2949;p5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2" name="Google Shape;2952;p57"/>
          <p:cNvGrpSpPr/>
          <p:nvPr/>
        </p:nvGrpSpPr>
        <p:grpSpPr>
          <a:xfrm>
            <a:off x="3781637" y="1999802"/>
            <a:ext cx="274872" cy="273679"/>
            <a:chOff x="3097241" y="2433564"/>
            <a:chExt cx="344883" cy="343387"/>
          </a:xfrm>
        </p:grpSpPr>
        <p:sp>
          <p:nvSpPr>
            <p:cNvPr id="2953" name="Google Shape;2953;p5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57"/>
          <p:cNvGrpSpPr/>
          <p:nvPr/>
        </p:nvGrpSpPr>
        <p:grpSpPr>
          <a:xfrm>
            <a:off x="1159371" y="3772374"/>
            <a:ext cx="268189" cy="216953"/>
            <a:chOff x="1278299" y="2439293"/>
            <a:chExt cx="410829" cy="332343"/>
          </a:xfrm>
        </p:grpSpPr>
        <p:sp>
          <p:nvSpPr>
            <p:cNvPr id="2963" name="Google Shape;2963;p5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57"/>
          <p:cNvGrpSpPr/>
          <p:nvPr/>
        </p:nvGrpSpPr>
        <p:grpSpPr>
          <a:xfrm>
            <a:off x="3786773" y="3748551"/>
            <a:ext cx="264598" cy="264598"/>
            <a:chOff x="870939" y="2439293"/>
            <a:chExt cx="331993" cy="331993"/>
          </a:xfrm>
        </p:grpSpPr>
        <p:sp>
          <p:nvSpPr>
            <p:cNvPr id="2972" name="Google Shape;2972;p5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57"/>
          <p:cNvGrpSpPr/>
          <p:nvPr/>
        </p:nvGrpSpPr>
        <p:grpSpPr>
          <a:xfrm>
            <a:off x="5083929" y="2029263"/>
            <a:ext cx="292984" cy="214486"/>
            <a:chOff x="5733194" y="2431718"/>
            <a:chExt cx="446826" cy="327059"/>
          </a:xfrm>
        </p:grpSpPr>
        <p:sp>
          <p:nvSpPr>
            <p:cNvPr id="2989" name="Google Shape;2989;p5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2" name="Google Shape;2992;p57"/>
          <p:cNvGrpSpPr/>
          <p:nvPr/>
        </p:nvGrpSpPr>
        <p:grpSpPr>
          <a:xfrm>
            <a:off x="7274511" y="3326244"/>
            <a:ext cx="277572" cy="242756"/>
            <a:chOff x="4876780" y="2418064"/>
            <a:chExt cx="407774" cy="356627"/>
          </a:xfrm>
        </p:grpSpPr>
        <p:sp>
          <p:nvSpPr>
            <p:cNvPr id="2993" name="Google Shape;2993;p5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57"/>
          <p:cNvGrpSpPr/>
          <p:nvPr/>
        </p:nvGrpSpPr>
        <p:grpSpPr>
          <a:xfrm>
            <a:off x="5089774" y="2443241"/>
            <a:ext cx="281294" cy="262009"/>
            <a:chOff x="7070872" y="2410871"/>
            <a:chExt cx="398321" cy="371013"/>
          </a:xfrm>
        </p:grpSpPr>
        <p:sp>
          <p:nvSpPr>
            <p:cNvPr id="3002" name="Google Shape;3002;p5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6" name="Google Shape;3006;p57"/>
          <p:cNvGrpSpPr/>
          <p:nvPr/>
        </p:nvGrpSpPr>
        <p:grpSpPr>
          <a:xfrm>
            <a:off x="6825387" y="3359639"/>
            <a:ext cx="295697" cy="175968"/>
            <a:chOff x="5318259" y="2982111"/>
            <a:chExt cx="371013" cy="220787"/>
          </a:xfrm>
        </p:grpSpPr>
        <p:sp>
          <p:nvSpPr>
            <p:cNvPr id="3007" name="Google Shape;3007;p5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57"/>
          <p:cNvGrpSpPr/>
          <p:nvPr/>
        </p:nvGrpSpPr>
        <p:grpSpPr>
          <a:xfrm>
            <a:off x="6395196" y="2426397"/>
            <a:ext cx="286642" cy="295697"/>
            <a:chOff x="7521454" y="2906139"/>
            <a:chExt cx="359651" cy="371013"/>
          </a:xfrm>
        </p:grpSpPr>
        <p:sp>
          <p:nvSpPr>
            <p:cNvPr id="3016" name="Google Shape;3016;p5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57"/>
          <p:cNvGrpSpPr/>
          <p:nvPr/>
        </p:nvGrpSpPr>
        <p:grpSpPr>
          <a:xfrm>
            <a:off x="5982573" y="3731884"/>
            <a:ext cx="240424" cy="295697"/>
            <a:chOff x="5782845" y="2906521"/>
            <a:chExt cx="301661" cy="371013"/>
          </a:xfrm>
        </p:grpSpPr>
        <p:sp>
          <p:nvSpPr>
            <p:cNvPr id="3022" name="Google Shape;3022;p5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5" name="Google Shape;3025;p57"/>
          <p:cNvGrpSpPr/>
          <p:nvPr/>
        </p:nvGrpSpPr>
        <p:grpSpPr>
          <a:xfrm>
            <a:off x="1151959" y="3304762"/>
            <a:ext cx="283014" cy="283319"/>
            <a:chOff x="3539102" y="2427549"/>
            <a:chExt cx="355099" cy="355481"/>
          </a:xfrm>
        </p:grpSpPr>
        <p:sp>
          <p:nvSpPr>
            <p:cNvPr id="3026" name="Google Shape;3026;p5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57"/>
          <p:cNvGrpSpPr/>
          <p:nvPr/>
        </p:nvGrpSpPr>
        <p:grpSpPr>
          <a:xfrm>
            <a:off x="2473426" y="2862391"/>
            <a:ext cx="266729" cy="291182"/>
            <a:chOff x="1314678" y="3358217"/>
            <a:chExt cx="334666" cy="365348"/>
          </a:xfrm>
        </p:grpSpPr>
        <p:sp>
          <p:nvSpPr>
            <p:cNvPr id="3029" name="Google Shape;3029;p5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57"/>
          <p:cNvGrpSpPr/>
          <p:nvPr/>
        </p:nvGrpSpPr>
        <p:grpSpPr>
          <a:xfrm>
            <a:off x="3773481" y="2862543"/>
            <a:ext cx="291182" cy="290878"/>
            <a:chOff x="2640993" y="3357835"/>
            <a:chExt cx="365348" cy="364966"/>
          </a:xfrm>
        </p:grpSpPr>
        <p:sp>
          <p:nvSpPr>
            <p:cNvPr id="3035" name="Google Shape;3035;p5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57"/>
          <p:cNvGrpSpPr/>
          <p:nvPr/>
        </p:nvGrpSpPr>
        <p:grpSpPr>
          <a:xfrm>
            <a:off x="8147244" y="1562833"/>
            <a:ext cx="279387" cy="279108"/>
            <a:chOff x="4886264" y="3366174"/>
            <a:chExt cx="350548" cy="350198"/>
          </a:xfrm>
        </p:grpSpPr>
        <p:sp>
          <p:nvSpPr>
            <p:cNvPr id="3046" name="Google Shape;3046;p5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7"/>
          <p:cNvGrpSpPr/>
          <p:nvPr/>
        </p:nvGrpSpPr>
        <p:grpSpPr>
          <a:xfrm>
            <a:off x="5092084" y="2910132"/>
            <a:ext cx="276673" cy="202983"/>
            <a:chOff x="5331913" y="3413947"/>
            <a:chExt cx="347143" cy="254684"/>
          </a:xfrm>
        </p:grpSpPr>
        <p:sp>
          <p:nvSpPr>
            <p:cNvPr id="3060" name="Google Shape;3060;p5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57"/>
          <p:cNvGrpSpPr/>
          <p:nvPr/>
        </p:nvGrpSpPr>
        <p:grpSpPr>
          <a:xfrm>
            <a:off x="6401081" y="2891551"/>
            <a:ext cx="274872" cy="240145"/>
            <a:chOff x="7551754" y="3390808"/>
            <a:chExt cx="344883" cy="301311"/>
          </a:xfrm>
        </p:grpSpPr>
        <p:sp>
          <p:nvSpPr>
            <p:cNvPr id="3067" name="Google Shape;3067;p5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 name="Google Shape;3078;p57"/>
          <p:cNvGrpSpPr/>
          <p:nvPr/>
        </p:nvGrpSpPr>
        <p:grpSpPr>
          <a:xfrm>
            <a:off x="6405901" y="3333752"/>
            <a:ext cx="265233" cy="227741"/>
            <a:chOff x="848978" y="4297637"/>
            <a:chExt cx="377824" cy="324418"/>
          </a:xfrm>
        </p:grpSpPr>
        <p:sp>
          <p:nvSpPr>
            <p:cNvPr id="3079" name="Google Shape;3079;p5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57"/>
          <p:cNvGrpSpPr/>
          <p:nvPr/>
        </p:nvGrpSpPr>
        <p:grpSpPr>
          <a:xfrm>
            <a:off x="1153418" y="1567070"/>
            <a:ext cx="280097" cy="275734"/>
            <a:chOff x="1754279" y="4286593"/>
            <a:chExt cx="351439" cy="345965"/>
          </a:xfrm>
        </p:grpSpPr>
        <p:sp>
          <p:nvSpPr>
            <p:cNvPr id="3082" name="Google Shape;3082;p5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57"/>
          <p:cNvGrpSpPr/>
          <p:nvPr/>
        </p:nvGrpSpPr>
        <p:grpSpPr>
          <a:xfrm>
            <a:off x="724291" y="1571421"/>
            <a:ext cx="268200" cy="267033"/>
            <a:chOff x="3996113" y="4291176"/>
            <a:chExt cx="336512" cy="335048"/>
          </a:xfrm>
        </p:grpSpPr>
        <p:sp>
          <p:nvSpPr>
            <p:cNvPr id="3088" name="Google Shape;3088;p5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1" name="Google Shape;3091;p57"/>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2" name="Google Shape;3092;p57"/>
          <p:cNvGrpSpPr/>
          <p:nvPr/>
        </p:nvGrpSpPr>
        <p:grpSpPr>
          <a:xfrm>
            <a:off x="2897549" y="2444051"/>
            <a:ext cx="291187" cy="255401"/>
            <a:chOff x="2179081" y="4285511"/>
            <a:chExt cx="397525" cy="348670"/>
          </a:xfrm>
        </p:grpSpPr>
        <p:sp>
          <p:nvSpPr>
            <p:cNvPr id="3093" name="Google Shape;3093;p5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57"/>
          <p:cNvGrpSpPr/>
          <p:nvPr/>
        </p:nvGrpSpPr>
        <p:grpSpPr>
          <a:xfrm>
            <a:off x="3812444" y="1573666"/>
            <a:ext cx="213256" cy="262543"/>
            <a:chOff x="3584201" y="4294996"/>
            <a:chExt cx="267574" cy="329415"/>
          </a:xfrm>
        </p:grpSpPr>
        <p:sp>
          <p:nvSpPr>
            <p:cNvPr id="3096" name="Google Shape;3096;p5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57"/>
          <p:cNvGrpSpPr/>
          <p:nvPr/>
        </p:nvGrpSpPr>
        <p:grpSpPr>
          <a:xfrm>
            <a:off x="3775217" y="3320980"/>
            <a:ext cx="287712" cy="250883"/>
            <a:chOff x="3082855" y="4295728"/>
            <a:chExt cx="375946" cy="327823"/>
          </a:xfrm>
        </p:grpSpPr>
        <p:sp>
          <p:nvSpPr>
            <p:cNvPr id="3101" name="Google Shape;3101;p5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7"/>
          <p:cNvGrpSpPr/>
          <p:nvPr/>
        </p:nvGrpSpPr>
        <p:grpSpPr>
          <a:xfrm>
            <a:off x="1673675" y="2002377"/>
            <a:ext cx="120212" cy="268530"/>
            <a:chOff x="2749016" y="4291176"/>
            <a:chExt cx="150831" cy="336926"/>
          </a:xfrm>
        </p:grpSpPr>
        <p:sp>
          <p:nvSpPr>
            <p:cNvPr id="3113" name="Google Shape;3113;p5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57"/>
          <p:cNvGrpSpPr/>
          <p:nvPr/>
        </p:nvGrpSpPr>
        <p:grpSpPr>
          <a:xfrm>
            <a:off x="5519819" y="2436353"/>
            <a:ext cx="275759" cy="275785"/>
            <a:chOff x="4890434" y="4287389"/>
            <a:chExt cx="345997" cy="346029"/>
          </a:xfrm>
        </p:grpSpPr>
        <p:sp>
          <p:nvSpPr>
            <p:cNvPr id="3118" name="Google Shape;3118;p5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57"/>
          <p:cNvGrpSpPr/>
          <p:nvPr/>
        </p:nvGrpSpPr>
        <p:grpSpPr>
          <a:xfrm>
            <a:off x="1593162" y="2865043"/>
            <a:ext cx="281240" cy="285877"/>
            <a:chOff x="850092" y="3352934"/>
            <a:chExt cx="369517" cy="375660"/>
          </a:xfrm>
        </p:grpSpPr>
        <p:sp>
          <p:nvSpPr>
            <p:cNvPr id="3126" name="Google Shape;3126;p5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57"/>
          <p:cNvGrpSpPr/>
          <p:nvPr/>
        </p:nvGrpSpPr>
        <p:grpSpPr>
          <a:xfrm>
            <a:off x="714462" y="3768657"/>
            <a:ext cx="287858" cy="224386"/>
            <a:chOff x="2611458" y="3816374"/>
            <a:chExt cx="426329" cy="332375"/>
          </a:xfrm>
        </p:grpSpPr>
        <p:sp>
          <p:nvSpPr>
            <p:cNvPr id="3132" name="Google Shape;3132;p5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57"/>
          <p:cNvGrpSpPr/>
          <p:nvPr/>
        </p:nvGrpSpPr>
        <p:grpSpPr>
          <a:xfrm>
            <a:off x="741350" y="2866931"/>
            <a:ext cx="234082" cy="282101"/>
            <a:chOff x="4019984" y="3805393"/>
            <a:chExt cx="293704" cy="353954"/>
          </a:xfrm>
        </p:grpSpPr>
        <p:sp>
          <p:nvSpPr>
            <p:cNvPr id="3143" name="Google Shape;3143;p5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57"/>
          <p:cNvGrpSpPr/>
          <p:nvPr/>
        </p:nvGrpSpPr>
        <p:grpSpPr>
          <a:xfrm>
            <a:off x="8157961" y="3758912"/>
            <a:ext cx="257952" cy="241641"/>
            <a:chOff x="8006505" y="3390044"/>
            <a:chExt cx="323654" cy="303189"/>
          </a:xfrm>
        </p:grpSpPr>
        <p:sp>
          <p:nvSpPr>
            <p:cNvPr id="3146" name="Google Shape;3146;p5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2" name="Google Shape;3152;p57"/>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3" name="Google Shape;3153;p57"/>
          <p:cNvGrpSpPr/>
          <p:nvPr/>
        </p:nvGrpSpPr>
        <p:grpSpPr>
          <a:xfrm>
            <a:off x="5509698" y="3327563"/>
            <a:ext cx="296002" cy="240119"/>
            <a:chOff x="7550258" y="3832670"/>
            <a:chExt cx="371395" cy="301279"/>
          </a:xfrm>
        </p:grpSpPr>
        <p:sp>
          <p:nvSpPr>
            <p:cNvPr id="3154" name="Google Shape;3154;p5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57"/>
          <p:cNvGrpSpPr/>
          <p:nvPr/>
        </p:nvGrpSpPr>
        <p:grpSpPr>
          <a:xfrm>
            <a:off x="8140446" y="1996813"/>
            <a:ext cx="292983" cy="279387"/>
            <a:chOff x="6659725" y="3808035"/>
            <a:chExt cx="367608" cy="350548"/>
          </a:xfrm>
        </p:grpSpPr>
        <p:sp>
          <p:nvSpPr>
            <p:cNvPr id="3173" name="Google Shape;3173;p5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57"/>
          <p:cNvGrpSpPr/>
          <p:nvPr/>
        </p:nvGrpSpPr>
        <p:grpSpPr>
          <a:xfrm>
            <a:off x="5515583" y="2878424"/>
            <a:ext cx="284232" cy="266399"/>
            <a:chOff x="6219391" y="3816756"/>
            <a:chExt cx="356627" cy="334252"/>
          </a:xfrm>
        </p:grpSpPr>
        <p:sp>
          <p:nvSpPr>
            <p:cNvPr id="3176" name="Google Shape;3176;p5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7"/>
          <p:cNvGrpSpPr/>
          <p:nvPr/>
        </p:nvGrpSpPr>
        <p:grpSpPr>
          <a:xfrm>
            <a:off x="7274200" y="2011754"/>
            <a:ext cx="278195" cy="249505"/>
            <a:chOff x="5778676" y="3826972"/>
            <a:chExt cx="349052" cy="313055"/>
          </a:xfrm>
        </p:grpSpPr>
        <p:sp>
          <p:nvSpPr>
            <p:cNvPr id="3181" name="Google Shape;3181;p5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7"/>
          <p:cNvGrpSpPr/>
          <p:nvPr/>
        </p:nvGrpSpPr>
        <p:grpSpPr>
          <a:xfrm>
            <a:off x="6854077" y="2017791"/>
            <a:ext cx="238318" cy="237431"/>
            <a:chOff x="5355784" y="3834547"/>
            <a:chExt cx="299019" cy="297905"/>
          </a:xfrm>
        </p:grpSpPr>
        <p:sp>
          <p:nvSpPr>
            <p:cNvPr id="3187" name="Google Shape;3187;p5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1" name="Google Shape;3191;p57"/>
          <p:cNvGrpSpPr/>
          <p:nvPr/>
        </p:nvGrpSpPr>
        <p:grpSpPr>
          <a:xfrm>
            <a:off x="6856803" y="3738669"/>
            <a:ext cx="232865" cy="282126"/>
            <a:chOff x="8036455" y="3807271"/>
            <a:chExt cx="292176" cy="353985"/>
          </a:xfrm>
        </p:grpSpPr>
        <p:sp>
          <p:nvSpPr>
            <p:cNvPr id="3192" name="Google Shape;3192;p5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7"/>
          <p:cNvGrpSpPr/>
          <p:nvPr/>
        </p:nvGrpSpPr>
        <p:grpSpPr>
          <a:xfrm>
            <a:off x="6400790" y="1996698"/>
            <a:ext cx="275455" cy="279615"/>
            <a:chOff x="4874902" y="3808799"/>
            <a:chExt cx="345615" cy="350835"/>
          </a:xfrm>
        </p:grpSpPr>
        <p:sp>
          <p:nvSpPr>
            <p:cNvPr id="3195" name="Google Shape;3195;p5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57"/>
          <p:cNvGrpSpPr/>
          <p:nvPr/>
        </p:nvGrpSpPr>
        <p:grpSpPr>
          <a:xfrm>
            <a:off x="2902536" y="1563582"/>
            <a:ext cx="281213" cy="282710"/>
            <a:chOff x="3095745" y="3805393"/>
            <a:chExt cx="352840" cy="354717"/>
          </a:xfrm>
        </p:grpSpPr>
        <p:sp>
          <p:nvSpPr>
            <p:cNvPr id="3213" name="Google Shape;3213;p5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9" name="Google Shape;3219;p57"/>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20" name="Google Shape;3220;p57"/>
          <p:cNvGrpSpPr/>
          <p:nvPr/>
        </p:nvGrpSpPr>
        <p:grpSpPr>
          <a:xfrm>
            <a:off x="2461670" y="1559813"/>
            <a:ext cx="290241" cy="290250"/>
            <a:chOff x="2816725" y="69312"/>
            <a:chExt cx="1249423" cy="1249460"/>
          </a:xfrm>
        </p:grpSpPr>
        <p:sp>
          <p:nvSpPr>
            <p:cNvPr id="3221" name="Google Shape;3221;p57"/>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57"/>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3" name="Google Shape;3223;p57"/>
          <p:cNvGrpSpPr/>
          <p:nvPr/>
        </p:nvGrpSpPr>
        <p:grpSpPr>
          <a:xfrm>
            <a:off x="720040" y="1998282"/>
            <a:ext cx="276701" cy="276718"/>
            <a:chOff x="6154981" y="99204"/>
            <a:chExt cx="1189600" cy="1189674"/>
          </a:xfrm>
        </p:grpSpPr>
        <p:sp>
          <p:nvSpPr>
            <p:cNvPr id="3224" name="Google Shape;3224;p57"/>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57"/>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26" name="Google Shape;3226;p57"/>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27" name="Google Shape;3227;p57"/>
          <p:cNvGrpSpPr/>
          <p:nvPr/>
        </p:nvGrpSpPr>
        <p:grpSpPr>
          <a:xfrm>
            <a:off x="2468322" y="1991993"/>
            <a:ext cx="276937" cy="289298"/>
            <a:chOff x="4022261" y="1670758"/>
            <a:chExt cx="1109524" cy="1159045"/>
          </a:xfrm>
        </p:grpSpPr>
        <p:sp>
          <p:nvSpPr>
            <p:cNvPr id="3228" name="Google Shape;3228;p57"/>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9" name="Google Shape;3229;p57"/>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0" name="Google Shape;3230;p57"/>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1" name="Google Shape;3231;p57"/>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57"/>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3" name="Google Shape;3233;p57"/>
          <p:cNvGrpSpPr/>
          <p:nvPr/>
        </p:nvGrpSpPr>
        <p:grpSpPr>
          <a:xfrm>
            <a:off x="2461677" y="2426638"/>
            <a:ext cx="290226" cy="290228"/>
            <a:chOff x="5660573" y="1347494"/>
            <a:chExt cx="1529116" cy="1529128"/>
          </a:xfrm>
        </p:grpSpPr>
        <p:sp>
          <p:nvSpPr>
            <p:cNvPr id="3234" name="Google Shape;3234;p57"/>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57"/>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6" name="Google Shape;3236;p57"/>
          <p:cNvGrpSpPr/>
          <p:nvPr/>
        </p:nvGrpSpPr>
        <p:grpSpPr>
          <a:xfrm>
            <a:off x="3340582" y="2446992"/>
            <a:ext cx="281274" cy="249520"/>
            <a:chOff x="1016171" y="3396908"/>
            <a:chExt cx="1068265" cy="947664"/>
          </a:xfrm>
        </p:grpSpPr>
        <p:sp>
          <p:nvSpPr>
            <p:cNvPr id="3237" name="Google Shape;3237;p57"/>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8" name="Google Shape;3238;p57"/>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57"/>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0" name="Google Shape;3240;p57"/>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1" name="Google Shape;3241;p57"/>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2" name="Google Shape;3242;p57"/>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3" name="Google Shape;3243;p57"/>
          <p:cNvGrpSpPr/>
          <p:nvPr/>
        </p:nvGrpSpPr>
        <p:grpSpPr>
          <a:xfrm>
            <a:off x="3347860" y="2874575"/>
            <a:ext cx="266717" cy="266813"/>
            <a:chOff x="3284165" y="2788585"/>
            <a:chExt cx="396370" cy="396513"/>
          </a:xfrm>
        </p:grpSpPr>
        <p:sp>
          <p:nvSpPr>
            <p:cNvPr id="3244" name="Google Shape;3244;p57"/>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5" name="Google Shape;3245;p57"/>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6" name="Google Shape;3246;p57"/>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7" name="Google Shape;3247;p57"/>
          <p:cNvGrpSpPr/>
          <p:nvPr/>
        </p:nvGrpSpPr>
        <p:grpSpPr>
          <a:xfrm>
            <a:off x="1594386" y="3318902"/>
            <a:ext cx="278791" cy="255039"/>
            <a:chOff x="4536977" y="3394050"/>
            <a:chExt cx="1426771" cy="1305217"/>
          </a:xfrm>
        </p:grpSpPr>
        <p:sp>
          <p:nvSpPr>
            <p:cNvPr id="3248" name="Google Shape;3248;p57"/>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9" name="Google Shape;3249;p57"/>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0" name="Google Shape;3250;p57"/>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57"/>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2" name="Google Shape;3252;p57"/>
          <p:cNvGrpSpPr/>
          <p:nvPr/>
        </p:nvGrpSpPr>
        <p:grpSpPr>
          <a:xfrm>
            <a:off x="2030767" y="3307546"/>
            <a:ext cx="279423" cy="277752"/>
            <a:chOff x="6320057" y="3387896"/>
            <a:chExt cx="1421276" cy="1412777"/>
          </a:xfrm>
        </p:grpSpPr>
        <p:sp>
          <p:nvSpPr>
            <p:cNvPr id="3253" name="Google Shape;3253;p57"/>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57"/>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57"/>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57"/>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57"/>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57"/>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9" name="Google Shape;3259;p57"/>
          <p:cNvGrpSpPr/>
          <p:nvPr/>
        </p:nvGrpSpPr>
        <p:grpSpPr>
          <a:xfrm>
            <a:off x="2464381" y="3364145"/>
            <a:ext cx="284819" cy="164552"/>
            <a:chOff x="2379529" y="3339364"/>
            <a:chExt cx="432067" cy="249624"/>
          </a:xfrm>
        </p:grpSpPr>
        <p:sp>
          <p:nvSpPr>
            <p:cNvPr id="3260" name="Google Shape;3260;p57"/>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1" name="Google Shape;3261;p57"/>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57"/>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57"/>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57"/>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57"/>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57"/>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7" name="Google Shape;3267;p57"/>
          <p:cNvGrpSpPr/>
          <p:nvPr/>
        </p:nvGrpSpPr>
        <p:grpSpPr>
          <a:xfrm>
            <a:off x="2944212" y="3298194"/>
            <a:ext cx="197860" cy="296456"/>
            <a:chOff x="8112509" y="3255456"/>
            <a:chExt cx="935507" cy="1401682"/>
          </a:xfrm>
        </p:grpSpPr>
        <p:sp>
          <p:nvSpPr>
            <p:cNvPr id="3268" name="Google Shape;3268;p57"/>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9" name="Google Shape;3269;p57"/>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0" name="Google Shape;3270;p57"/>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57"/>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57"/>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57"/>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4" name="Google Shape;3274;p57"/>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75" name="Google Shape;3275;p57"/>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76" name="Google Shape;3276;p57"/>
          <p:cNvGrpSpPr/>
          <p:nvPr/>
        </p:nvGrpSpPr>
        <p:grpSpPr>
          <a:xfrm>
            <a:off x="1605716" y="3743931"/>
            <a:ext cx="256132" cy="273838"/>
            <a:chOff x="1539473" y="3700802"/>
            <a:chExt cx="343755" cy="367518"/>
          </a:xfrm>
        </p:grpSpPr>
        <p:sp>
          <p:nvSpPr>
            <p:cNvPr id="3277" name="Google Shape;3277;p57"/>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57"/>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57"/>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57"/>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1" name="Google Shape;3281;p57"/>
          <p:cNvGrpSpPr/>
          <p:nvPr/>
        </p:nvGrpSpPr>
        <p:grpSpPr>
          <a:xfrm>
            <a:off x="2461177" y="3785390"/>
            <a:ext cx="291227" cy="190920"/>
            <a:chOff x="7718473" y="1874886"/>
            <a:chExt cx="1706074" cy="1118454"/>
          </a:xfrm>
        </p:grpSpPr>
        <p:sp>
          <p:nvSpPr>
            <p:cNvPr id="3282" name="Google Shape;3282;p57"/>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57"/>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57"/>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5" name="Google Shape;3285;p57"/>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57"/>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7"/>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7"/>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7"/>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57"/>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1" name="Google Shape;3291;p57"/>
          <p:cNvGrpSpPr/>
          <p:nvPr/>
        </p:nvGrpSpPr>
        <p:grpSpPr>
          <a:xfrm>
            <a:off x="727723" y="4179693"/>
            <a:ext cx="261336" cy="281295"/>
            <a:chOff x="736356" y="4623361"/>
            <a:chExt cx="1297598" cy="1397390"/>
          </a:xfrm>
        </p:grpSpPr>
        <p:sp>
          <p:nvSpPr>
            <p:cNvPr id="3292" name="Google Shape;3292;p57"/>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7"/>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7"/>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7"/>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57"/>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57"/>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57"/>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57"/>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7"/>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7"/>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7"/>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7"/>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7"/>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7"/>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6" name="Google Shape;3306;p57"/>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7" name="Google Shape;3307;p57"/>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57"/>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57"/>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7"/>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7"/>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2" name="Google Shape;3312;p57"/>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3" name="Google Shape;3313;p57"/>
          <p:cNvGrpSpPr/>
          <p:nvPr/>
        </p:nvGrpSpPr>
        <p:grpSpPr>
          <a:xfrm>
            <a:off x="3343375" y="3743174"/>
            <a:ext cx="275689" cy="275353"/>
            <a:chOff x="2487490" y="5007025"/>
            <a:chExt cx="1286461" cy="1284895"/>
          </a:xfrm>
        </p:grpSpPr>
        <p:sp>
          <p:nvSpPr>
            <p:cNvPr id="3314" name="Google Shape;3314;p57"/>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7"/>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7"/>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7"/>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57"/>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9" name="Google Shape;3319;p57"/>
          <p:cNvGrpSpPr/>
          <p:nvPr/>
        </p:nvGrpSpPr>
        <p:grpSpPr>
          <a:xfrm>
            <a:off x="1156066" y="4182940"/>
            <a:ext cx="274800" cy="274800"/>
            <a:chOff x="4351020" y="4981355"/>
            <a:chExt cx="1875765" cy="1875765"/>
          </a:xfrm>
        </p:grpSpPr>
        <p:sp>
          <p:nvSpPr>
            <p:cNvPr id="3320" name="Google Shape;3320;p57"/>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57"/>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57"/>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3" name="Google Shape;3323;p57"/>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4" name="Google Shape;3324;p57"/>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5" name="Google Shape;3325;p57"/>
          <p:cNvGrpSpPr/>
          <p:nvPr/>
        </p:nvGrpSpPr>
        <p:grpSpPr>
          <a:xfrm>
            <a:off x="3775207" y="2438968"/>
            <a:ext cx="287731" cy="265567"/>
            <a:chOff x="3657600" y="1176337"/>
            <a:chExt cx="4876799" cy="4501133"/>
          </a:xfrm>
        </p:grpSpPr>
        <p:sp>
          <p:nvSpPr>
            <p:cNvPr id="3326" name="Google Shape;3326;p57"/>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7" name="Google Shape;3327;p57"/>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8" name="Google Shape;3328;p57"/>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57"/>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0" name="Google Shape;3330;p57"/>
          <p:cNvGrpSpPr/>
          <p:nvPr/>
        </p:nvGrpSpPr>
        <p:grpSpPr>
          <a:xfrm>
            <a:off x="2905732" y="3743336"/>
            <a:ext cx="274821" cy="275029"/>
            <a:chOff x="10026527" y="4488766"/>
            <a:chExt cx="1432853" cy="1434684"/>
          </a:xfrm>
        </p:grpSpPr>
        <p:sp>
          <p:nvSpPr>
            <p:cNvPr id="3331" name="Google Shape;3331;p57"/>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7"/>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33" name="Google Shape;3333;p57"/>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34" name="Google Shape;3334;p57"/>
          <p:cNvGrpSpPr/>
          <p:nvPr/>
        </p:nvGrpSpPr>
        <p:grpSpPr>
          <a:xfrm>
            <a:off x="5096326" y="1568318"/>
            <a:ext cx="268191" cy="268139"/>
            <a:chOff x="2687993" y="2748610"/>
            <a:chExt cx="541034" cy="540929"/>
          </a:xfrm>
        </p:grpSpPr>
        <p:sp>
          <p:nvSpPr>
            <p:cNvPr id="3335" name="Google Shape;3335;p57"/>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7"/>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7" name="Google Shape;3337;p57"/>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8" name="Google Shape;3338;p57"/>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9" name="Google Shape;3339;p57"/>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0" name="Google Shape;3340;p57"/>
          <p:cNvGrpSpPr/>
          <p:nvPr/>
        </p:nvGrpSpPr>
        <p:grpSpPr>
          <a:xfrm>
            <a:off x="7705120" y="1558265"/>
            <a:ext cx="288185" cy="288243"/>
            <a:chOff x="3403510" y="2794487"/>
            <a:chExt cx="513424" cy="513528"/>
          </a:xfrm>
        </p:grpSpPr>
        <p:sp>
          <p:nvSpPr>
            <p:cNvPr id="3341" name="Google Shape;3341;p57"/>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2" name="Google Shape;3342;p57"/>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57"/>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44" name="Google Shape;3344;p57"/>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45" name="Google Shape;3345;p57"/>
          <p:cNvGrpSpPr/>
          <p:nvPr/>
        </p:nvGrpSpPr>
        <p:grpSpPr>
          <a:xfrm>
            <a:off x="7294131" y="2432215"/>
            <a:ext cx="238333" cy="284061"/>
            <a:chOff x="4857038" y="2742938"/>
            <a:chExt cx="521630" cy="621713"/>
          </a:xfrm>
        </p:grpSpPr>
        <p:sp>
          <p:nvSpPr>
            <p:cNvPr id="3346" name="Google Shape;3346;p57"/>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7"/>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8" name="Google Shape;3348;p57"/>
          <p:cNvGrpSpPr/>
          <p:nvPr/>
        </p:nvGrpSpPr>
        <p:grpSpPr>
          <a:xfrm>
            <a:off x="5964331" y="2873105"/>
            <a:ext cx="276909" cy="277036"/>
            <a:chOff x="5526728" y="2799133"/>
            <a:chExt cx="568018" cy="568278"/>
          </a:xfrm>
        </p:grpSpPr>
        <p:sp>
          <p:nvSpPr>
            <p:cNvPr id="3349" name="Google Shape;3349;p57"/>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0" name="Google Shape;3350;p57"/>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57"/>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7"/>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57"/>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4" name="Google Shape;3354;p57"/>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57"/>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6" name="Google Shape;3356;p57"/>
          <p:cNvGrpSpPr/>
          <p:nvPr/>
        </p:nvGrpSpPr>
        <p:grpSpPr>
          <a:xfrm>
            <a:off x="6855872" y="2863593"/>
            <a:ext cx="234728" cy="296061"/>
            <a:chOff x="6850872" y="2849995"/>
            <a:chExt cx="252694" cy="318722"/>
          </a:xfrm>
        </p:grpSpPr>
        <p:sp>
          <p:nvSpPr>
            <p:cNvPr id="3357" name="Google Shape;3357;p57"/>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57"/>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9" name="Google Shape;3359;p57"/>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0" name="Google Shape;3360;p57"/>
          <p:cNvGrpSpPr/>
          <p:nvPr/>
        </p:nvGrpSpPr>
        <p:grpSpPr>
          <a:xfrm>
            <a:off x="8199781" y="2875182"/>
            <a:ext cx="174314" cy="272883"/>
            <a:chOff x="6912301" y="2781961"/>
            <a:chExt cx="331269" cy="518591"/>
          </a:xfrm>
        </p:grpSpPr>
        <p:sp>
          <p:nvSpPr>
            <p:cNvPr id="3361" name="Google Shape;3361;p57"/>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2" name="Google Shape;3362;p57"/>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57"/>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57"/>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5" name="Google Shape;3365;p57"/>
          <p:cNvGrpSpPr/>
          <p:nvPr/>
        </p:nvGrpSpPr>
        <p:grpSpPr>
          <a:xfrm>
            <a:off x="5098074" y="3315240"/>
            <a:ext cx="264694" cy="264765"/>
            <a:chOff x="5098074" y="3315240"/>
            <a:chExt cx="264694" cy="264765"/>
          </a:xfrm>
        </p:grpSpPr>
        <p:sp>
          <p:nvSpPr>
            <p:cNvPr id="3366" name="Google Shape;3366;p57"/>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7"/>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8" name="Google Shape;3368;p57"/>
          <p:cNvGrpSpPr/>
          <p:nvPr/>
        </p:nvGrpSpPr>
        <p:grpSpPr>
          <a:xfrm>
            <a:off x="7711857" y="3308935"/>
            <a:ext cx="274711" cy="277374"/>
            <a:chOff x="8304711" y="2747775"/>
            <a:chExt cx="569114" cy="574750"/>
          </a:xfrm>
        </p:grpSpPr>
        <p:sp>
          <p:nvSpPr>
            <p:cNvPr id="3369" name="Google Shape;3369;p57"/>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57"/>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57"/>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2" name="Google Shape;3372;p57"/>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7"/>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4" name="Google Shape;3374;p57"/>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5" name="Google Shape;3375;p57"/>
          <p:cNvGrpSpPr/>
          <p:nvPr/>
        </p:nvGrpSpPr>
        <p:grpSpPr>
          <a:xfrm>
            <a:off x="8143600" y="3308980"/>
            <a:ext cx="286675" cy="277286"/>
            <a:chOff x="9009632" y="2690492"/>
            <a:chExt cx="655108" cy="633651"/>
          </a:xfrm>
        </p:grpSpPr>
        <p:sp>
          <p:nvSpPr>
            <p:cNvPr id="3376" name="Google Shape;3376;p57"/>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7" name="Google Shape;3377;p57"/>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8" name="Google Shape;3378;p57"/>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9" name="Google Shape;3379;p57"/>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0" name="Google Shape;3380;p57"/>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81" name="Google Shape;3381;p57"/>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2" name="Google Shape;3382;p57"/>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83" name="Google Shape;3383;p57"/>
          <p:cNvGrpSpPr/>
          <p:nvPr/>
        </p:nvGrpSpPr>
        <p:grpSpPr>
          <a:xfrm>
            <a:off x="5517646" y="3739505"/>
            <a:ext cx="280106" cy="280455"/>
            <a:chOff x="7073928" y="2905757"/>
            <a:chExt cx="371395" cy="371809"/>
          </a:xfrm>
        </p:grpSpPr>
        <p:sp>
          <p:nvSpPr>
            <p:cNvPr id="3384" name="Google Shape;3384;p5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57"/>
          <p:cNvGrpSpPr/>
          <p:nvPr/>
        </p:nvGrpSpPr>
        <p:grpSpPr>
          <a:xfrm>
            <a:off x="5529650" y="1568459"/>
            <a:ext cx="265591" cy="268224"/>
            <a:chOff x="5529650" y="1568459"/>
            <a:chExt cx="265591" cy="268224"/>
          </a:xfrm>
        </p:grpSpPr>
        <p:sp>
          <p:nvSpPr>
            <p:cNvPr id="3388" name="Google Shape;3388;p57"/>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9" name="Google Shape;3389;p57"/>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0" name="Google Shape;3390;p57"/>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1" name="Google Shape;3391;p57"/>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2" name="Google Shape;3392;p57"/>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3" name="Google Shape;3393;p57"/>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4" name="Google Shape;3394;p57"/>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5" name="Google Shape;3395;p57"/>
          <p:cNvGrpSpPr/>
          <p:nvPr/>
        </p:nvGrpSpPr>
        <p:grpSpPr>
          <a:xfrm>
            <a:off x="5956215" y="2427247"/>
            <a:ext cx="290222" cy="290195"/>
            <a:chOff x="7976174" y="2925108"/>
            <a:chExt cx="334666" cy="334634"/>
          </a:xfrm>
        </p:grpSpPr>
        <p:sp>
          <p:nvSpPr>
            <p:cNvPr id="3396" name="Google Shape;3396;p5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08" name="Shape 3408"/>
        <p:cNvGrpSpPr/>
        <p:nvPr/>
      </p:nvGrpSpPr>
      <p:grpSpPr>
        <a:xfrm>
          <a:off x="0" y="0"/>
          <a:ext cx="0" cy="0"/>
          <a:chOff x="0" y="0"/>
          <a:chExt cx="0" cy="0"/>
        </a:xfrm>
      </p:grpSpPr>
      <p:sp>
        <p:nvSpPr>
          <p:cNvPr id="3409" name="Google Shape;3409;p58"/>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10" name="Google Shape;3410;p58"/>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11" name="Google Shape;3411;p58"/>
          <p:cNvGrpSpPr/>
          <p:nvPr/>
        </p:nvGrpSpPr>
        <p:grpSpPr>
          <a:xfrm>
            <a:off x="2032994" y="3736106"/>
            <a:ext cx="276008" cy="292594"/>
            <a:chOff x="2704005" y="4258781"/>
            <a:chExt cx="342144" cy="362704"/>
          </a:xfrm>
        </p:grpSpPr>
        <p:sp>
          <p:nvSpPr>
            <p:cNvPr id="3412" name="Google Shape;3412;p5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3" name="Google Shape;3413;p5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4" name="Google Shape;3414;p5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5" name="Google Shape;3415;p5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6" name="Google Shape;3416;p5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7" name="Google Shape;3417;p5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8" name="Google Shape;3418;p5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9" name="Google Shape;3419;p58"/>
          <p:cNvGrpSpPr/>
          <p:nvPr/>
        </p:nvGrpSpPr>
        <p:grpSpPr>
          <a:xfrm>
            <a:off x="2908816" y="3740961"/>
            <a:ext cx="270478" cy="282883"/>
            <a:chOff x="2157462" y="4258496"/>
            <a:chExt cx="347435" cy="363370"/>
          </a:xfrm>
        </p:grpSpPr>
        <p:sp>
          <p:nvSpPr>
            <p:cNvPr id="3420" name="Google Shape;3420;p5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1" name="Google Shape;3421;p5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2" name="Google Shape;3422;p5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23" name="Google Shape;3423;p58"/>
          <p:cNvGrpSpPr/>
          <p:nvPr/>
        </p:nvGrpSpPr>
        <p:grpSpPr>
          <a:xfrm>
            <a:off x="727111" y="3737300"/>
            <a:ext cx="274588" cy="290206"/>
            <a:chOff x="4010963" y="3763781"/>
            <a:chExt cx="343665" cy="363211"/>
          </a:xfrm>
        </p:grpSpPr>
        <p:sp>
          <p:nvSpPr>
            <p:cNvPr id="3424" name="Google Shape;3424;p5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5" name="Google Shape;3425;p5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6" name="Google Shape;3426;p5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7" name="Google Shape;3427;p5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8" name="Google Shape;3428;p5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29" name="Google Shape;3429;p58"/>
          <p:cNvGrpSpPr/>
          <p:nvPr/>
        </p:nvGrpSpPr>
        <p:grpSpPr>
          <a:xfrm>
            <a:off x="6427185" y="2429261"/>
            <a:ext cx="225036" cy="286647"/>
            <a:chOff x="5790556" y="4261252"/>
            <a:chExt cx="279513" cy="356083"/>
          </a:xfrm>
        </p:grpSpPr>
        <p:sp>
          <p:nvSpPr>
            <p:cNvPr id="3430" name="Google Shape;3430;p5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58"/>
          <p:cNvGrpSpPr/>
          <p:nvPr/>
        </p:nvGrpSpPr>
        <p:grpSpPr>
          <a:xfrm>
            <a:off x="5117488" y="4172761"/>
            <a:ext cx="225037" cy="287737"/>
            <a:chOff x="5341333" y="4261252"/>
            <a:chExt cx="278752" cy="356463"/>
          </a:xfrm>
        </p:grpSpPr>
        <p:sp>
          <p:nvSpPr>
            <p:cNvPr id="3438" name="Google Shape;3438;p5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58"/>
          <p:cNvGrpSpPr/>
          <p:nvPr/>
        </p:nvGrpSpPr>
        <p:grpSpPr>
          <a:xfrm>
            <a:off x="6433937" y="2870149"/>
            <a:ext cx="211532" cy="281090"/>
            <a:chOff x="7149944" y="4266131"/>
            <a:chExt cx="260283" cy="345914"/>
          </a:xfrm>
        </p:grpSpPr>
        <p:sp>
          <p:nvSpPr>
            <p:cNvPr id="3446" name="Google Shape;3446;p5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8"/>
          <p:cNvGrpSpPr/>
          <p:nvPr/>
        </p:nvGrpSpPr>
        <p:grpSpPr>
          <a:xfrm>
            <a:off x="8177801" y="2869663"/>
            <a:ext cx="211491" cy="282063"/>
            <a:chOff x="6695051" y="4259351"/>
            <a:chExt cx="270104" cy="360233"/>
          </a:xfrm>
        </p:grpSpPr>
        <p:sp>
          <p:nvSpPr>
            <p:cNvPr id="3453" name="Google Shape;3453;p5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58"/>
          <p:cNvGrpSpPr/>
          <p:nvPr/>
        </p:nvGrpSpPr>
        <p:grpSpPr>
          <a:xfrm>
            <a:off x="5115891" y="3734774"/>
            <a:ext cx="228231" cy="291398"/>
            <a:chOff x="5353403" y="3785609"/>
            <a:chExt cx="277992" cy="354974"/>
          </a:xfrm>
        </p:grpSpPr>
        <p:sp>
          <p:nvSpPr>
            <p:cNvPr id="3458" name="Google Shape;3458;p5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58"/>
          <p:cNvGrpSpPr/>
          <p:nvPr/>
        </p:nvGrpSpPr>
        <p:grpSpPr>
          <a:xfrm>
            <a:off x="6419784" y="3297715"/>
            <a:ext cx="239838" cy="305022"/>
            <a:chOff x="4896229" y="3785989"/>
            <a:chExt cx="278784" cy="354594"/>
          </a:xfrm>
        </p:grpSpPr>
        <p:sp>
          <p:nvSpPr>
            <p:cNvPr id="3465" name="Google Shape;3465;p5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58"/>
          <p:cNvGrpSpPr/>
          <p:nvPr/>
        </p:nvGrpSpPr>
        <p:grpSpPr>
          <a:xfrm>
            <a:off x="5985226" y="3303879"/>
            <a:ext cx="228246" cy="292694"/>
            <a:chOff x="7592387" y="3787858"/>
            <a:chExt cx="273874" cy="351204"/>
          </a:xfrm>
        </p:grpSpPr>
        <p:sp>
          <p:nvSpPr>
            <p:cNvPr id="3472" name="Google Shape;3472;p5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6" name="Google Shape;3476;p58"/>
          <p:cNvGrpSpPr/>
          <p:nvPr/>
        </p:nvGrpSpPr>
        <p:grpSpPr>
          <a:xfrm>
            <a:off x="7744621" y="3740002"/>
            <a:ext cx="211496" cy="280944"/>
            <a:chOff x="8054060" y="3787098"/>
            <a:chExt cx="266334" cy="353834"/>
          </a:xfrm>
        </p:grpSpPr>
        <p:sp>
          <p:nvSpPr>
            <p:cNvPr id="3477" name="Google Shape;3477;p5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58"/>
          <p:cNvGrpSpPr/>
          <p:nvPr/>
        </p:nvGrpSpPr>
        <p:grpSpPr>
          <a:xfrm>
            <a:off x="7300901" y="1554054"/>
            <a:ext cx="219162" cy="293563"/>
            <a:chOff x="6702211" y="3782599"/>
            <a:chExt cx="270104" cy="361754"/>
          </a:xfrm>
        </p:grpSpPr>
        <p:sp>
          <p:nvSpPr>
            <p:cNvPr id="3482" name="Google Shape;3482;p5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58"/>
          <p:cNvGrpSpPr/>
          <p:nvPr/>
        </p:nvGrpSpPr>
        <p:grpSpPr>
          <a:xfrm>
            <a:off x="3775103" y="3349135"/>
            <a:ext cx="281618" cy="193988"/>
            <a:chOff x="3516850" y="3406526"/>
            <a:chExt cx="369674" cy="254644"/>
          </a:xfrm>
        </p:grpSpPr>
        <p:sp>
          <p:nvSpPr>
            <p:cNvPr id="3488" name="Google Shape;3488;p58"/>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9" name="Google Shape;3489;p5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0" name="Google Shape;3490;p5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1" name="Google Shape;3491;p5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2" name="Google Shape;3492;p58"/>
          <p:cNvGrpSpPr/>
          <p:nvPr/>
        </p:nvGrpSpPr>
        <p:grpSpPr>
          <a:xfrm>
            <a:off x="1603227" y="3301314"/>
            <a:ext cx="255374" cy="289630"/>
            <a:chOff x="1310655" y="3360527"/>
            <a:chExt cx="306314" cy="347403"/>
          </a:xfrm>
        </p:grpSpPr>
        <p:sp>
          <p:nvSpPr>
            <p:cNvPr id="3493" name="Google Shape;3493;p5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4" name="Google Shape;3494;p5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5" name="Google Shape;3495;p5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6" name="Google Shape;3496;p5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7" name="Google Shape;3497;p5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8" name="Google Shape;3498;p58"/>
          <p:cNvGrpSpPr/>
          <p:nvPr/>
        </p:nvGrpSpPr>
        <p:grpSpPr>
          <a:xfrm>
            <a:off x="1584818" y="1558884"/>
            <a:ext cx="292192" cy="281496"/>
            <a:chOff x="3967213" y="3356947"/>
            <a:chExt cx="368185" cy="354753"/>
          </a:xfrm>
        </p:grpSpPr>
        <p:sp>
          <p:nvSpPr>
            <p:cNvPr id="3499" name="Google Shape;3499;p5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0" name="Google Shape;3500;p5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1" name="Google Shape;3501;p5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2" name="Google Shape;3502;p5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3" name="Google Shape;3503;p5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04" name="Google Shape;3504;p58"/>
          <p:cNvGrpSpPr/>
          <p:nvPr/>
        </p:nvGrpSpPr>
        <p:grpSpPr>
          <a:xfrm>
            <a:off x="7304738" y="2870446"/>
            <a:ext cx="211488" cy="280497"/>
            <a:chOff x="5349253" y="3346936"/>
            <a:chExt cx="265922" cy="352693"/>
          </a:xfrm>
        </p:grpSpPr>
        <p:sp>
          <p:nvSpPr>
            <p:cNvPr id="3505" name="Google Shape;3505;p5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58"/>
          <p:cNvGrpSpPr/>
          <p:nvPr/>
        </p:nvGrpSpPr>
        <p:grpSpPr>
          <a:xfrm>
            <a:off x="3808192" y="3737112"/>
            <a:ext cx="215440" cy="290581"/>
            <a:chOff x="3121167" y="2884883"/>
            <a:chExt cx="258414" cy="348543"/>
          </a:xfrm>
        </p:grpSpPr>
        <p:sp>
          <p:nvSpPr>
            <p:cNvPr id="3512" name="Google Shape;3512;p5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3" name="Google Shape;3513;p5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4" name="Google Shape;3514;p5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5" name="Google Shape;3515;p5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6" name="Google Shape;3516;p5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7" name="Google Shape;3517;p5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8" name="Google Shape;3518;p5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9" name="Google Shape;3519;p5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20" name="Google Shape;3520;p58"/>
          <p:cNvGrpSpPr/>
          <p:nvPr/>
        </p:nvGrpSpPr>
        <p:grpSpPr>
          <a:xfrm>
            <a:off x="5555625" y="1997938"/>
            <a:ext cx="211511" cy="282230"/>
            <a:chOff x="7162775" y="2881113"/>
            <a:chExt cx="259523" cy="346294"/>
          </a:xfrm>
        </p:grpSpPr>
        <p:sp>
          <p:nvSpPr>
            <p:cNvPr id="3521" name="Google Shape;3521;p5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58"/>
          <p:cNvGrpSpPr/>
          <p:nvPr/>
        </p:nvGrpSpPr>
        <p:grpSpPr>
          <a:xfrm>
            <a:off x="7742650" y="2429446"/>
            <a:ext cx="215436" cy="286278"/>
            <a:chOff x="8055961" y="2881842"/>
            <a:chExt cx="260283" cy="345914"/>
          </a:xfrm>
        </p:grpSpPr>
        <p:sp>
          <p:nvSpPr>
            <p:cNvPr id="3528" name="Google Shape;3528;p5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58"/>
          <p:cNvGrpSpPr/>
          <p:nvPr/>
        </p:nvGrpSpPr>
        <p:grpSpPr>
          <a:xfrm>
            <a:off x="5551788" y="2864579"/>
            <a:ext cx="219186" cy="292230"/>
            <a:chOff x="7609368" y="2893912"/>
            <a:chExt cx="264813" cy="353105"/>
          </a:xfrm>
        </p:grpSpPr>
        <p:sp>
          <p:nvSpPr>
            <p:cNvPr id="3533" name="Google Shape;3533;p5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58"/>
          <p:cNvGrpSpPr/>
          <p:nvPr/>
        </p:nvGrpSpPr>
        <p:grpSpPr>
          <a:xfrm>
            <a:off x="3768470" y="1558557"/>
            <a:ext cx="294882" cy="282152"/>
            <a:chOff x="2189142" y="2421310"/>
            <a:chExt cx="365904" cy="350064"/>
          </a:xfrm>
        </p:grpSpPr>
        <p:sp>
          <p:nvSpPr>
            <p:cNvPr id="3540" name="Google Shape;3540;p5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1" name="Google Shape;3541;p5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2" name="Google Shape;3542;p5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3" name="Google Shape;3543;p5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4" name="Google Shape;3544;p5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5" name="Google Shape;3545;p5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6" name="Google Shape;3546;p5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7" name="Google Shape;3547;p5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8" name="Google Shape;3548;p5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49" name="Google Shape;3549;p58"/>
          <p:cNvGrpSpPr/>
          <p:nvPr/>
        </p:nvGrpSpPr>
        <p:grpSpPr>
          <a:xfrm>
            <a:off x="3335551" y="3357566"/>
            <a:ext cx="292152" cy="177125"/>
            <a:chOff x="3961923" y="2486317"/>
            <a:chExt cx="364415" cy="220936"/>
          </a:xfrm>
        </p:grpSpPr>
        <p:sp>
          <p:nvSpPr>
            <p:cNvPr id="3550" name="Google Shape;3550;p5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1" name="Google Shape;3551;p5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2" name="Google Shape;3552;p5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3" name="Google Shape;3553;p5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554" name="Google Shape;3554;p58"/>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555" name="Google Shape;3555;p58"/>
          <p:cNvGrpSpPr/>
          <p:nvPr/>
        </p:nvGrpSpPr>
        <p:grpSpPr>
          <a:xfrm>
            <a:off x="7294926" y="1991619"/>
            <a:ext cx="231112" cy="294869"/>
            <a:chOff x="7145794" y="2415639"/>
            <a:chExt cx="278784" cy="355735"/>
          </a:xfrm>
        </p:grpSpPr>
        <p:sp>
          <p:nvSpPr>
            <p:cNvPr id="3556" name="Google Shape;3556;p5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58"/>
          <p:cNvGrpSpPr/>
          <p:nvPr/>
        </p:nvGrpSpPr>
        <p:grpSpPr>
          <a:xfrm>
            <a:off x="7304729" y="2431451"/>
            <a:ext cx="211506" cy="282268"/>
            <a:chOff x="5812066" y="2416019"/>
            <a:chExt cx="264813" cy="353454"/>
          </a:xfrm>
        </p:grpSpPr>
        <p:sp>
          <p:nvSpPr>
            <p:cNvPr id="3567" name="Google Shape;3567;p5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58"/>
          <p:cNvGrpSpPr/>
          <p:nvPr/>
        </p:nvGrpSpPr>
        <p:grpSpPr>
          <a:xfrm>
            <a:off x="6868966" y="3733985"/>
            <a:ext cx="219188" cy="292978"/>
            <a:chOff x="8054820" y="2416399"/>
            <a:chExt cx="264433" cy="353454"/>
          </a:xfrm>
        </p:grpSpPr>
        <p:sp>
          <p:nvSpPr>
            <p:cNvPr id="3575" name="Google Shape;3575;p5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58"/>
          <p:cNvGrpSpPr/>
          <p:nvPr/>
        </p:nvGrpSpPr>
        <p:grpSpPr>
          <a:xfrm>
            <a:off x="5993604" y="2431685"/>
            <a:ext cx="211491" cy="281799"/>
            <a:chOff x="5356413" y="2413390"/>
            <a:chExt cx="271212" cy="361374"/>
          </a:xfrm>
        </p:grpSpPr>
        <p:sp>
          <p:nvSpPr>
            <p:cNvPr id="3582" name="Google Shape;3582;p5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58"/>
          <p:cNvGrpSpPr/>
          <p:nvPr/>
        </p:nvGrpSpPr>
        <p:grpSpPr>
          <a:xfrm>
            <a:off x="5114445" y="2862948"/>
            <a:ext cx="231122" cy="295493"/>
            <a:chOff x="8047661" y="1969046"/>
            <a:chExt cx="279132" cy="356875"/>
          </a:xfrm>
        </p:grpSpPr>
        <p:sp>
          <p:nvSpPr>
            <p:cNvPr id="3588" name="Google Shape;3588;p5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58"/>
          <p:cNvGrpSpPr/>
          <p:nvPr/>
        </p:nvGrpSpPr>
        <p:grpSpPr>
          <a:xfrm>
            <a:off x="6424153" y="1552797"/>
            <a:ext cx="231099" cy="296076"/>
            <a:chOff x="7596157" y="1968159"/>
            <a:chExt cx="279544" cy="358142"/>
          </a:xfrm>
        </p:grpSpPr>
        <p:sp>
          <p:nvSpPr>
            <p:cNvPr id="3593" name="Google Shape;3593;p5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58"/>
          <p:cNvGrpSpPr/>
          <p:nvPr/>
        </p:nvGrpSpPr>
        <p:grpSpPr>
          <a:xfrm>
            <a:off x="6430118" y="1998665"/>
            <a:ext cx="219170" cy="280775"/>
            <a:chOff x="6697681" y="1968317"/>
            <a:chExt cx="280305" cy="359093"/>
          </a:xfrm>
        </p:grpSpPr>
        <p:sp>
          <p:nvSpPr>
            <p:cNvPr id="3600" name="Google Shape;3600;p5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58"/>
          <p:cNvGrpSpPr/>
          <p:nvPr/>
        </p:nvGrpSpPr>
        <p:grpSpPr>
          <a:xfrm>
            <a:off x="2457821" y="2436766"/>
            <a:ext cx="292184" cy="273470"/>
            <a:chOff x="3530425" y="1508747"/>
            <a:chExt cx="368175" cy="344594"/>
          </a:xfrm>
        </p:grpSpPr>
        <p:sp>
          <p:nvSpPr>
            <p:cNvPr id="3608" name="Google Shape;3608;p5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9" name="Google Shape;3609;p5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0" name="Google Shape;3610;p5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1" name="Google Shape;3611;p5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12" name="Google Shape;3612;p58"/>
          <p:cNvGrpSpPr/>
          <p:nvPr/>
        </p:nvGrpSpPr>
        <p:grpSpPr>
          <a:xfrm>
            <a:off x="7732688" y="1552476"/>
            <a:ext cx="235361" cy="296718"/>
            <a:chOff x="7144274" y="1500214"/>
            <a:chExt cx="282174" cy="355735"/>
          </a:xfrm>
        </p:grpSpPr>
        <p:sp>
          <p:nvSpPr>
            <p:cNvPr id="3613" name="Google Shape;3613;p5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58"/>
          <p:cNvGrpSpPr/>
          <p:nvPr/>
        </p:nvGrpSpPr>
        <p:grpSpPr>
          <a:xfrm>
            <a:off x="7736248" y="1999343"/>
            <a:ext cx="228240" cy="279420"/>
            <a:chOff x="6685262" y="1500214"/>
            <a:chExt cx="289682" cy="354594"/>
          </a:xfrm>
        </p:grpSpPr>
        <p:sp>
          <p:nvSpPr>
            <p:cNvPr id="3620" name="Google Shape;3620;p5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58"/>
          <p:cNvGrpSpPr/>
          <p:nvPr/>
        </p:nvGrpSpPr>
        <p:grpSpPr>
          <a:xfrm>
            <a:off x="5551788" y="1555287"/>
            <a:ext cx="219185" cy="291098"/>
            <a:chOff x="4903389" y="1500214"/>
            <a:chExt cx="267854" cy="355735"/>
          </a:xfrm>
        </p:grpSpPr>
        <p:sp>
          <p:nvSpPr>
            <p:cNvPr id="3625" name="Google Shape;3625;p5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8"/>
          <p:cNvGrpSpPr/>
          <p:nvPr/>
        </p:nvGrpSpPr>
        <p:grpSpPr>
          <a:xfrm>
            <a:off x="8175830" y="1557028"/>
            <a:ext cx="215434" cy="287614"/>
            <a:chOff x="7613518" y="1501354"/>
            <a:chExt cx="264433" cy="353074"/>
          </a:xfrm>
        </p:grpSpPr>
        <p:sp>
          <p:nvSpPr>
            <p:cNvPr id="3631" name="Google Shape;3631;p5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58"/>
          <p:cNvGrpSpPr/>
          <p:nvPr/>
        </p:nvGrpSpPr>
        <p:grpSpPr>
          <a:xfrm>
            <a:off x="3772591" y="2868190"/>
            <a:ext cx="286642" cy="288164"/>
            <a:chOff x="7098912" y="1969392"/>
            <a:chExt cx="359651" cy="361560"/>
          </a:xfrm>
        </p:grpSpPr>
        <p:sp>
          <p:nvSpPr>
            <p:cNvPr id="3638" name="Google Shape;3638;p5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9" name="Google Shape;3639;p5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0" name="Google Shape;3640;p5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1" name="Google Shape;3641;p5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2" name="Google Shape;3642;p5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3" name="Google Shape;3643;p5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4" name="Google Shape;3644;p5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5" name="Google Shape;3645;p5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6" name="Google Shape;3646;p5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7" name="Google Shape;3647;p5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8" name="Google Shape;3648;p5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9" name="Google Shape;3649;p5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0" name="Google Shape;3650;p5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51" name="Google Shape;3651;p58"/>
          <p:cNvGrpSpPr/>
          <p:nvPr/>
        </p:nvGrpSpPr>
        <p:grpSpPr>
          <a:xfrm>
            <a:off x="3341054" y="3741986"/>
            <a:ext cx="281146" cy="280834"/>
            <a:chOff x="5823294" y="2309751"/>
            <a:chExt cx="315327" cy="314978"/>
          </a:xfrm>
        </p:grpSpPr>
        <p:sp>
          <p:nvSpPr>
            <p:cNvPr id="3652" name="Google Shape;3652;p5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3" name="Google Shape;3653;p5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4" name="Google Shape;3654;p5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5" name="Google Shape;3655;p5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6" name="Google Shape;3656;p5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7" name="Google Shape;3657;p5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8" name="Google Shape;3658;p5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9" name="Google Shape;3659;p5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0" name="Google Shape;3660;p5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1" name="Google Shape;3661;p5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2" name="Google Shape;3662;p5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3" name="Google Shape;3663;p5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4" name="Google Shape;3664;p5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5" name="Google Shape;3665;p5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6" name="Google Shape;3666;p5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7" name="Google Shape;3667;p5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8" name="Google Shape;3668;p5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69" name="Google Shape;3669;p58"/>
          <p:cNvGrpSpPr/>
          <p:nvPr/>
        </p:nvGrpSpPr>
        <p:grpSpPr>
          <a:xfrm>
            <a:off x="745252" y="1560046"/>
            <a:ext cx="238306" cy="279173"/>
            <a:chOff x="1522427" y="5398425"/>
            <a:chExt cx="238306" cy="279173"/>
          </a:xfrm>
        </p:grpSpPr>
        <p:sp>
          <p:nvSpPr>
            <p:cNvPr id="3670" name="Google Shape;3670;p58"/>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1" name="Google Shape;3671;p58"/>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2" name="Google Shape;3672;p58"/>
          <p:cNvGrpSpPr/>
          <p:nvPr/>
        </p:nvGrpSpPr>
        <p:grpSpPr>
          <a:xfrm>
            <a:off x="1188023" y="1555023"/>
            <a:ext cx="219166" cy="289218"/>
            <a:chOff x="1851309" y="5389266"/>
            <a:chExt cx="219166" cy="289218"/>
          </a:xfrm>
        </p:grpSpPr>
        <p:sp>
          <p:nvSpPr>
            <p:cNvPr id="3673" name="Google Shape;3673;p58"/>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4" name="Google Shape;3674;p58"/>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5" name="Google Shape;3675;p58"/>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6" name="Google Shape;3676;p58"/>
          <p:cNvGrpSpPr/>
          <p:nvPr/>
        </p:nvGrpSpPr>
        <p:grpSpPr>
          <a:xfrm>
            <a:off x="2071878" y="1561658"/>
            <a:ext cx="198240" cy="275949"/>
            <a:chOff x="2161014" y="5391671"/>
            <a:chExt cx="198240" cy="275949"/>
          </a:xfrm>
        </p:grpSpPr>
        <p:sp>
          <p:nvSpPr>
            <p:cNvPr id="3677" name="Google Shape;3677;p58"/>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8" name="Google Shape;3678;p58"/>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9" name="Google Shape;3679;p58"/>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0" name="Google Shape;3680;p58"/>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1" name="Google Shape;3681;p58"/>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2" name="Google Shape;3682;p58"/>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3" name="Google Shape;3683;p58"/>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4" name="Google Shape;3684;p58"/>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5" name="Google Shape;3685;p58"/>
          <p:cNvGrpSpPr/>
          <p:nvPr/>
        </p:nvGrpSpPr>
        <p:grpSpPr>
          <a:xfrm>
            <a:off x="2478421" y="1574169"/>
            <a:ext cx="250984" cy="250926"/>
            <a:chOff x="2449855" y="5408528"/>
            <a:chExt cx="250984" cy="250926"/>
          </a:xfrm>
        </p:grpSpPr>
        <p:sp>
          <p:nvSpPr>
            <p:cNvPr id="3686" name="Google Shape;3686;p58"/>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7" name="Google Shape;3687;p58"/>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8" name="Google Shape;3688;p58"/>
          <p:cNvGrpSpPr/>
          <p:nvPr/>
        </p:nvGrpSpPr>
        <p:grpSpPr>
          <a:xfrm>
            <a:off x="2924129" y="1554768"/>
            <a:ext cx="239852" cy="289730"/>
            <a:chOff x="2861565" y="5403662"/>
            <a:chExt cx="259215" cy="313086"/>
          </a:xfrm>
        </p:grpSpPr>
        <p:sp>
          <p:nvSpPr>
            <p:cNvPr id="3689" name="Google Shape;3689;p58"/>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0" name="Google Shape;3690;p58"/>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1" name="Google Shape;3691;p58"/>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2" name="Google Shape;3692;p58"/>
          <p:cNvGrpSpPr/>
          <p:nvPr/>
        </p:nvGrpSpPr>
        <p:grpSpPr>
          <a:xfrm>
            <a:off x="3338485" y="1554774"/>
            <a:ext cx="286284" cy="289717"/>
            <a:chOff x="3234378" y="5390470"/>
            <a:chExt cx="286284" cy="289717"/>
          </a:xfrm>
        </p:grpSpPr>
        <p:sp>
          <p:nvSpPr>
            <p:cNvPr id="3693" name="Google Shape;3693;p58"/>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4" name="Google Shape;3694;p58"/>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5" name="Google Shape;3695;p58"/>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6" name="Google Shape;3696;p58"/>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7" name="Google Shape;3697;p58"/>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8" name="Google Shape;3698;p58"/>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9" name="Google Shape;3699;p58"/>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0" name="Google Shape;3700;p58"/>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1" name="Google Shape;3701;p58"/>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2" name="Google Shape;3702;p58"/>
          <p:cNvGrpSpPr/>
          <p:nvPr/>
        </p:nvGrpSpPr>
        <p:grpSpPr>
          <a:xfrm>
            <a:off x="727123" y="2017469"/>
            <a:ext cx="274565" cy="241883"/>
            <a:chOff x="3651126" y="5425758"/>
            <a:chExt cx="274565" cy="241883"/>
          </a:xfrm>
        </p:grpSpPr>
        <p:sp>
          <p:nvSpPr>
            <p:cNvPr id="3703" name="Google Shape;3703;p58"/>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4" name="Google Shape;3704;p58"/>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5" name="Google Shape;3705;p58"/>
          <p:cNvGrpSpPr/>
          <p:nvPr/>
        </p:nvGrpSpPr>
        <p:grpSpPr>
          <a:xfrm>
            <a:off x="2042281" y="2009666"/>
            <a:ext cx="257433" cy="257490"/>
            <a:chOff x="5071278" y="1253207"/>
            <a:chExt cx="387059" cy="387145"/>
          </a:xfrm>
        </p:grpSpPr>
        <p:sp>
          <p:nvSpPr>
            <p:cNvPr id="3706" name="Google Shape;3706;p58"/>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7" name="Google Shape;3707;p58"/>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8" name="Google Shape;3708;p58"/>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9" name="Google Shape;3709;p58"/>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0" name="Google Shape;3710;p58"/>
          <p:cNvGrpSpPr/>
          <p:nvPr/>
        </p:nvGrpSpPr>
        <p:grpSpPr>
          <a:xfrm>
            <a:off x="2504893" y="2005907"/>
            <a:ext cx="198040" cy="265007"/>
            <a:chOff x="4707347" y="5429479"/>
            <a:chExt cx="198040" cy="265007"/>
          </a:xfrm>
        </p:grpSpPr>
        <p:sp>
          <p:nvSpPr>
            <p:cNvPr id="3711" name="Google Shape;3711;p58"/>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2" name="Google Shape;3712;p58"/>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3" name="Google Shape;3713;p58"/>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4" name="Google Shape;3714;p58"/>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5" name="Google Shape;3715;p58"/>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6" name="Google Shape;3716;p58"/>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7" name="Google Shape;3717;p58"/>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8" name="Google Shape;3718;p58"/>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9" name="Google Shape;3719;p58"/>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0" name="Google Shape;3720;p58"/>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1" name="Google Shape;3721;p58"/>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2" name="Google Shape;3722;p58"/>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3" name="Google Shape;3723;p58"/>
          <p:cNvGrpSpPr/>
          <p:nvPr/>
        </p:nvGrpSpPr>
        <p:grpSpPr>
          <a:xfrm>
            <a:off x="2910611" y="1990922"/>
            <a:ext cx="266888" cy="294979"/>
            <a:chOff x="4994277" y="5388350"/>
            <a:chExt cx="281765" cy="311455"/>
          </a:xfrm>
        </p:grpSpPr>
        <p:sp>
          <p:nvSpPr>
            <p:cNvPr id="3724" name="Google Shape;3724;p58"/>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5" name="Google Shape;3725;p58"/>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6" name="Google Shape;3726;p58"/>
          <p:cNvGrpSpPr/>
          <p:nvPr/>
        </p:nvGrpSpPr>
        <p:grpSpPr>
          <a:xfrm>
            <a:off x="3343632" y="2000395"/>
            <a:ext cx="275990" cy="276032"/>
            <a:chOff x="5336961" y="5410610"/>
            <a:chExt cx="275990" cy="276032"/>
          </a:xfrm>
        </p:grpSpPr>
        <p:sp>
          <p:nvSpPr>
            <p:cNvPr id="3727" name="Google Shape;3727;p58"/>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8" name="Google Shape;3728;p58"/>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9" name="Google Shape;3729;p58"/>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0" name="Google Shape;3730;p58"/>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1" name="Google Shape;3731;p58"/>
          <p:cNvGrpSpPr/>
          <p:nvPr/>
        </p:nvGrpSpPr>
        <p:grpSpPr>
          <a:xfrm>
            <a:off x="3782471" y="2004874"/>
            <a:ext cx="266881" cy="267073"/>
            <a:chOff x="1530727" y="5816836"/>
            <a:chExt cx="266881" cy="267073"/>
          </a:xfrm>
        </p:grpSpPr>
        <p:sp>
          <p:nvSpPr>
            <p:cNvPr id="3732" name="Google Shape;3732;p58"/>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3" name="Google Shape;3733;p58"/>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4" name="Google Shape;3734;p58"/>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5" name="Google Shape;3735;p58"/>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6" name="Google Shape;3736;p58"/>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7" name="Google Shape;3737;p58"/>
          <p:cNvGrpSpPr/>
          <p:nvPr/>
        </p:nvGrpSpPr>
        <p:grpSpPr>
          <a:xfrm>
            <a:off x="731013" y="2440115"/>
            <a:ext cx="266881" cy="266846"/>
            <a:chOff x="1929987" y="5862716"/>
            <a:chExt cx="216870" cy="216842"/>
          </a:xfrm>
        </p:grpSpPr>
        <p:sp>
          <p:nvSpPr>
            <p:cNvPr id="3738" name="Google Shape;3738;p58"/>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9" name="Google Shape;3739;p58"/>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0" name="Google Shape;3740;p58"/>
          <p:cNvGrpSpPr/>
          <p:nvPr/>
        </p:nvGrpSpPr>
        <p:grpSpPr>
          <a:xfrm>
            <a:off x="1152778" y="2449407"/>
            <a:ext cx="289658" cy="248187"/>
            <a:chOff x="2203916" y="5852813"/>
            <a:chExt cx="310725" cy="266266"/>
          </a:xfrm>
        </p:grpSpPr>
        <p:sp>
          <p:nvSpPr>
            <p:cNvPr id="3741" name="Google Shape;3741;p58"/>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2" name="Google Shape;3742;p58"/>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8"/>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8"/>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8"/>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6" name="Google Shape;3746;p58"/>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7" name="Google Shape;3747;p58"/>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8" name="Google Shape;3748;p58"/>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8"/>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0" name="Google Shape;3750;p58"/>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1" name="Google Shape;3751;p58"/>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2" name="Google Shape;3752;p58"/>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3" name="Google Shape;3753;p58"/>
          <p:cNvGrpSpPr/>
          <p:nvPr/>
        </p:nvGrpSpPr>
        <p:grpSpPr>
          <a:xfrm>
            <a:off x="1631791" y="2427991"/>
            <a:ext cx="198247" cy="291019"/>
            <a:chOff x="2608071" y="5829001"/>
            <a:chExt cx="219933" cy="322816"/>
          </a:xfrm>
        </p:grpSpPr>
        <p:sp>
          <p:nvSpPr>
            <p:cNvPr id="3754" name="Google Shape;3754;p58"/>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5" name="Google Shape;3755;p58"/>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8"/>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7" name="Google Shape;3757;p58"/>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8" name="Google Shape;3758;p58"/>
          <p:cNvGrpSpPr/>
          <p:nvPr/>
        </p:nvGrpSpPr>
        <p:grpSpPr>
          <a:xfrm>
            <a:off x="2033613" y="2436199"/>
            <a:ext cx="274592" cy="274655"/>
            <a:chOff x="2928280" y="5825680"/>
            <a:chExt cx="254135" cy="254193"/>
          </a:xfrm>
        </p:grpSpPr>
        <p:sp>
          <p:nvSpPr>
            <p:cNvPr id="3759" name="Google Shape;3759;p58"/>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0" name="Google Shape;3760;p58"/>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8"/>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2" name="Google Shape;3762;p58"/>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3" name="Google Shape;3763;p58"/>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4" name="Google Shape;3764;p58"/>
          <p:cNvGrpSpPr/>
          <p:nvPr/>
        </p:nvGrpSpPr>
        <p:grpSpPr>
          <a:xfrm>
            <a:off x="2904065" y="2433485"/>
            <a:ext cx="279979" cy="280032"/>
            <a:chOff x="3248947" y="5809338"/>
            <a:chExt cx="279979" cy="280032"/>
          </a:xfrm>
        </p:grpSpPr>
        <p:sp>
          <p:nvSpPr>
            <p:cNvPr id="3765" name="Google Shape;3765;p58"/>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6" name="Google Shape;3766;p58"/>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7" name="Google Shape;3767;p58"/>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8" name="Google Shape;3768;p58"/>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9" name="Google Shape;3769;p58"/>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8"/>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1" name="Google Shape;3771;p58"/>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2" name="Google Shape;3772;p58"/>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3" name="Google Shape;3773;p58"/>
          <p:cNvGrpSpPr/>
          <p:nvPr/>
        </p:nvGrpSpPr>
        <p:grpSpPr>
          <a:xfrm>
            <a:off x="3356741" y="2444893"/>
            <a:ext cx="249772" cy="257216"/>
            <a:chOff x="3609597" y="5806751"/>
            <a:chExt cx="249772" cy="257216"/>
          </a:xfrm>
        </p:grpSpPr>
        <p:sp>
          <p:nvSpPr>
            <p:cNvPr id="3774" name="Google Shape;3774;p58"/>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5" name="Google Shape;3775;p58"/>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6" name="Google Shape;3776;p58"/>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8"/>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8"/>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8"/>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0" name="Google Shape;3780;p58"/>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1" name="Google Shape;3781;p58"/>
          <p:cNvGrpSpPr/>
          <p:nvPr/>
        </p:nvGrpSpPr>
        <p:grpSpPr>
          <a:xfrm>
            <a:off x="3773289" y="2447890"/>
            <a:ext cx="285245" cy="251221"/>
            <a:chOff x="3954649" y="5831663"/>
            <a:chExt cx="300637" cy="264778"/>
          </a:xfrm>
        </p:grpSpPr>
        <p:sp>
          <p:nvSpPr>
            <p:cNvPr id="3782" name="Google Shape;3782;p58"/>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8"/>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4" name="Google Shape;3784;p58"/>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5" name="Google Shape;3785;p58"/>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6" name="Google Shape;3786;p58"/>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7" name="Google Shape;3787;p58"/>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8" name="Google Shape;3788;p58"/>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9" name="Google Shape;3789;p58"/>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0" name="Google Shape;3790;p58"/>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1" name="Google Shape;3791;p58"/>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2" name="Google Shape;3792;p58"/>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3" name="Google Shape;3793;p58"/>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4" name="Google Shape;3794;p58"/>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5" name="Google Shape;3795;p58"/>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6" name="Google Shape;3796;p58"/>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7" name="Google Shape;3797;p58"/>
          <p:cNvGrpSpPr/>
          <p:nvPr/>
        </p:nvGrpSpPr>
        <p:grpSpPr>
          <a:xfrm>
            <a:off x="746826" y="2884862"/>
            <a:ext cx="235158" cy="254819"/>
            <a:chOff x="4389370" y="5843741"/>
            <a:chExt cx="235158" cy="254819"/>
          </a:xfrm>
        </p:grpSpPr>
        <p:sp>
          <p:nvSpPr>
            <p:cNvPr id="3798" name="Google Shape;3798;p58"/>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9" name="Google Shape;3799;p58"/>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00" name="Google Shape;3800;p58"/>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01" name="Google Shape;3801;p58"/>
          <p:cNvGrpSpPr/>
          <p:nvPr/>
        </p:nvGrpSpPr>
        <p:grpSpPr>
          <a:xfrm>
            <a:off x="2032785" y="2864028"/>
            <a:ext cx="276426" cy="296488"/>
            <a:chOff x="5091839" y="5784638"/>
            <a:chExt cx="276426" cy="296488"/>
          </a:xfrm>
        </p:grpSpPr>
        <p:sp>
          <p:nvSpPr>
            <p:cNvPr id="3802" name="Google Shape;3802;p58"/>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3" name="Google Shape;3803;p58"/>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4" name="Google Shape;3804;p58"/>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5" name="Google Shape;3805;p58"/>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8"/>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7" name="Google Shape;3807;p58"/>
          <p:cNvGrpSpPr/>
          <p:nvPr/>
        </p:nvGrpSpPr>
        <p:grpSpPr>
          <a:xfrm>
            <a:off x="2463099" y="2877574"/>
            <a:ext cx="281626" cy="269395"/>
            <a:chOff x="5430823" y="5858108"/>
            <a:chExt cx="252716" cy="241740"/>
          </a:xfrm>
        </p:grpSpPr>
        <p:sp>
          <p:nvSpPr>
            <p:cNvPr id="3808" name="Google Shape;3808;p58"/>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8"/>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8"/>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8"/>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2" name="Google Shape;3812;p58"/>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3" name="Google Shape;3813;p58"/>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4" name="Google Shape;3814;p58"/>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5" name="Google Shape;3815;p58"/>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6" name="Google Shape;3816;p58"/>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7" name="Google Shape;3817;p58"/>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8" name="Google Shape;3818;p58"/>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9" name="Google Shape;3819;p58"/>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0" name="Google Shape;3820;p58"/>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1" name="Google Shape;3821;p58"/>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2" name="Google Shape;3822;p58"/>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3" name="Google Shape;3823;p58"/>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4" name="Google Shape;3824;p58"/>
          <p:cNvGrpSpPr/>
          <p:nvPr/>
        </p:nvGrpSpPr>
        <p:grpSpPr>
          <a:xfrm>
            <a:off x="3352841" y="2867219"/>
            <a:ext cx="257570" cy="290106"/>
            <a:chOff x="1861640" y="6171910"/>
            <a:chExt cx="257570" cy="290106"/>
          </a:xfrm>
        </p:grpSpPr>
        <p:sp>
          <p:nvSpPr>
            <p:cNvPr id="3825" name="Google Shape;3825;p58"/>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6" name="Google Shape;3826;p58"/>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7" name="Google Shape;3827;p58"/>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28" name="Google Shape;3828;p58"/>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29" name="Google Shape;3829;p58"/>
          <p:cNvGrpSpPr/>
          <p:nvPr/>
        </p:nvGrpSpPr>
        <p:grpSpPr>
          <a:xfrm>
            <a:off x="1151525" y="3320555"/>
            <a:ext cx="292164" cy="251147"/>
            <a:chOff x="2475957" y="6208716"/>
            <a:chExt cx="340636" cy="292781"/>
          </a:xfrm>
        </p:grpSpPr>
        <p:sp>
          <p:nvSpPr>
            <p:cNvPr id="3830" name="Google Shape;3830;p58"/>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1" name="Google Shape;3831;p58"/>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2" name="Google Shape;3832;p58"/>
          <p:cNvGrpSpPr/>
          <p:nvPr/>
        </p:nvGrpSpPr>
        <p:grpSpPr>
          <a:xfrm>
            <a:off x="2052093" y="3304935"/>
            <a:ext cx="237811" cy="282387"/>
            <a:chOff x="2926591" y="6168218"/>
            <a:chExt cx="257566" cy="305845"/>
          </a:xfrm>
        </p:grpSpPr>
        <p:sp>
          <p:nvSpPr>
            <p:cNvPr id="3833" name="Google Shape;3833;p58"/>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4" name="Google Shape;3834;p58"/>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5" name="Google Shape;3835;p58"/>
          <p:cNvGrpSpPr/>
          <p:nvPr/>
        </p:nvGrpSpPr>
        <p:grpSpPr>
          <a:xfrm>
            <a:off x="2482435" y="3307210"/>
            <a:ext cx="242954" cy="277837"/>
            <a:chOff x="3224448" y="6168676"/>
            <a:chExt cx="274308" cy="313692"/>
          </a:xfrm>
        </p:grpSpPr>
        <p:sp>
          <p:nvSpPr>
            <p:cNvPr id="3836" name="Google Shape;3836;p58"/>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8"/>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8" name="Google Shape;3838;p58"/>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9" name="Google Shape;3839;p58"/>
          <p:cNvGrpSpPr/>
          <p:nvPr/>
        </p:nvGrpSpPr>
        <p:grpSpPr>
          <a:xfrm>
            <a:off x="2903479" y="3301812"/>
            <a:ext cx="281150" cy="288633"/>
            <a:chOff x="3602929" y="6140885"/>
            <a:chExt cx="339758" cy="348802"/>
          </a:xfrm>
        </p:grpSpPr>
        <p:sp>
          <p:nvSpPr>
            <p:cNvPr id="3840" name="Google Shape;3840;p58"/>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1" name="Google Shape;3841;p58"/>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2" name="Google Shape;3842;p58"/>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3" name="Google Shape;3843;p58"/>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4" name="Google Shape;3844;p58"/>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45" name="Google Shape;3845;p58"/>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6" name="Google Shape;3846;p58"/>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7" name="Google Shape;3847;p58"/>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48" name="Google Shape;3848;p58"/>
          <p:cNvGrpSpPr/>
          <p:nvPr/>
        </p:nvGrpSpPr>
        <p:grpSpPr>
          <a:xfrm>
            <a:off x="723588" y="4189652"/>
            <a:ext cx="281634" cy="269729"/>
            <a:chOff x="5133424" y="6149671"/>
            <a:chExt cx="281634" cy="269729"/>
          </a:xfrm>
        </p:grpSpPr>
        <p:sp>
          <p:nvSpPr>
            <p:cNvPr id="3849" name="Google Shape;3849;p58"/>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0" name="Google Shape;3850;p58"/>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1" name="Google Shape;3851;p58"/>
          <p:cNvGrpSpPr/>
          <p:nvPr/>
        </p:nvGrpSpPr>
        <p:grpSpPr>
          <a:xfrm>
            <a:off x="1150150" y="4177074"/>
            <a:ext cx="294885" cy="294885"/>
            <a:chOff x="1440000" y="6623064"/>
            <a:chExt cx="294885" cy="294885"/>
          </a:xfrm>
        </p:grpSpPr>
        <p:sp>
          <p:nvSpPr>
            <p:cNvPr id="3852" name="Google Shape;3852;p58"/>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3" name="Google Shape;3853;p58"/>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4" name="Google Shape;3854;p58"/>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5" name="Google Shape;3855;p58"/>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6" name="Google Shape;3856;p58"/>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7" name="Google Shape;3857;p58"/>
          <p:cNvGrpSpPr/>
          <p:nvPr/>
        </p:nvGrpSpPr>
        <p:grpSpPr>
          <a:xfrm>
            <a:off x="1198637" y="2870793"/>
            <a:ext cx="197939" cy="282958"/>
            <a:chOff x="3824108" y="185737"/>
            <a:chExt cx="4539896" cy="6489858"/>
          </a:xfrm>
        </p:grpSpPr>
        <p:sp>
          <p:nvSpPr>
            <p:cNvPr id="3858" name="Google Shape;3858;p58"/>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9" name="Google Shape;3859;p58"/>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60" name="Google Shape;3860;p58"/>
          <p:cNvGrpSpPr/>
          <p:nvPr/>
        </p:nvGrpSpPr>
        <p:grpSpPr>
          <a:xfrm>
            <a:off x="5090901" y="1554019"/>
            <a:ext cx="278210" cy="293633"/>
            <a:chOff x="48677" y="2535783"/>
            <a:chExt cx="467344" cy="493252"/>
          </a:xfrm>
        </p:grpSpPr>
        <p:sp>
          <p:nvSpPr>
            <p:cNvPr id="3861" name="Google Shape;3861;p58"/>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58"/>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3" name="Google Shape;3863;p58"/>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4" name="Google Shape;3864;p58"/>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5" name="Google Shape;3865;p58"/>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6" name="Google Shape;3866;p58"/>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7" name="Google Shape;3867;p58"/>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8" name="Google Shape;3868;p58"/>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9" name="Google Shape;3869;p58"/>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0" name="Google Shape;3870;p58"/>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1" name="Google Shape;3871;p58"/>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2" name="Google Shape;3872;p58"/>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73" name="Google Shape;3873;p58"/>
          <p:cNvGrpSpPr/>
          <p:nvPr/>
        </p:nvGrpSpPr>
        <p:grpSpPr>
          <a:xfrm>
            <a:off x="5985227" y="1554019"/>
            <a:ext cx="228244" cy="293633"/>
            <a:chOff x="701850" y="2535716"/>
            <a:chExt cx="383410" cy="493252"/>
          </a:xfrm>
        </p:grpSpPr>
        <p:sp>
          <p:nvSpPr>
            <p:cNvPr id="3874" name="Google Shape;3874;p58"/>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5" name="Google Shape;3875;p58"/>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6" name="Google Shape;3876;p58"/>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7" name="Google Shape;3877;p58"/>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8" name="Google Shape;3878;p58"/>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9" name="Google Shape;3879;p58"/>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0" name="Google Shape;3880;p58"/>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1" name="Google Shape;3881;p58"/>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2" name="Google Shape;3882;p58"/>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3" name="Google Shape;3883;p58"/>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4" name="Google Shape;3884;p58"/>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5" name="Google Shape;3885;p58"/>
          <p:cNvGrpSpPr/>
          <p:nvPr/>
        </p:nvGrpSpPr>
        <p:grpSpPr>
          <a:xfrm>
            <a:off x="5117502" y="1994950"/>
            <a:ext cx="225009" cy="288205"/>
            <a:chOff x="1194101" y="2504533"/>
            <a:chExt cx="416529" cy="533516"/>
          </a:xfrm>
        </p:grpSpPr>
        <p:sp>
          <p:nvSpPr>
            <p:cNvPr id="3886" name="Google Shape;3886;p58"/>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7" name="Google Shape;3887;p58"/>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8" name="Google Shape;3888;p58"/>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9" name="Google Shape;3889;p58"/>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0" name="Google Shape;3890;p58"/>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1" name="Google Shape;3891;p58"/>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2" name="Google Shape;3892;p58"/>
          <p:cNvGrpSpPr/>
          <p:nvPr/>
        </p:nvGrpSpPr>
        <p:grpSpPr>
          <a:xfrm>
            <a:off x="6863004" y="1993349"/>
            <a:ext cx="231114" cy="291407"/>
            <a:chOff x="2245112" y="2488241"/>
            <a:chExt cx="448242" cy="565181"/>
          </a:xfrm>
        </p:grpSpPr>
        <p:sp>
          <p:nvSpPr>
            <p:cNvPr id="3893" name="Google Shape;3893;p58"/>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4" name="Google Shape;3894;p58"/>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5" name="Google Shape;3895;p58"/>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6" name="Google Shape;3896;p58"/>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7" name="Google Shape;3897;p58"/>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8" name="Google Shape;3898;p58"/>
          <p:cNvGrpSpPr/>
          <p:nvPr/>
        </p:nvGrpSpPr>
        <p:grpSpPr>
          <a:xfrm>
            <a:off x="5092015" y="2432505"/>
            <a:ext cx="275982" cy="280159"/>
            <a:chOff x="3293870" y="2529907"/>
            <a:chExt cx="502882" cy="510400"/>
          </a:xfrm>
        </p:grpSpPr>
        <p:sp>
          <p:nvSpPr>
            <p:cNvPr id="3899" name="Google Shape;3899;p58"/>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0" name="Google Shape;3900;p58"/>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58"/>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58"/>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3" name="Google Shape;3903;p58"/>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4" name="Google Shape;3904;p58"/>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05" name="Google Shape;3905;p58"/>
          <p:cNvGrpSpPr/>
          <p:nvPr/>
        </p:nvGrpSpPr>
        <p:grpSpPr>
          <a:xfrm>
            <a:off x="5545821" y="2429306"/>
            <a:ext cx="231119" cy="286557"/>
            <a:chOff x="3877177" y="2526826"/>
            <a:chExt cx="451581" cy="559901"/>
          </a:xfrm>
        </p:grpSpPr>
        <p:sp>
          <p:nvSpPr>
            <p:cNvPr id="3906" name="Google Shape;3906;p58"/>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7" name="Google Shape;3907;p58"/>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8" name="Google Shape;3908;p58"/>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9" name="Google Shape;3909;p58"/>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0" name="Google Shape;3910;p58"/>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58"/>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58"/>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58"/>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14" name="Google Shape;3914;p58"/>
          <p:cNvGrpSpPr/>
          <p:nvPr/>
        </p:nvGrpSpPr>
        <p:grpSpPr>
          <a:xfrm>
            <a:off x="6857954" y="2429188"/>
            <a:ext cx="241213" cy="286793"/>
            <a:chOff x="4422849" y="2521561"/>
            <a:chExt cx="455376" cy="541528"/>
          </a:xfrm>
        </p:grpSpPr>
        <p:sp>
          <p:nvSpPr>
            <p:cNvPr id="3915" name="Google Shape;3915;p58"/>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6" name="Google Shape;3916;p58"/>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7" name="Google Shape;3917;p58"/>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8" name="Google Shape;3918;p58"/>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58"/>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58"/>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58"/>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2" name="Google Shape;3922;p58"/>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3" name="Google Shape;3923;p58"/>
          <p:cNvGrpSpPr/>
          <p:nvPr/>
        </p:nvGrpSpPr>
        <p:grpSpPr>
          <a:xfrm>
            <a:off x="8165978" y="2425901"/>
            <a:ext cx="235137" cy="293367"/>
            <a:chOff x="4971988" y="2531176"/>
            <a:chExt cx="416541" cy="519694"/>
          </a:xfrm>
        </p:grpSpPr>
        <p:sp>
          <p:nvSpPr>
            <p:cNvPr id="3924" name="Google Shape;3924;p58"/>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5" name="Google Shape;3925;p58"/>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6" name="Google Shape;3926;p58"/>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58"/>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8"/>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58"/>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58"/>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8"/>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2" name="Google Shape;3932;p58"/>
          <p:cNvGrpSpPr/>
          <p:nvPr/>
        </p:nvGrpSpPr>
        <p:grpSpPr>
          <a:xfrm>
            <a:off x="5973975" y="2865063"/>
            <a:ext cx="250749" cy="291263"/>
            <a:chOff x="5482605" y="2537592"/>
            <a:chExt cx="454256" cy="527649"/>
          </a:xfrm>
        </p:grpSpPr>
        <p:sp>
          <p:nvSpPr>
            <p:cNvPr id="3933" name="Google Shape;3933;p58"/>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4" name="Google Shape;3934;p58"/>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5" name="Google Shape;3935;p58"/>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6" name="Google Shape;3936;p58"/>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7" name="Google Shape;3937;p58"/>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8"/>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9" name="Google Shape;3939;p58"/>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0" name="Google Shape;3940;p58"/>
          <p:cNvGrpSpPr/>
          <p:nvPr/>
        </p:nvGrpSpPr>
        <p:grpSpPr>
          <a:xfrm>
            <a:off x="6863001" y="2867443"/>
            <a:ext cx="231119" cy="286502"/>
            <a:chOff x="6055860" y="2534982"/>
            <a:chExt cx="431515" cy="534918"/>
          </a:xfrm>
        </p:grpSpPr>
        <p:sp>
          <p:nvSpPr>
            <p:cNvPr id="3941" name="Google Shape;3941;p58"/>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2" name="Google Shape;3942;p58"/>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8"/>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8"/>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5" name="Google Shape;3945;p58"/>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6" name="Google Shape;3946;p58"/>
          <p:cNvGrpSpPr/>
          <p:nvPr/>
        </p:nvGrpSpPr>
        <p:grpSpPr>
          <a:xfrm>
            <a:off x="7711719" y="2866760"/>
            <a:ext cx="277298" cy="287869"/>
            <a:chOff x="6643969" y="2567634"/>
            <a:chExt cx="465813" cy="483569"/>
          </a:xfrm>
        </p:grpSpPr>
        <p:sp>
          <p:nvSpPr>
            <p:cNvPr id="3947" name="Google Shape;3947;p58"/>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8" name="Google Shape;3948;p58"/>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9" name="Google Shape;3949;p58"/>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58"/>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8"/>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8"/>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58"/>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4" name="Google Shape;3954;p58"/>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5" name="Google Shape;3955;p58"/>
          <p:cNvGrpSpPr/>
          <p:nvPr/>
        </p:nvGrpSpPr>
        <p:grpSpPr>
          <a:xfrm>
            <a:off x="5090900" y="3309698"/>
            <a:ext cx="278212" cy="281056"/>
            <a:chOff x="7154882" y="2518155"/>
            <a:chExt cx="498946" cy="504136"/>
          </a:xfrm>
        </p:grpSpPr>
        <p:sp>
          <p:nvSpPr>
            <p:cNvPr id="3956" name="Google Shape;3956;p58"/>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8"/>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8"/>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8"/>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0" name="Google Shape;3960;p58"/>
          <p:cNvGrpSpPr/>
          <p:nvPr/>
        </p:nvGrpSpPr>
        <p:grpSpPr>
          <a:xfrm>
            <a:off x="5537107" y="3301919"/>
            <a:ext cx="248547" cy="296614"/>
            <a:chOff x="7733261" y="2541659"/>
            <a:chExt cx="417515" cy="498260"/>
          </a:xfrm>
        </p:grpSpPr>
        <p:sp>
          <p:nvSpPr>
            <p:cNvPr id="3961" name="Google Shape;3961;p58"/>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58"/>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3" name="Google Shape;3963;p58"/>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4" name="Google Shape;3964;p58"/>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5" name="Google Shape;3965;p58"/>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58"/>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7" name="Google Shape;3967;p58"/>
          <p:cNvGrpSpPr/>
          <p:nvPr/>
        </p:nvGrpSpPr>
        <p:grpSpPr>
          <a:xfrm>
            <a:off x="6841602" y="3303901"/>
            <a:ext cx="273917" cy="292649"/>
            <a:chOff x="8229836" y="2563678"/>
            <a:chExt cx="460132" cy="491599"/>
          </a:xfrm>
        </p:grpSpPr>
        <p:sp>
          <p:nvSpPr>
            <p:cNvPr id="3968" name="Google Shape;3968;p58"/>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8"/>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8"/>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1" name="Google Shape;3971;p58"/>
          <p:cNvGrpSpPr/>
          <p:nvPr/>
        </p:nvGrpSpPr>
        <p:grpSpPr>
          <a:xfrm>
            <a:off x="7712221" y="3303880"/>
            <a:ext cx="276295" cy="292691"/>
            <a:chOff x="8846885" y="2518088"/>
            <a:chExt cx="508830" cy="539125"/>
          </a:xfrm>
        </p:grpSpPr>
        <p:sp>
          <p:nvSpPr>
            <p:cNvPr id="3972" name="Google Shape;3972;p58"/>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58"/>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8"/>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58"/>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6" name="Google Shape;3976;p58"/>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7" name="Google Shape;3977;p58"/>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58"/>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8"/>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8"/>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58"/>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2" name="Google Shape;3982;p58"/>
          <p:cNvGrpSpPr/>
          <p:nvPr/>
        </p:nvGrpSpPr>
        <p:grpSpPr>
          <a:xfrm>
            <a:off x="8173956" y="1991549"/>
            <a:ext cx="219181" cy="295007"/>
            <a:chOff x="2816016" y="3178006"/>
            <a:chExt cx="397499" cy="534918"/>
          </a:xfrm>
        </p:grpSpPr>
        <p:sp>
          <p:nvSpPr>
            <p:cNvPr id="3983" name="Google Shape;3983;p58"/>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58"/>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58"/>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58"/>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58"/>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8"/>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9" name="Google Shape;3989;p58"/>
          <p:cNvGrpSpPr/>
          <p:nvPr/>
        </p:nvGrpSpPr>
        <p:grpSpPr>
          <a:xfrm>
            <a:off x="5562255" y="3737702"/>
            <a:ext cx="198251" cy="285543"/>
            <a:chOff x="9513060" y="2479961"/>
            <a:chExt cx="395868" cy="570174"/>
          </a:xfrm>
        </p:grpSpPr>
        <p:sp>
          <p:nvSpPr>
            <p:cNvPr id="3990" name="Google Shape;3990;p58"/>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58"/>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58"/>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8"/>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58"/>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5" name="Google Shape;3995;p58"/>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6" name="Google Shape;3996;p58"/>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58"/>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58"/>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58"/>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8"/>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8"/>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2" name="Google Shape;4002;p58"/>
          <p:cNvGrpSpPr/>
          <p:nvPr/>
        </p:nvGrpSpPr>
        <p:grpSpPr>
          <a:xfrm>
            <a:off x="8169413" y="3736638"/>
            <a:ext cx="228267" cy="287671"/>
            <a:chOff x="604393" y="3489301"/>
            <a:chExt cx="396504" cy="499862"/>
          </a:xfrm>
        </p:grpSpPr>
        <p:sp>
          <p:nvSpPr>
            <p:cNvPr id="4003" name="Google Shape;4003;p58"/>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58"/>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58"/>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6" name="Google Shape;4006;p58"/>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7" name="Google Shape;4007;p58"/>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8" name="Google Shape;4008;p58"/>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58"/>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58"/>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8"/>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8"/>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3" name="Google Shape;4013;p58"/>
          <p:cNvGrpSpPr/>
          <p:nvPr/>
        </p:nvGrpSpPr>
        <p:grpSpPr>
          <a:xfrm>
            <a:off x="5964895" y="3738686"/>
            <a:ext cx="268908" cy="283576"/>
            <a:chOff x="1142210" y="3498449"/>
            <a:chExt cx="451719" cy="476358"/>
          </a:xfrm>
        </p:grpSpPr>
        <p:sp>
          <p:nvSpPr>
            <p:cNvPr id="4014" name="Google Shape;4014;p58"/>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5" name="Google Shape;4015;p58"/>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58"/>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58"/>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58"/>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8"/>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58"/>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1" name="Google Shape;4021;p58"/>
          <p:cNvGrpSpPr/>
          <p:nvPr/>
        </p:nvGrpSpPr>
        <p:grpSpPr>
          <a:xfrm>
            <a:off x="8169426" y="3305047"/>
            <a:ext cx="228242" cy="290356"/>
            <a:chOff x="1729639" y="3477349"/>
            <a:chExt cx="430645" cy="547739"/>
          </a:xfrm>
        </p:grpSpPr>
        <p:sp>
          <p:nvSpPr>
            <p:cNvPr id="4022" name="Google Shape;4022;p58"/>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58"/>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8"/>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58"/>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6" name="Google Shape;4026;p58"/>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58"/>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8"/>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58"/>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58"/>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58"/>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2" name="Google Shape;4032;p58"/>
          <p:cNvGrpSpPr/>
          <p:nvPr/>
        </p:nvGrpSpPr>
        <p:grpSpPr>
          <a:xfrm>
            <a:off x="7273192" y="3736123"/>
            <a:ext cx="274581" cy="288701"/>
            <a:chOff x="3555984" y="3414449"/>
            <a:chExt cx="550815" cy="579255"/>
          </a:xfrm>
        </p:grpSpPr>
        <p:sp>
          <p:nvSpPr>
            <p:cNvPr id="4033" name="Google Shape;4033;p58"/>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4" name="Google Shape;4034;p58"/>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8"/>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8"/>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58"/>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8" name="Google Shape;4038;p58"/>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9" name="Google Shape;4039;p58"/>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8"/>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8"/>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8"/>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8"/>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4" name="Google Shape;4044;p58"/>
          <p:cNvGrpSpPr/>
          <p:nvPr/>
        </p:nvGrpSpPr>
        <p:grpSpPr>
          <a:xfrm>
            <a:off x="5545828" y="4168680"/>
            <a:ext cx="231106" cy="295899"/>
            <a:chOff x="4598321" y="3464395"/>
            <a:chExt cx="388217" cy="497058"/>
          </a:xfrm>
        </p:grpSpPr>
        <p:sp>
          <p:nvSpPr>
            <p:cNvPr id="4045" name="Google Shape;4045;p58"/>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6" name="Google Shape;4046;p58"/>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7" name="Google Shape;4047;p58"/>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8" name="Google Shape;4048;p58"/>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9" name="Google Shape;4049;p58"/>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0" name="Google Shape;4050;p58"/>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1" name="Google Shape;4051;p58"/>
          <p:cNvGrpSpPr/>
          <p:nvPr/>
        </p:nvGrpSpPr>
        <p:grpSpPr>
          <a:xfrm>
            <a:off x="6866045" y="1556800"/>
            <a:ext cx="225031" cy="288072"/>
            <a:chOff x="6248839" y="1967937"/>
            <a:chExt cx="280273" cy="358744"/>
          </a:xfrm>
        </p:grpSpPr>
        <p:sp>
          <p:nvSpPr>
            <p:cNvPr id="4052" name="Google Shape;4052;p5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58"/>
          <p:cNvGrpSpPr/>
          <p:nvPr/>
        </p:nvGrpSpPr>
        <p:grpSpPr>
          <a:xfrm>
            <a:off x="7297521" y="3296922"/>
            <a:ext cx="224993" cy="300082"/>
            <a:chOff x="5807156" y="2881113"/>
            <a:chExt cx="261043" cy="348163"/>
          </a:xfrm>
        </p:grpSpPr>
        <p:sp>
          <p:nvSpPr>
            <p:cNvPr id="4059" name="Google Shape;4059;p5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58"/>
          <p:cNvGrpSpPr/>
          <p:nvPr/>
        </p:nvGrpSpPr>
        <p:grpSpPr>
          <a:xfrm>
            <a:off x="5966053" y="1990936"/>
            <a:ext cx="265148" cy="283511"/>
            <a:chOff x="6662932" y="1247775"/>
            <a:chExt cx="4910139" cy="5164137"/>
          </a:xfrm>
        </p:grpSpPr>
        <p:sp>
          <p:nvSpPr>
            <p:cNvPr id="4065" name="Google Shape;4065;p58"/>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8"/>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8"/>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8"/>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9" name="Google Shape;4069;p58"/>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0" name="Google Shape;4070;p58"/>
          <p:cNvGrpSpPr/>
          <p:nvPr/>
        </p:nvGrpSpPr>
        <p:grpSpPr>
          <a:xfrm>
            <a:off x="1594847" y="1986405"/>
            <a:ext cx="285850" cy="285816"/>
            <a:chOff x="2613025" y="6299681"/>
            <a:chExt cx="567952" cy="559218"/>
          </a:xfrm>
        </p:grpSpPr>
        <p:sp>
          <p:nvSpPr>
            <p:cNvPr id="4071" name="Google Shape;4071;p58"/>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2" name="Google Shape;4072;p58"/>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3" name="Google Shape;4073;p58"/>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4" name="Google Shape;4074;p58"/>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5" name="Google Shape;4075;p58"/>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6" name="Google Shape;4076;p58"/>
          <p:cNvGrpSpPr/>
          <p:nvPr/>
        </p:nvGrpSpPr>
        <p:grpSpPr>
          <a:xfrm>
            <a:off x="2909357" y="2869718"/>
            <a:ext cx="265141" cy="282827"/>
            <a:chOff x="4283699" y="2858592"/>
            <a:chExt cx="278538" cy="297119"/>
          </a:xfrm>
        </p:grpSpPr>
        <p:grpSp>
          <p:nvGrpSpPr>
            <p:cNvPr id="4077" name="Google Shape;4077;p58"/>
            <p:cNvGrpSpPr/>
            <p:nvPr/>
          </p:nvGrpSpPr>
          <p:grpSpPr>
            <a:xfrm>
              <a:off x="4329739" y="2910394"/>
              <a:ext cx="135447" cy="213130"/>
              <a:chOff x="4304285" y="3299390"/>
              <a:chExt cx="135447" cy="213130"/>
            </a:xfrm>
          </p:grpSpPr>
          <p:sp>
            <p:nvSpPr>
              <p:cNvPr id="4078" name="Google Shape;4078;p58"/>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8"/>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8"/>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8"/>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8"/>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8"/>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8"/>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8"/>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58"/>
            <p:cNvGrpSpPr/>
            <p:nvPr/>
          </p:nvGrpSpPr>
          <p:grpSpPr>
            <a:xfrm>
              <a:off x="4283699" y="2858592"/>
              <a:ext cx="278538" cy="297119"/>
              <a:chOff x="3127067" y="4261321"/>
              <a:chExt cx="240950" cy="259901"/>
            </a:xfrm>
          </p:grpSpPr>
          <p:sp>
            <p:nvSpPr>
              <p:cNvPr id="4087" name="Google Shape;4087;p58"/>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8"/>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8"/>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0" name="Google Shape;4090;p58"/>
          <p:cNvGrpSpPr/>
          <p:nvPr/>
        </p:nvGrpSpPr>
        <p:grpSpPr>
          <a:xfrm>
            <a:off x="6431033" y="3743823"/>
            <a:ext cx="219067" cy="281869"/>
            <a:chOff x="8907463" y="1231901"/>
            <a:chExt cx="3289300" cy="4232274"/>
          </a:xfrm>
        </p:grpSpPr>
        <p:sp>
          <p:nvSpPr>
            <p:cNvPr id="4091" name="Google Shape;4091;p58"/>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2" name="Google Shape;4092;p58"/>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3" name="Google Shape;4093;p58"/>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4" name="Google Shape;4094;p58"/>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8" name="Shape 4098"/>
        <p:cNvGrpSpPr/>
        <p:nvPr/>
      </p:nvGrpSpPr>
      <p:grpSpPr>
        <a:xfrm>
          <a:off x="0" y="0"/>
          <a:ext cx="0" cy="0"/>
          <a:chOff x="0" y="0"/>
          <a:chExt cx="0" cy="0"/>
        </a:xfrm>
      </p:grpSpPr>
      <p:sp>
        <p:nvSpPr>
          <p:cNvPr id="4099" name="Google Shape;4099;p59"/>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100" name="Google Shape;4100;p59"/>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101" name="Google Shape;4101;p59"/>
          <p:cNvGrpSpPr/>
          <p:nvPr/>
        </p:nvGrpSpPr>
        <p:grpSpPr>
          <a:xfrm>
            <a:off x="2478999" y="1561177"/>
            <a:ext cx="255299" cy="276740"/>
            <a:chOff x="3110102" y="1499880"/>
            <a:chExt cx="330613" cy="358379"/>
          </a:xfrm>
        </p:grpSpPr>
        <p:sp>
          <p:nvSpPr>
            <p:cNvPr id="4102" name="Google Shape;4102;p5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59"/>
          <p:cNvGrpSpPr/>
          <p:nvPr/>
        </p:nvGrpSpPr>
        <p:grpSpPr>
          <a:xfrm>
            <a:off x="3792575" y="3313078"/>
            <a:ext cx="255005" cy="277231"/>
            <a:chOff x="2667058" y="1500293"/>
            <a:chExt cx="330231" cy="359015"/>
          </a:xfrm>
        </p:grpSpPr>
        <p:sp>
          <p:nvSpPr>
            <p:cNvPr id="4110" name="Google Shape;4110;p59"/>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9"/>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9"/>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9"/>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9"/>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9"/>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8" name="Google Shape;4128;p59"/>
          <p:cNvGrpSpPr/>
          <p:nvPr/>
        </p:nvGrpSpPr>
        <p:grpSpPr>
          <a:xfrm>
            <a:off x="3781462" y="2001756"/>
            <a:ext cx="277231" cy="276937"/>
            <a:chOff x="1309875" y="1499912"/>
            <a:chExt cx="359015" cy="358633"/>
          </a:xfrm>
        </p:grpSpPr>
        <p:sp>
          <p:nvSpPr>
            <p:cNvPr id="4129" name="Google Shape;4129;p5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59"/>
          <p:cNvGrpSpPr/>
          <p:nvPr/>
        </p:nvGrpSpPr>
        <p:grpSpPr>
          <a:xfrm>
            <a:off x="1163120" y="2001609"/>
            <a:ext cx="255299" cy="277231"/>
            <a:chOff x="2219466" y="1500293"/>
            <a:chExt cx="330613" cy="359015"/>
          </a:xfrm>
        </p:grpSpPr>
        <p:sp>
          <p:nvSpPr>
            <p:cNvPr id="4139" name="Google Shape;4139;p5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59"/>
          <p:cNvGrpSpPr/>
          <p:nvPr/>
        </p:nvGrpSpPr>
        <p:grpSpPr>
          <a:xfrm>
            <a:off x="7313674" y="2435666"/>
            <a:ext cx="193564" cy="276066"/>
            <a:chOff x="4882340" y="1509358"/>
            <a:chExt cx="246171" cy="351095"/>
          </a:xfrm>
        </p:grpSpPr>
        <p:sp>
          <p:nvSpPr>
            <p:cNvPr id="4142" name="Google Shape;4142;p5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7" name="Google Shape;4147;p59"/>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8" name="Google Shape;4148;p59"/>
          <p:cNvGrpSpPr/>
          <p:nvPr/>
        </p:nvGrpSpPr>
        <p:grpSpPr>
          <a:xfrm>
            <a:off x="6919416" y="3313559"/>
            <a:ext cx="121815" cy="276641"/>
            <a:chOff x="7699309" y="1508626"/>
            <a:chExt cx="154922" cy="351827"/>
          </a:xfrm>
        </p:grpSpPr>
        <p:sp>
          <p:nvSpPr>
            <p:cNvPr id="4149" name="Google Shape;4149;p5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9"/>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59"/>
          <p:cNvGrpSpPr/>
          <p:nvPr/>
        </p:nvGrpSpPr>
        <p:grpSpPr>
          <a:xfrm>
            <a:off x="7272585" y="3337042"/>
            <a:ext cx="275741" cy="229676"/>
            <a:chOff x="5770336" y="2007615"/>
            <a:chExt cx="350682" cy="292097"/>
          </a:xfrm>
        </p:grpSpPr>
        <p:sp>
          <p:nvSpPr>
            <p:cNvPr id="4157" name="Google Shape;4157;p5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1" name="Google Shape;4161;p59"/>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2" name="Google Shape;4162;p59"/>
          <p:cNvGrpSpPr/>
          <p:nvPr/>
        </p:nvGrpSpPr>
        <p:grpSpPr>
          <a:xfrm>
            <a:off x="7718731" y="2868895"/>
            <a:ext cx="262062" cy="275166"/>
            <a:chOff x="7548967" y="1978927"/>
            <a:chExt cx="333285" cy="349950"/>
          </a:xfrm>
        </p:grpSpPr>
        <p:sp>
          <p:nvSpPr>
            <p:cNvPr id="4163" name="Google Shape;4163;p5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59"/>
          <p:cNvGrpSpPr/>
          <p:nvPr/>
        </p:nvGrpSpPr>
        <p:grpSpPr>
          <a:xfrm>
            <a:off x="7274223" y="2868758"/>
            <a:ext cx="272465" cy="275441"/>
            <a:chOff x="6214142" y="1978927"/>
            <a:chExt cx="346515" cy="350300"/>
          </a:xfrm>
        </p:grpSpPr>
        <p:sp>
          <p:nvSpPr>
            <p:cNvPr id="4171" name="Google Shape;4171;p5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3" name="Google Shape;4173;p59"/>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4" name="Google Shape;4174;p59"/>
          <p:cNvGrpSpPr/>
          <p:nvPr/>
        </p:nvGrpSpPr>
        <p:grpSpPr>
          <a:xfrm>
            <a:off x="2028202" y="2436377"/>
            <a:ext cx="290039" cy="276512"/>
            <a:chOff x="2023158" y="2439193"/>
            <a:chExt cx="290039" cy="276512"/>
          </a:xfrm>
        </p:grpSpPr>
        <p:grpSp>
          <p:nvGrpSpPr>
            <p:cNvPr id="4175" name="Google Shape;4175;p59"/>
            <p:cNvGrpSpPr/>
            <p:nvPr/>
          </p:nvGrpSpPr>
          <p:grpSpPr>
            <a:xfrm>
              <a:off x="2023158" y="2442350"/>
              <a:ext cx="84275" cy="270200"/>
              <a:chOff x="2774209" y="1954691"/>
              <a:chExt cx="116693" cy="374186"/>
            </a:xfrm>
          </p:grpSpPr>
          <p:sp>
            <p:nvSpPr>
              <p:cNvPr id="4176" name="Google Shape;4176;p5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59"/>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9"/>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59"/>
          <p:cNvGrpSpPr/>
          <p:nvPr/>
        </p:nvGrpSpPr>
        <p:grpSpPr>
          <a:xfrm>
            <a:off x="758116" y="1563707"/>
            <a:ext cx="210576" cy="271681"/>
            <a:chOff x="913012" y="2421970"/>
            <a:chExt cx="272696" cy="351827"/>
          </a:xfrm>
        </p:grpSpPr>
        <p:sp>
          <p:nvSpPr>
            <p:cNvPr id="4181" name="Google Shape;4181;p5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59"/>
          <p:cNvGrpSpPr/>
          <p:nvPr/>
        </p:nvGrpSpPr>
        <p:grpSpPr>
          <a:xfrm>
            <a:off x="1633814" y="2438940"/>
            <a:ext cx="197412" cy="271386"/>
            <a:chOff x="2274743" y="2422352"/>
            <a:chExt cx="255649" cy="351445"/>
          </a:xfrm>
        </p:grpSpPr>
        <p:sp>
          <p:nvSpPr>
            <p:cNvPr id="4186" name="Google Shape;4186;p5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59"/>
          <p:cNvGrpSpPr/>
          <p:nvPr/>
        </p:nvGrpSpPr>
        <p:grpSpPr>
          <a:xfrm>
            <a:off x="1190602" y="3737447"/>
            <a:ext cx="200334" cy="270821"/>
            <a:chOff x="1835485" y="2422352"/>
            <a:chExt cx="259433" cy="350714"/>
          </a:xfrm>
        </p:grpSpPr>
        <p:sp>
          <p:nvSpPr>
            <p:cNvPr id="4190" name="Google Shape;4190;p5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59"/>
          <p:cNvGrpSpPr/>
          <p:nvPr/>
        </p:nvGrpSpPr>
        <p:grpSpPr>
          <a:xfrm>
            <a:off x="1628558" y="2004298"/>
            <a:ext cx="207923" cy="271853"/>
            <a:chOff x="1367060" y="2422129"/>
            <a:chExt cx="269261" cy="352050"/>
          </a:xfrm>
        </p:grpSpPr>
        <p:sp>
          <p:nvSpPr>
            <p:cNvPr id="4198" name="Google Shape;4198;p5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59"/>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3" name="Google Shape;4213;p59"/>
          <p:cNvGrpSpPr/>
          <p:nvPr/>
        </p:nvGrpSpPr>
        <p:grpSpPr>
          <a:xfrm>
            <a:off x="7709803" y="2015275"/>
            <a:ext cx="279918" cy="246306"/>
            <a:chOff x="6627639" y="2443884"/>
            <a:chExt cx="355993" cy="313247"/>
          </a:xfrm>
        </p:grpSpPr>
        <p:sp>
          <p:nvSpPr>
            <p:cNvPr id="4214" name="Google Shape;4214;p5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59"/>
          <p:cNvGrpSpPr/>
          <p:nvPr/>
        </p:nvGrpSpPr>
        <p:grpSpPr>
          <a:xfrm>
            <a:off x="6404324" y="1592442"/>
            <a:ext cx="276341" cy="218572"/>
            <a:chOff x="6183451" y="2462140"/>
            <a:chExt cx="351445" cy="277976"/>
          </a:xfrm>
        </p:grpSpPr>
        <p:sp>
          <p:nvSpPr>
            <p:cNvPr id="4218" name="Google Shape;4218;p5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9"/>
          <p:cNvGrpSpPr/>
          <p:nvPr/>
        </p:nvGrpSpPr>
        <p:grpSpPr>
          <a:xfrm>
            <a:off x="6841403" y="1567546"/>
            <a:ext cx="277842" cy="268364"/>
            <a:chOff x="5735477" y="2429858"/>
            <a:chExt cx="353354" cy="341299"/>
          </a:xfrm>
        </p:grpSpPr>
        <p:sp>
          <p:nvSpPr>
            <p:cNvPr id="4226" name="Google Shape;4226;p5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9"/>
          <p:cNvGrpSpPr/>
          <p:nvPr/>
        </p:nvGrpSpPr>
        <p:grpSpPr>
          <a:xfrm>
            <a:off x="6394362" y="2037729"/>
            <a:ext cx="296267" cy="201399"/>
            <a:chOff x="5283337" y="2478774"/>
            <a:chExt cx="358633" cy="243913"/>
          </a:xfrm>
        </p:grpSpPr>
        <p:sp>
          <p:nvSpPr>
            <p:cNvPr id="4233" name="Google Shape;4233;p5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59"/>
          <p:cNvGrpSpPr/>
          <p:nvPr/>
        </p:nvGrpSpPr>
        <p:grpSpPr>
          <a:xfrm>
            <a:off x="5086591" y="1600032"/>
            <a:ext cx="284694" cy="203392"/>
            <a:chOff x="7964753" y="2470823"/>
            <a:chExt cx="362068" cy="258670"/>
          </a:xfrm>
        </p:grpSpPr>
        <p:sp>
          <p:nvSpPr>
            <p:cNvPr id="4251" name="Google Shape;4251;p5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59"/>
          <p:cNvGrpSpPr/>
          <p:nvPr/>
        </p:nvGrpSpPr>
        <p:grpSpPr>
          <a:xfrm>
            <a:off x="726249" y="2436902"/>
            <a:ext cx="274309" cy="275463"/>
            <a:chOff x="3972749" y="2894211"/>
            <a:chExt cx="355230" cy="356725"/>
          </a:xfrm>
        </p:grpSpPr>
        <p:sp>
          <p:nvSpPr>
            <p:cNvPr id="4261" name="Google Shape;4261;p5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59"/>
          <p:cNvGrpSpPr/>
          <p:nvPr/>
        </p:nvGrpSpPr>
        <p:grpSpPr>
          <a:xfrm>
            <a:off x="2903706" y="2021343"/>
            <a:ext cx="274898" cy="237764"/>
            <a:chOff x="3527797" y="2918796"/>
            <a:chExt cx="355993" cy="307904"/>
          </a:xfrm>
        </p:grpSpPr>
        <p:sp>
          <p:nvSpPr>
            <p:cNvPr id="4267" name="Google Shape;4267;p5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59"/>
          <p:cNvGrpSpPr/>
          <p:nvPr/>
        </p:nvGrpSpPr>
        <p:grpSpPr>
          <a:xfrm>
            <a:off x="1153468" y="4181619"/>
            <a:ext cx="274603" cy="274603"/>
            <a:chOff x="2639038" y="2894942"/>
            <a:chExt cx="355612" cy="355612"/>
          </a:xfrm>
        </p:grpSpPr>
        <p:sp>
          <p:nvSpPr>
            <p:cNvPr id="4278" name="Google Shape;4278;p5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59"/>
          <p:cNvGrpSpPr/>
          <p:nvPr/>
        </p:nvGrpSpPr>
        <p:grpSpPr>
          <a:xfrm>
            <a:off x="6404024" y="2874797"/>
            <a:ext cx="276942" cy="263362"/>
            <a:chOff x="7066548" y="2912594"/>
            <a:chExt cx="352209" cy="334938"/>
          </a:xfrm>
        </p:grpSpPr>
        <p:sp>
          <p:nvSpPr>
            <p:cNvPr id="4281" name="Google Shape;4281;p5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7" name="Google Shape;4287;p59"/>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9" name="Google Shape;4289;p59"/>
          <p:cNvGrpSpPr/>
          <p:nvPr/>
        </p:nvGrpSpPr>
        <p:grpSpPr>
          <a:xfrm>
            <a:off x="8166967" y="2000258"/>
            <a:ext cx="241205" cy="276341"/>
            <a:chOff x="8003015" y="2904039"/>
            <a:chExt cx="306759" cy="351445"/>
          </a:xfrm>
        </p:grpSpPr>
        <p:sp>
          <p:nvSpPr>
            <p:cNvPr id="4290" name="Google Shape;4290;p5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6" name="Google Shape;4296;p59"/>
          <p:cNvGrpSpPr/>
          <p:nvPr/>
        </p:nvGrpSpPr>
        <p:grpSpPr>
          <a:xfrm>
            <a:off x="6397172" y="2428389"/>
            <a:ext cx="290646" cy="290621"/>
            <a:chOff x="5687770" y="2885496"/>
            <a:chExt cx="369638" cy="369606"/>
          </a:xfrm>
        </p:grpSpPr>
        <p:sp>
          <p:nvSpPr>
            <p:cNvPr id="4297" name="Google Shape;4297;p5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59"/>
          <p:cNvGrpSpPr/>
          <p:nvPr/>
        </p:nvGrpSpPr>
        <p:grpSpPr>
          <a:xfrm>
            <a:off x="3788339" y="3737447"/>
            <a:ext cx="263478" cy="277452"/>
            <a:chOff x="862283" y="4274771"/>
            <a:chExt cx="341204" cy="359301"/>
          </a:xfrm>
        </p:grpSpPr>
        <p:sp>
          <p:nvSpPr>
            <p:cNvPr id="4308" name="Google Shape;4308;p5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59"/>
          <p:cNvGrpSpPr/>
          <p:nvPr/>
        </p:nvGrpSpPr>
        <p:grpSpPr>
          <a:xfrm>
            <a:off x="2027306" y="1568557"/>
            <a:ext cx="291830" cy="261979"/>
            <a:chOff x="1865381" y="4277506"/>
            <a:chExt cx="396131" cy="355612"/>
          </a:xfrm>
        </p:grpSpPr>
        <p:sp>
          <p:nvSpPr>
            <p:cNvPr id="4312" name="Google Shape;4312;p5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59"/>
          <p:cNvGrpSpPr/>
          <p:nvPr/>
        </p:nvGrpSpPr>
        <p:grpSpPr>
          <a:xfrm>
            <a:off x="1142665" y="2883218"/>
            <a:ext cx="296210" cy="265698"/>
            <a:chOff x="2411823" y="4303999"/>
            <a:chExt cx="334398" cy="299953"/>
          </a:xfrm>
        </p:grpSpPr>
        <p:sp>
          <p:nvSpPr>
            <p:cNvPr id="4319" name="Google Shape;4319;p5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59"/>
          <p:cNvGrpSpPr/>
          <p:nvPr/>
        </p:nvGrpSpPr>
        <p:grpSpPr>
          <a:xfrm>
            <a:off x="715713" y="3316295"/>
            <a:ext cx="295381" cy="270797"/>
            <a:chOff x="2903337" y="4279032"/>
            <a:chExt cx="382519" cy="350682"/>
          </a:xfrm>
        </p:grpSpPr>
        <p:sp>
          <p:nvSpPr>
            <p:cNvPr id="4327" name="Google Shape;4327;p5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9"/>
          <p:cNvGrpSpPr/>
          <p:nvPr/>
        </p:nvGrpSpPr>
        <p:grpSpPr>
          <a:xfrm>
            <a:off x="2458528" y="2909331"/>
            <a:ext cx="296241" cy="213474"/>
            <a:chOff x="3933342" y="4315767"/>
            <a:chExt cx="383632" cy="276449"/>
          </a:xfrm>
        </p:grpSpPr>
        <p:sp>
          <p:nvSpPr>
            <p:cNvPr id="4343" name="Google Shape;4343;p5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59"/>
          <p:cNvGrpSpPr/>
          <p:nvPr/>
        </p:nvGrpSpPr>
        <p:grpSpPr>
          <a:xfrm>
            <a:off x="2910140" y="2444798"/>
            <a:ext cx="262029" cy="259671"/>
            <a:chOff x="3532345" y="3362635"/>
            <a:chExt cx="339328" cy="336274"/>
          </a:xfrm>
        </p:grpSpPr>
        <p:sp>
          <p:nvSpPr>
            <p:cNvPr id="4350" name="Google Shape;4350;p59"/>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9"/>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5" name="Google Shape;4355;p59"/>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6" name="Google Shape;4356;p59"/>
          <p:cNvGrpSpPr/>
          <p:nvPr/>
        </p:nvGrpSpPr>
        <p:grpSpPr>
          <a:xfrm>
            <a:off x="1153185" y="1561803"/>
            <a:ext cx="275168" cy="275488"/>
            <a:chOff x="1323901" y="3807173"/>
            <a:chExt cx="356343" cy="356757"/>
          </a:xfrm>
        </p:grpSpPr>
        <p:sp>
          <p:nvSpPr>
            <p:cNvPr id="4357" name="Google Shape;4357;p5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1" name="Google Shape;4381;p59"/>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2" name="Google Shape;4382;p59"/>
          <p:cNvGrpSpPr/>
          <p:nvPr/>
        </p:nvGrpSpPr>
        <p:grpSpPr>
          <a:xfrm>
            <a:off x="2922715" y="2880375"/>
            <a:ext cx="236879" cy="271386"/>
            <a:chOff x="859262" y="3353920"/>
            <a:chExt cx="306759" cy="351445"/>
          </a:xfrm>
        </p:grpSpPr>
        <p:sp>
          <p:nvSpPr>
            <p:cNvPr id="4383" name="Google Shape;4383;p5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8" name="Google Shape;4388;p59"/>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0" name="Google Shape;4390;p59"/>
          <p:cNvGrpSpPr/>
          <p:nvPr/>
        </p:nvGrpSpPr>
        <p:grpSpPr>
          <a:xfrm>
            <a:off x="7738209" y="2452435"/>
            <a:ext cx="223107" cy="242530"/>
            <a:chOff x="5964227" y="3858701"/>
            <a:chExt cx="283743" cy="308444"/>
          </a:xfrm>
        </p:grpSpPr>
        <p:sp>
          <p:nvSpPr>
            <p:cNvPr id="4391" name="Google Shape;4391;p5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59"/>
          <p:cNvGrpSpPr/>
          <p:nvPr/>
        </p:nvGrpSpPr>
        <p:grpSpPr>
          <a:xfrm>
            <a:off x="5959823" y="3313484"/>
            <a:ext cx="280818" cy="276792"/>
            <a:chOff x="7415290" y="3802816"/>
            <a:chExt cx="357138" cy="352018"/>
          </a:xfrm>
        </p:grpSpPr>
        <p:sp>
          <p:nvSpPr>
            <p:cNvPr id="4396" name="Google Shape;4396;p5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9"/>
          <p:cNvGrpSpPr/>
          <p:nvPr/>
        </p:nvGrpSpPr>
        <p:grpSpPr>
          <a:xfrm>
            <a:off x="7270797" y="2023078"/>
            <a:ext cx="279317" cy="230701"/>
            <a:chOff x="6889712" y="3833413"/>
            <a:chExt cx="355230" cy="293401"/>
          </a:xfrm>
        </p:grpSpPr>
        <p:sp>
          <p:nvSpPr>
            <p:cNvPr id="4405" name="Google Shape;4405;p5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59"/>
          <p:cNvGrpSpPr/>
          <p:nvPr/>
        </p:nvGrpSpPr>
        <p:grpSpPr>
          <a:xfrm>
            <a:off x="5117934" y="2441129"/>
            <a:ext cx="222009" cy="265142"/>
            <a:chOff x="1635875" y="237775"/>
            <a:chExt cx="4370250" cy="5219325"/>
          </a:xfrm>
        </p:grpSpPr>
        <p:sp>
          <p:nvSpPr>
            <p:cNvPr id="4411" name="Google Shape;4411;p5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59"/>
          <p:cNvGrpSpPr/>
          <p:nvPr/>
        </p:nvGrpSpPr>
        <p:grpSpPr>
          <a:xfrm>
            <a:off x="2067798" y="2009800"/>
            <a:ext cx="210846" cy="260850"/>
            <a:chOff x="2667821" y="3361108"/>
            <a:chExt cx="273046" cy="337801"/>
          </a:xfrm>
        </p:grpSpPr>
        <p:sp>
          <p:nvSpPr>
            <p:cNvPr id="4414" name="Google Shape;4414;p5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59"/>
          <p:cNvGrpSpPr/>
          <p:nvPr/>
        </p:nvGrpSpPr>
        <p:grpSpPr>
          <a:xfrm>
            <a:off x="2499028" y="3737447"/>
            <a:ext cx="215242" cy="261832"/>
            <a:chOff x="1768821" y="3361108"/>
            <a:chExt cx="278739" cy="339073"/>
          </a:xfrm>
        </p:grpSpPr>
        <p:sp>
          <p:nvSpPr>
            <p:cNvPr id="4434" name="Google Shape;4434;p5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59"/>
          <p:cNvGrpSpPr/>
          <p:nvPr/>
        </p:nvGrpSpPr>
        <p:grpSpPr>
          <a:xfrm>
            <a:off x="5979479" y="2858329"/>
            <a:ext cx="241505" cy="296298"/>
            <a:chOff x="5337883" y="3336873"/>
            <a:chExt cx="307141" cy="376826"/>
          </a:xfrm>
        </p:grpSpPr>
        <p:sp>
          <p:nvSpPr>
            <p:cNvPr id="4446" name="Google Shape;4446;p5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9"/>
          <p:cNvGrpSpPr/>
          <p:nvPr/>
        </p:nvGrpSpPr>
        <p:grpSpPr>
          <a:xfrm>
            <a:off x="5524518" y="2038370"/>
            <a:ext cx="278142" cy="200116"/>
            <a:chOff x="6637117" y="3397843"/>
            <a:chExt cx="353735" cy="254504"/>
          </a:xfrm>
        </p:grpSpPr>
        <p:sp>
          <p:nvSpPr>
            <p:cNvPr id="4449" name="Google Shape;4449;p5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59"/>
          <p:cNvGrpSpPr/>
          <p:nvPr/>
        </p:nvGrpSpPr>
        <p:grpSpPr>
          <a:xfrm>
            <a:off x="5521804" y="1563207"/>
            <a:ext cx="283569" cy="277042"/>
            <a:chOff x="7075994" y="3349531"/>
            <a:chExt cx="360637" cy="352336"/>
          </a:xfrm>
        </p:grpSpPr>
        <p:sp>
          <p:nvSpPr>
            <p:cNvPr id="4456" name="Google Shape;4456;p5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59"/>
          <p:cNvGrpSpPr/>
          <p:nvPr/>
        </p:nvGrpSpPr>
        <p:grpSpPr>
          <a:xfrm>
            <a:off x="5961611" y="2025566"/>
            <a:ext cx="277242" cy="225725"/>
            <a:chOff x="7973468" y="3382322"/>
            <a:chExt cx="352590" cy="287072"/>
          </a:xfrm>
        </p:grpSpPr>
        <p:sp>
          <p:nvSpPr>
            <p:cNvPr id="4464" name="Google Shape;4464;p5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59"/>
          <p:cNvGrpSpPr/>
          <p:nvPr/>
        </p:nvGrpSpPr>
        <p:grpSpPr>
          <a:xfrm>
            <a:off x="718576" y="4174885"/>
            <a:ext cx="289656" cy="288071"/>
            <a:chOff x="3527780" y="2885263"/>
            <a:chExt cx="347435" cy="345534"/>
          </a:xfrm>
        </p:grpSpPr>
        <p:sp>
          <p:nvSpPr>
            <p:cNvPr id="4477" name="Google Shape;4477;p5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0" name="Google Shape;4500;p59"/>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01" name="Google Shape;4501;p59"/>
          <p:cNvGrpSpPr/>
          <p:nvPr/>
        </p:nvGrpSpPr>
        <p:grpSpPr>
          <a:xfrm>
            <a:off x="2897880" y="1555923"/>
            <a:ext cx="286550" cy="287248"/>
            <a:chOff x="3278790" y="2960179"/>
            <a:chExt cx="312896" cy="313658"/>
          </a:xfrm>
        </p:grpSpPr>
        <p:sp>
          <p:nvSpPr>
            <p:cNvPr id="4502" name="Google Shape;4502;p59"/>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3" name="Google Shape;4503;p59"/>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4" name="Google Shape;4504;p59"/>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5" name="Google Shape;4505;p59"/>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6" name="Google Shape;4506;p59"/>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7" name="Google Shape;4507;p59"/>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8" name="Google Shape;4508;p59"/>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59"/>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59"/>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1" name="Google Shape;4511;p59"/>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2" name="Google Shape;4512;p59"/>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3" name="Google Shape;4513;p59"/>
          <p:cNvGrpSpPr/>
          <p:nvPr/>
        </p:nvGrpSpPr>
        <p:grpSpPr>
          <a:xfrm>
            <a:off x="3352385" y="1553957"/>
            <a:ext cx="252317" cy="291179"/>
            <a:chOff x="3718369" y="2960179"/>
            <a:chExt cx="252317" cy="291179"/>
          </a:xfrm>
        </p:grpSpPr>
        <p:sp>
          <p:nvSpPr>
            <p:cNvPr id="4514" name="Google Shape;4514;p59"/>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5" name="Google Shape;4515;p59"/>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59"/>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59"/>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8" name="Google Shape;4518;p59"/>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9" name="Google Shape;4519;p59"/>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59"/>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21" name="Google Shape;4521;p59"/>
          <p:cNvGrpSpPr/>
          <p:nvPr/>
        </p:nvGrpSpPr>
        <p:grpSpPr>
          <a:xfrm>
            <a:off x="3783843" y="1577946"/>
            <a:ext cx="272468" cy="243203"/>
            <a:chOff x="4096988" y="2954654"/>
            <a:chExt cx="357758" cy="319373"/>
          </a:xfrm>
        </p:grpSpPr>
        <p:sp>
          <p:nvSpPr>
            <p:cNvPr id="4522" name="Google Shape;4522;p59"/>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59"/>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59"/>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25" name="Google Shape;4525;p59"/>
          <p:cNvGrpSpPr/>
          <p:nvPr/>
        </p:nvGrpSpPr>
        <p:grpSpPr>
          <a:xfrm>
            <a:off x="2464919" y="2006236"/>
            <a:ext cx="283459" cy="267976"/>
            <a:chOff x="4534852" y="2953130"/>
            <a:chExt cx="333089" cy="314896"/>
          </a:xfrm>
        </p:grpSpPr>
        <p:sp>
          <p:nvSpPr>
            <p:cNvPr id="4526" name="Google Shape;4526;p59"/>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7" name="Google Shape;4527;p59"/>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59"/>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59"/>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59"/>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1" name="Google Shape;4531;p59"/>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2" name="Google Shape;4532;p59"/>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3" name="Google Shape;4533;p59"/>
          <p:cNvGrpSpPr/>
          <p:nvPr/>
        </p:nvGrpSpPr>
        <p:grpSpPr>
          <a:xfrm>
            <a:off x="3346810" y="1995143"/>
            <a:ext cx="263468" cy="290163"/>
            <a:chOff x="4948142" y="2934556"/>
            <a:chExt cx="316060" cy="348043"/>
          </a:xfrm>
        </p:grpSpPr>
        <p:sp>
          <p:nvSpPr>
            <p:cNvPr id="4534" name="Google Shape;4534;p59"/>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59"/>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59"/>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59"/>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38" name="Google Shape;4538;p59"/>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59"/>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40" name="Google Shape;4540;p59"/>
          <p:cNvGrpSpPr/>
          <p:nvPr/>
        </p:nvGrpSpPr>
        <p:grpSpPr>
          <a:xfrm>
            <a:off x="3400001" y="2434776"/>
            <a:ext cx="157086" cy="279714"/>
            <a:chOff x="6369223" y="2964518"/>
            <a:chExt cx="222785" cy="396757"/>
          </a:xfrm>
        </p:grpSpPr>
        <p:sp>
          <p:nvSpPr>
            <p:cNvPr id="4541" name="Google Shape;4541;p59"/>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59"/>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59"/>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59"/>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59"/>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59"/>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59"/>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59"/>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59"/>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0" name="Google Shape;4550;p59"/>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1" name="Google Shape;4551;p59"/>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59"/>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59"/>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59"/>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59"/>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6" name="Google Shape;4556;p59"/>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7" name="Google Shape;4557;p59"/>
          <p:cNvGrpSpPr/>
          <p:nvPr/>
        </p:nvGrpSpPr>
        <p:grpSpPr>
          <a:xfrm>
            <a:off x="3799307" y="2434010"/>
            <a:ext cx="241541" cy="281247"/>
            <a:chOff x="6735413" y="2947320"/>
            <a:chExt cx="355678" cy="414146"/>
          </a:xfrm>
        </p:grpSpPr>
        <p:sp>
          <p:nvSpPr>
            <p:cNvPr id="4558" name="Google Shape;4558;p59"/>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59"/>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59"/>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59"/>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2" name="Google Shape;4562;p59"/>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3" name="Google Shape;4563;p59"/>
          <p:cNvGrpSpPr/>
          <p:nvPr/>
        </p:nvGrpSpPr>
        <p:grpSpPr>
          <a:xfrm>
            <a:off x="718562" y="2868047"/>
            <a:ext cx="289683" cy="296041"/>
            <a:chOff x="7257478" y="2913982"/>
            <a:chExt cx="399287" cy="408051"/>
          </a:xfrm>
        </p:grpSpPr>
        <p:sp>
          <p:nvSpPr>
            <p:cNvPr id="4564" name="Google Shape;4564;p59"/>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5" name="Google Shape;4565;p59"/>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59"/>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9"/>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8" name="Google Shape;4568;p59"/>
          <p:cNvGrpSpPr/>
          <p:nvPr/>
        </p:nvGrpSpPr>
        <p:grpSpPr>
          <a:xfrm>
            <a:off x="1587176" y="2871517"/>
            <a:ext cx="290687" cy="289102"/>
            <a:chOff x="7823644" y="2909887"/>
            <a:chExt cx="454056" cy="451580"/>
          </a:xfrm>
        </p:grpSpPr>
        <p:sp>
          <p:nvSpPr>
            <p:cNvPr id="4569" name="Google Shape;4569;p59"/>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59"/>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1" name="Google Shape;4571;p59"/>
          <p:cNvGrpSpPr/>
          <p:nvPr/>
        </p:nvGrpSpPr>
        <p:grpSpPr>
          <a:xfrm>
            <a:off x="2036062" y="2884135"/>
            <a:ext cx="274319" cy="263866"/>
            <a:chOff x="8395239" y="2914123"/>
            <a:chExt cx="465105" cy="447534"/>
          </a:xfrm>
        </p:grpSpPr>
        <p:sp>
          <p:nvSpPr>
            <p:cNvPr id="4572" name="Google Shape;4572;p59"/>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59"/>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59"/>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5" name="Google Shape;4575;p59"/>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6" name="Google Shape;4576;p59"/>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77" name="Google Shape;4577;p59"/>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8" name="Google Shape;4578;p59"/>
          <p:cNvGrpSpPr/>
          <p:nvPr/>
        </p:nvGrpSpPr>
        <p:grpSpPr>
          <a:xfrm>
            <a:off x="3779701" y="2908487"/>
            <a:ext cx="280752" cy="215162"/>
            <a:chOff x="2819400" y="3422522"/>
            <a:chExt cx="364235" cy="279177"/>
          </a:xfrm>
        </p:grpSpPr>
        <p:sp>
          <p:nvSpPr>
            <p:cNvPr id="4579" name="Google Shape;4579;p59"/>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9"/>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9"/>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2" name="Google Shape;4582;p59"/>
          <p:cNvGrpSpPr/>
          <p:nvPr/>
        </p:nvGrpSpPr>
        <p:grpSpPr>
          <a:xfrm>
            <a:off x="1148978" y="3309819"/>
            <a:ext cx="283582" cy="283749"/>
            <a:chOff x="3308127" y="3414712"/>
            <a:chExt cx="283582" cy="283749"/>
          </a:xfrm>
        </p:grpSpPr>
        <p:sp>
          <p:nvSpPr>
            <p:cNvPr id="4583" name="Google Shape;4583;p59"/>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59"/>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59"/>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59"/>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59"/>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8" name="Google Shape;4588;p59"/>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9" name="Google Shape;4589;p59"/>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59"/>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9"/>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2" name="Google Shape;4592;p59"/>
          <p:cNvGrpSpPr/>
          <p:nvPr/>
        </p:nvGrpSpPr>
        <p:grpSpPr>
          <a:xfrm>
            <a:off x="1584413" y="3311183"/>
            <a:ext cx="296212" cy="281021"/>
            <a:chOff x="3746563" y="3363372"/>
            <a:chExt cx="379857" cy="360330"/>
          </a:xfrm>
        </p:grpSpPr>
        <p:sp>
          <p:nvSpPr>
            <p:cNvPr id="4593" name="Google Shape;4593;p59"/>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59"/>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5" name="Google Shape;4595;p59"/>
          <p:cNvGrpSpPr/>
          <p:nvPr/>
        </p:nvGrpSpPr>
        <p:grpSpPr>
          <a:xfrm>
            <a:off x="2030881" y="3309353"/>
            <a:ext cx="284680" cy="284681"/>
            <a:chOff x="4218812" y="3375183"/>
            <a:chExt cx="348233" cy="348234"/>
          </a:xfrm>
        </p:grpSpPr>
        <p:sp>
          <p:nvSpPr>
            <p:cNvPr id="4596" name="Google Shape;4596;p59"/>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9"/>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9"/>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59"/>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0" name="Google Shape;4600;p59"/>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59"/>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59"/>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59"/>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9"/>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9"/>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59"/>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7" name="Google Shape;4607;p59"/>
          <p:cNvGrpSpPr/>
          <p:nvPr/>
        </p:nvGrpSpPr>
        <p:grpSpPr>
          <a:xfrm>
            <a:off x="2893034" y="3338723"/>
            <a:ext cx="296241" cy="225940"/>
            <a:chOff x="4761833" y="3377945"/>
            <a:chExt cx="497299" cy="379285"/>
          </a:xfrm>
        </p:grpSpPr>
        <p:sp>
          <p:nvSpPr>
            <p:cNvPr id="4608" name="Google Shape;4608;p59"/>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59"/>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59"/>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9"/>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59"/>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59"/>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59"/>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9"/>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9"/>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59"/>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59"/>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9" name="Google Shape;4619;p59"/>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59"/>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59"/>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9"/>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59"/>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59"/>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5" name="Google Shape;4625;p59"/>
          <p:cNvGrpSpPr/>
          <p:nvPr/>
        </p:nvGrpSpPr>
        <p:grpSpPr>
          <a:xfrm>
            <a:off x="3354985" y="3304789"/>
            <a:ext cx="247117" cy="293809"/>
            <a:chOff x="5347334" y="3466432"/>
            <a:chExt cx="353377" cy="420147"/>
          </a:xfrm>
        </p:grpSpPr>
        <p:sp>
          <p:nvSpPr>
            <p:cNvPr id="4626" name="Google Shape;4626;p59"/>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59"/>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59"/>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9"/>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59"/>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1" name="Google Shape;4631;p59"/>
          <p:cNvGrpSpPr/>
          <p:nvPr/>
        </p:nvGrpSpPr>
        <p:grpSpPr>
          <a:xfrm>
            <a:off x="717494" y="3737447"/>
            <a:ext cx="291819" cy="260513"/>
            <a:chOff x="5862256" y="3462622"/>
            <a:chExt cx="442150" cy="394716"/>
          </a:xfrm>
        </p:grpSpPr>
        <p:sp>
          <p:nvSpPr>
            <p:cNvPr id="4632" name="Google Shape;4632;p59"/>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59"/>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59"/>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9"/>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59"/>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59"/>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59"/>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9" name="Google Shape;4639;p59"/>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59"/>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59"/>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59"/>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3" name="Google Shape;4643;p59"/>
          <p:cNvGrpSpPr/>
          <p:nvPr/>
        </p:nvGrpSpPr>
        <p:grpSpPr>
          <a:xfrm>
            <a:off x="1592569" y="3737447"/>
            <a:ext cx="279902" cy="280051"/>
            <a:chOff x="6354127" y="3485482"/>
            <a:chExt cx="358711" cy="358902"/>
          </a:xfrm>
        </p:grpSpPr>
        <p:sp>
          <p:nvSpPr>
            <p:cNvPr id="4644" name="Google Shape;4644;p59"/>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5" name="Google Shape;4645;p59"/>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6" name="Google Shape;4646;p59"/>
          <p:cNvGrpSpPr/>
          <p:nvPr/>
        </p:nvGrpSpPr>
        <p:grpSpPr>
          <a:xfrm>
            <a:off x="2901487" y="3737447"/>
            <a:ext cx="279335" cy="275742"/>
            <a:chOff x="6790658" y="3513295"/>
            <a:chExt cx="328707" cy="324517"/>
          </a:xfrm>
        </p:grpSpPr>
        <p:sp>
          <p:nvSpPr>
            <p:cNvPr id="4647" name="Google Shape;4647;p59"/>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9"/>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9"/>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9"/>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1" name="Google Shape;4651;p59"/>
          <p:cNvGrpSpPr/>
          <p:nvPr/>
        </p:nvGrpSpPr>
        <p:grpSpPr>
          <a:xfrm>
            <a:off x="3354976" y="3737447"/>
            <a:ext cx="247135" cy="294105"/>
            <a:chOff x="7352061" y="3502848"/>
            <a:chExt cx="371855" cy="442596"/>
          </a:xfrm>
        </p:grpSpPr>
        <p:sp>
          <p:nvSpPr>
            <p:cNvPr id="4652" name="Google Shape;4652;p59"/>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9"/>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59"/>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59"/>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6" name="Google Shape;4656;p59"/>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7" name="Google Shape;4657;p59"/>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59"/>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59"/>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59"/>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59"/>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2" name="Google Shape;4662;p59"/>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3" name="Google Shape;4663;p59"/>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9"/>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5" name="Google Shape;4665;p59"/>
          <p:cNvGrpSpPr/>
          <p:nvPr/>
        </p:nvGrpSpPr>
        <p:grpSpPr>
          <a:xfrm>
            <a:off x="7742127" y="1565064"/>
            <a:ext cx="215271" cy="273328"/>
            <a:chOff x="3347959" y="2600420"/>
            <a:chExt cx="572987" cy="727710"/>
          </a:xfrm>
        </p:grpSpPr>
        <p:sp>
          <p:nvSpPr>
            <p:cNvPr id="4666" name="Google Shape;4666;p59"/>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59"/>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8" name="Google Shape;4668;p59"/>
          <p:cNvGrpSpPr/>
          <p:nvPr/>
        </p:nvGrpSpPr>
        <p:grpSpPr>
          <a:xfrm>
            <a:off x="6841802" y="1999906"/>
            <a:ext cx="277044" cy="277044"/>
            <a:chOff x="4102607" y="2643282"/>
            <a:chExt cx="611981" cy="611981"/>
          </a:xfrm>
        </p:grpSpPr>
        <p:sp>
          <p:nvSpPr>
            <p:cNvPr id="4669" name="Google Shape;4669;p59"/>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59"/>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9"/>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9"/>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9"/>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4" name="Google Shape;4674;p59"/>
          <p:cNvGrpSpPr/>
          <p:nvPr/>
        </p:nvGrpSpPr>
        <p:grpSpPr>
          <a:xfrm>
            <a:off x="5527361" y="2449024"/>
            <a:ext cx="272455" cy="249351"/>
            <a:chOff x="5048630" y="2700568"/>
            <a:chExt cx="548640" cy="502117"/>
          </a:xfrm>
        </p:grpSpPr>
        <p:sp>
          <p:nvSpPr>
            <p:cNvPr id="4675" name="Google Shape;4675;p59"/>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59"/>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59"/>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59"/>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9"/>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59"/>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1" name="Google Shape;4681;p59"/>
          <p:cNvGrpSpPr/>
          <p:nvPr/>
        </p:nvGrpSpPr>
        <p:grpSpPr>
          <a:xfrm>
            <a:off x="8140574" y="2447575"/>
            <a:ext cx="293990" cy="252250"/>
            <a:chOff x="5818440" y="2673286"/>
            <a:chExt cx="649414" cy="557212"/>
          </a:xfrm>
        </p:grpSpPr>
        <p:sp>
          <p:nvSpPr>
            <p:cNvPr id="4682" name="Google Shape;4682;p59"/>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59"/>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59"/>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5" name="Google Shape;4685;p59"/>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59"/>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59"/>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59"/>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9"/>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9"/>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1" name="Google Shape;4691;p59"/>
          <p:cNvGrpSpPr/>
          <p:nvPr/>
        </p:nvGrpSpPr>
        <p:grpSpPr>
          <a:xfrm>
            <a:off x="5549473" y="2879491"/>
            <a:ext cx="228232" cy="253975"/>
            <a:chOff x="6636638" y="2702814"/>
            <a:chExt cx="504158" cy="561022"/>
          </a:xfrm>
        </p:grpSpPr>
        <p:sp>
          <p:nvSpPr>
            <p:cNvPr id="4692" name="Google Shape;4692;p59"/>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59"/>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4" name="Google Shape;4694;p59"/>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5" name="Google Shape;4695;p59"/>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6" name="Google Shape;4696;p59"/>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7" name="Google Shape;4697;p59"/>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8" name="Google Shape;4698;p59"/>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59"/>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0" name="Google Shape;4700;p59"/>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1" name="Google Shape;4701;p59"/>
          <p:cNvGrpSpPr/>
          <p:nvPr/>
        </p:nvGrpSpPr>
        <p:grpSpPr>
          <a:xfrm>
            <a:off x="6864979" y="2891133"/>
            <a:ext cx="230690" cy="230690"/>
            <a:chOff x="7309484" y="2688526"/>
            <a:chExt cx="509587" cy="509587"/>
          </a:xfrm>
        </p:grpSpPr>
        <p:sp>
          <p:nvSpPr>
            <p:cNvPr id="4702" name="Google Shape;4702;p59"/>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3" name="Google Shape;4703;p59"/>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4" name="Google Shape;4704;p59"/>
          <p:cNvGrpSpPr/>
          <p:nvPr/>
        </p:nvGrpSpPr>
        <p:grpSpPr>
          <a:xfrm>
            <a:off x="5091559" y="3314889"/>
            <a:ext cx="274759" cy="273982"/>
            <a:chOff x="8239600" y="2722721"/>
            <a:chExt cx="606933" cy="605218"/>
          </a:xfrm>
        </p:grpSpPr>
        <p:sp>
          <p:nvSpPr>
            <p:cNvPr id="4705" name="Google Shape;4705;p59"/>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6" name="Google Shape;4706;p59"/>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07" name="Google Shape;4707;p59"/>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8" name="Google Shape;4708;p59"/>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09" name="Google Shape;4709;p59"/>
          <p:cNvGrpSpPr/>
          <p:nvPr/>
        </p:nvGrpSpPr>
        <p:grpSpPr>
          <a:xfrm>
            <a:off x="7729588" y="3351605"/>
            <a:ext cx="240349" cy="200549"/>
            <a:chOff x="5106828" y="3603783"/>
            <a:chExt cx="530923" cy="443007"/>
          </a:xfrm>
        </p:grpSpPr>
        <p:sp>
          <p:nvSpPr>
            <p:cNvPr id="4710" name="Google Shape;4710;p59"/>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1" name="Google Shape;4711;p59"/>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2" name="Google Shape;4712;p59"/>
          <p:cNvGrpSpPr/>
          <p:nvPr/>
        </p:nvGrpSpPr>
        <p:grpSpPr>
          <a:xfrm>
            <a:off x="6928466" y="2429670"/>
            <a:ext cx="103716" cy="288058"/>
            <a:chOff x="7020549" y="2299902"/>
            <a:chExt cx="198957" cy="552682"/>
          </a:xfrm>
        </p:grpSpPr>
        <p:sp>
          <p:nvSpPr>
            <p:cNvPr id="4713" name="Google Shape;4713;p59"/>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4" name="Google Shape;4714;p59"/>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5" name="Google Shape;4715;p59"/>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6" name="Google Shape;4716;p59"/>
          <p:cNvGrpSpPr/>
          <p:nvPr/>
        </p:nvGrpSpPr>
        <p:grpSpPr>
          <a:xfrm>
            <a:off x="8172229" y="1553084"/>
            <a:ext cx="230680" cy="293787"/>
            <a:chOff x="4891988" y="2428300"/>
            <a:chExt cx="285424" cy="363507"/>
          </a:xfrm>
        </p:grpSpPr>
        <p:sp>
          <p:nvSpPr>
            <p:cNvPr id="4717" name="Google Shape;4717;p59"/>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9"/>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2" name="Shape 4722"/>
        <p:cNvGrpSpPr/>
        <p:nvPr/>
      </p:nvGrpSpPr>
      <p:grpSpPr>
        <a:xfrm>
          <a:off x="0" y="0"/>
          <a:ext cx="0" cy="0"/>
          <a:chOff x="0" y="0"/>
          <a:chExt cx="0" cy="0"/>
        </a:xfrm>
      </p:grpSpPr>
      <p:sp>
        <p:nvSpPr>
          <p:cNvPr id="4723" name="Google Shape;4723;p60"/>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24" name="Google Shape;4724;p60"/>
          <p:cNvGrpSpPr/>
          <p:nvPr/>
        </p:nvGrpSpPr>
        <p:grpSpPr>
          <a:xfrm>
            <a:off x="6397841" y="2437886"/>
            <a:ext cx="279411" cy="279137"/>
            <a:chOff x="849677" y="1500658"/>
            <a:chExt cx="347872" cy="347488"/>
          </a:xfrm>
        </p:grpSpPr>
        <p:sp>
          <p:nvSpPr>
            <p:cNvPr id="4725" name="Google Shape;4725;p6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60"/>
          <p:cNvGrpSpPr/>
          <p:nvPr/>
        </p:nvGrpSpPr>
        <p:grpSpPr>
          <a:xfrm>
            <a:off x="6849484" y="2437521"/>
            <a:ext cx="254403" cy="279867"/>
            <a:chOff x="1415853" y="1500658"/>
            <a:chExt cx="315872" cy="347488"/>
          </a:xfrm>
        </p:grpSpPr>
        <p:sp>
          <p:nvSpPr>
            <p:cNvPr id="4732" name="Google Shape;4732;p6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60"/>
          <p:cNvGrpSpPr/>
          <p:nvPr/>
        </p:nvGrpSpPr>
        <p:grpSpPr>
          <a:xfrm>
            <a:off x="5521813" y="1992394"/>
            <a:ext cx="281734" cy="286829"/>
            <a:chOff x="3603533" y="1964946"/>
            <a:chExt cx="347520" cy="353760"/>
          </a:xfrm>
        </p:grpSpPr>
        <p:sp>
          <p:nvSpPr>
            <p:cNvPr id="4737" name="Google Shape;4737;p6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60"/>
          <p:cNvGrpSpPr/>
          <p:nvPr/>
        </p:nvGrpSpPr>
        <p:grpSpPr>
          <a:xfrm>
            <a:off x="5086659" y="2874695"/>
            <a:ext cx="280895" cy="269846"/>
            <a:chOff x="7435629" y="1964690"/>
            <a:chExt cx="367712" cy="353248"/>
          </a:xfrm>
        </p:grpSpPr>
        <p:sp>
          <p:nvSpPr>
            <p:cNvPr id="4741" name="Google Shape;4741;p6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60"/>
          <p:cNvGrpSpPr/>
          <p:nvPr/>
        </p:nvGrpSpPr>
        <p:grpSpPr>
          <a:xfrm>
            <a:off x="2464133" y="2491910"/>
            <a:ext cx="281189" cy="171089"/>
            <a:chOff x="1404013" y="2958066"/>
            <a:chExt cx="368096" cy="223968"/>
          </a:xfrm>
        </p:grpSpPr>
        <p:sp>
          <p:nvSpPr>
            <p:cNvPr id="4746" name="Google Shape;4746;p6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8" name="Google Shape;4748;p60"/>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9" name="Google Shape;4749;p60"/>
          <p:cNvGrpSpPr/>
          <p:nvPr/>
        </p:nvGrpSpPr>
        <p:grpSpPr>
          <a:xfrm>
            <a:off x="3340041" y="2437153"/>
            <a:ext cx="282924" cy="280602"/>
            <a:chOff x="1951149" y="2885202"/>
            <a:chExt cx="370368" cy="367328"/>
          </a:xfrm>
        </p:grpSpPr>
        <p:sp>
          <p:nvSpPr>
            <p:cNvPr id="4750" name="Google Shape;4750;p6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60"/>
          <p:cNvGrpSpPr/>
          <p:nvPr/>
        </p:nvGrpSpPr>
        <p:grpSpPr>
          <a:xfrm>
            <a:off x="5515492" y="2446307"/>
            <a:ext cx="294377" cy="262295"/>
            <a:chOff x="2501677" y="2906162"/>
            <a:chExt cx="367328" cy="327296"/>
          </a:xfrm>
        </p:grpSpPr>
        <p:sp>
          <p:nvSpPr>
            <p:cNvPr id="4754" name="Google Shape;4754;p6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7" name="Google Shape;4757;p60"/>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8" name="Google Shape;4758;p60"/>
          <p:cNvGrpSpPr/>
          <p:nvPr/>
        </p:nvGrpSpPr>
        <p:grpSpPr>
          <a:xfrm>
            <a:off x="4214754" y="2874316"/>
            <a:ext cx="280895" cy="270604"/>
            <a:chOff x="3050317" y="2893714"/>
            <a:chExt cx="367712" cy="354240"/>
          </a:xfrm>
        </p:grpSpPr>
        <p:sp>
          <p:nvSpPr>
            <p:cNvPr id="4759" name="Google Shape;4759;p6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60"/>
          <p:cNvGrpSpPr/>
          <p:nvPr/>
        </p:nvGrpSpPr>
        <p:grpSpPr>
          <a:xfrm>
            <a:off x="2055058" y="2869329"/>
            <a:ext cx="227019" cy="280577"/>
            <a:chOff x="6926637" y="2886738"/>
            <a:chExt cx="297184" cy="367296"/>
          </a:xfrm>
        </p:grpSpPr>
        <p:sp>
          <p:nvSpPr>
            <p:cNvPr id="4762" name="Google Shape;4762;p6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5" name="Google Shape;4765;p60"/>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7" name="Google Shape;4767;p60"/>
          <p:cNvGrpSpPr/>
          <p:nvPr/>
        </p:nvGrpSpPr>
        <p:grpSpPr>
          <a:xfrm>
            <a:off x="2463265" y="1995226"/>
            <a:ext cx="282924" cy="281164"/>
            <a:chOff x="6340653" y="2886354"/>
            <a:chExt cx="370368" cy="368064"/>
          </a:xfrm>
        </p:grpSpPr>
        <p:sp>
          <p:nvSpPr>
            <p:cNvPr id="4768" name="Google Shape;4768;p6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0"/>
          <p:cNvGrpSpPr/>
          <p:nvPr/>
        </p:nvGrpSpPr>
        <p:grpSpPr>
          <a:xfrm>
            <a:off x="4212029" y="2433737"/>
            <a:ext cx="286345" cy="287434"/>
            <a:chOff x="1404013" y="2424754"/>
            <a:chExt cx="353600" cy="354944"/>
          </a:xfrm>
        </p:grpSpPr>
        <p:sp>
          <p:nvSpPr>
            <p:cNvPr id="4775" name="Google Shape;4775;p6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60"/>
          <p:cNvGrpSpPr/>
          <p:nvPr/>
        </p:nvGrpSpPr>
        <p:grpSpPr>
          <a:xfrm>
            <a:off x="1590732" y="2434392"/>
            <a:ext cx="286374" cy="286125"/>
            <a:chOff x="4699693" y="2424946"/>
            <a:chExt cx="354336" cy="353984"/>
          </a:xfrm>
        </p:grpSpPr>
        <p:sp>
          <p:nvSpPr>
            <p:cNvPr id="4781" name="Google Shape;4781;p6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60"/>
          <p:cNvGrpSpPr/>
          <p:nvPr/>
        </p:nvGrpSpPr>
        <p:grpSpPr>
          <a:xfrm>
            <a:off x="5957047" y="2908525"/>
            <a:ext cx="286072" cy="202186"/>
            <a:chOff x="2500941" y="2527218"/>
            <a:chExt cx="355104" cy="250944"/>
          </a:xfrm>
        </p:grpSpPr>
        <p:sp>
          <p:nvSpPr>
            <p:cNvPr id="4784" name="Google Shape;4784;p6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60"/>
          <p:cNvGrpSpPr/>
          <p:nvPr/>
        </p:nvGrpSpPr>
        <p:grpSpPr>
          <a:xfrm>
            <a:off x="3334316" y="1990459"/>
            <a:ext cx="294374" cy="290699"/>
            <a:chOff x="7993805" y="2427122"/>
            <a:chExt cx="356256" cy="351808"/>
          </a:xfrm>
        </p:grpSpPr>
        <p:sp>
          <p:nvSpPr>
            <p:cNvPr id="4790" name="Google Shape;4790;p6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60"/>
          <p:cNvGrpSpPr/>
          <p:nvPr/>
        </p:nvGrpSpPr>
        <p:grpSpPr>
          <a:xfrm>
            <a:off x="4231375" y="1994060"/>
            <a:ext cx="247653" cy="283498"/>
            <a:chOff x="878637" y="1965010"/>
            <a:chExt cx="308640" cy="353312"/>
          </a:xfrm>
        </p:grpSpPr>
        <p:sp>
          <p:nvSpPr>
            <p:cNvPr id="4794" name="Google Shape;4794;p6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60"/>
          <p:cNvGrpSpPr/>
          <p:nvPr/>
        </p:nvGrpSpPr>
        <p:grpSpPr>
          <a:xfrm>
            <a:off x="1152143" y="2434446"/>
            <a:ext cx="286333" cy="286017"/>
            <a:chOff x="5246797" y="1500658"/>
            <a:chExt cx="347872" cy="347488"/>
          </a:xfrm>
        </p:grpSpPr>
        <p:sp>
          <p:nvSpPr>
            <p:cNvPr id="4798" name="Google Shape;4798;p6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60"/>
          <p:cNvGrpSpPr/>
          <p:nvPr/>
        </p:nvGrpSpPr>
        <p:grpSpPr>
          <a:xfrm>
            <a:off x="5515375" y="2863254"/>
            <a:ext cx="294611" cy="292728"/>
            <a:chOff x="5796589" y="1500658"/>
            <a:chExt cx="349024" cy="346752"/>
          </a:xfrm>
        </p:grpSpPr>
        <p:sp>
          <p:nvSpPr>
            <p:cNvPr id="4803" name="Google Shape;4803;p6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4" name="Google Shape;4804;p60"/>
            <p:cNvGrpSpPr/>
            <p:nvPr/>
          </p:nvGrpSpPr>
          <p:grpSpPr>
            <a:xfrm>
              <a:off x="5796589" y="1500658"/>
              <a:ext cx="349024" cy="346752"/>
              <a:chOff x="5796589" y="1500658"/>
              <a:chExt cx="349024" cy="346752"/>
            </a:xfrm>
          </p:grpSpPr>
          <p:sp>
            <p:nvSpPr>
              <p:cNvPr id="4805" name="Google Shape;4805;p6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9" name="Google Shape;4809;p60"/>
          <p:cNvGrpSpPr/>
          <p:nvPr/>
        </p:nvGrpSpPr>
        <p:grpSpPr>
          <a:xfrm>
            <a:off x="5083938" y="2436480"/>
            <a:ext cx="286338" cy="281949"/>
            <a:chOff x="6895373" y="1502578"/>
            <a:chExt cx="348640" cy="343296"/>
          </a:xfrm>
        </p:grpSpPr>
        <p:sp>
          <p:nvSpPr>
            <p:cNvPr id="4810" name="Google Shape;4810;p6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0"/>
          <p:cNvGrpSpPr/>
          <p:nvPr/>
        </p:nvGrpSpPr>
        <p:grpSpPr>
          <a:xfrm>
            <a:off x="4650803" y="2436707"/>
            <a:ext cx="280909" cy="281495"/>
            <a:chOff x="2499405" y="1499890"/>
            <a:chExt cx="347488" cy="348256"/>
          </a:xfrm>
        </p:grpSpPr>
        <p:sp>
          <p:nvSpPr>
            <p:cNvPr id="4814" name="Google Shape;4814;p6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60"/>
          <p:cNvGrpSpPr/>
          <p:nvPr/>
        </p:nvGrpSpPr>
        <p:grpSpPr>
          <a:xfrm>
            <a:off x="5084077" y="2032977"/>
            <a:ext cx="286059" cy="205663"/>
            <a:chOff x="6345613" y="1549874"/>
            <a:chExt cx="348640" cy="250656"/>
          </a:xfrm>
        </p:grpSpPr>
        <p:sp>
          <p:nvSpPr>
            <p:cNvPr id="4820" name="Google Shape;4820;p6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60"/>
          <p:cNvGrpSpPr/>
          <p:nvPr/>
        </p:nvGrpSpPr>
        <p:grpSpPr>
          <a:xfrm>
            <a:off x="7282629" y="1990556"/>
            <a:ext cx="254390" cy="290505"/>
            <a:chOff x="1133133" y="3351922"/>
            <a:chExt cx="313984" cy="358560"/>
          </a:xfrm>
        </p:grpSpPr>
        <p:sp>
          <p:nvSpPr>
            <p:cNvPr id="4827" name="Google Shape;4827;p6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60"/>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4" name="Google Shape;4844;p60"/>
          <p:cNvGrpSpPr/>
          <p:nvPr/>
        </p:nvGrpSpPr>
        <p:grpSpPr>
          <a:xfrm>
            <a:off x="1613503" y="1994701"/>
            <a:ext cx="241305" cy="282215"/>
            <a:chOff x="2236525" y="3353202"/>
            <a:chExt cx="304832" cy="356512"/>
          </a:xfrm>
        </p:grpSpPr>
        <p:sp>
          <p:nvSpPr>
            <p:cNvPr id="4845" name="Google Shape;4845;p6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60"/>
          <p:cNvGrpSpPr/>
          <p:nvPr/>
        </p:nvGrpSpPr>
        <p:grpSpPr>
          <a:xfrm>
            <a:off x="2068120" y="1996158"/>
            <a:ext cx="200895" cy="279300"/>
            <a:chOff x="3910637" y="3352690"/>
            <a:chExt cx="256800" cy="357024"/>
          </a:xfrm>
        </p:grpSpPr>
        <p:sp>
          <p:nvSpPr>
            <p:cNvPr id="4849" name="Google Shape;4849;p6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60"/>
          <p:cNvGrpSpPr/>
          <p:nvPr/>
        </p:nvGrpSpPr>
        <p:grpSpPr>
          <a:xfrm>
            <a:off x="6390352" y="2862411"/>
            <a:ext cx="294388" cy="294414"/>
            <a:chOff x="6056429" y="3351922"/>
            <a:chExt cx="360064" cy="360096"/>
          </a:xfrm>
        </p:grpSpPr>
        <p:sp>
          <p:nvSpPr>
            <p:cNvPr id="4853" name="Google Shape;4853;p6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6" name="Google Shape;4856;p60"/>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7" name="Google Shape;4857;p60"/>
          <p:cNvGrpSpPr/>
          <p:nvPr/>
        </p:nvGrpSpPr>
        <p:grpSpPr>
          <a:xfrm>
            <a:off x="6833509" y="2006219"/>
            <a:ext cx="286355" cy="259179"/>
            <a:chOff x="4959533" y="3370226"/>
            <a:chExt cx="357408" cy="323488"/>
          </a:xfrm>
        </p:grpSpPr>
        <p:sp>
          <p:nvSpPr>
            <p:cNvPr id="4858" name="Google Shape;4858;p6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60"/>
          <p:cNvGrpSpPr/>
          <p:nvPr/>
        </p:nvGrpSpPr>
        <p:grpSpPr>
          <a:xfrm>
            <a:off x="7273443" y="2436441"/>
            <a:ext cx="272762" cy="282026"/>
            <a:chOff x="3316269" y="3352402"/>
            <a:chExt cx="344832" cy="356544"/>
          </a:xfrm>
        </p:grpSpPr>
        <p:sp>
          <p:nvSpPr>
            <p:cNvPr id="4861" name="Google Shape;4861;p6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4" name="Google Shape;4864;p60"/>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65" name="Google Shape;4865;p60"/>
          <p:cNvGrpSpPr/>
          <p:nvPr/>
        </p:nvGrpSpPr>
        <p:grpSpPr>
          <a:xfrm>
            <a:off x="4655172" y="1999806"/>
            <a:ext cx="272171" cy="272005"/>
            <a:chOff x="3375659" y="2803780"/>
            <a:chExt cx="468534" cy="468247"/>
          </a:xfrm>
        </p:grpSpPr>
        <p:sp>
          <p:nvSpPr>
            <p:cNvPr id="4866" name="Google Shape;4866;p60"/>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7" name="Google Shape;4867;p60"/>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8" name="Google Shape;4868;p60"/>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9" name="Google Shape;4869;p60"/>
          <p:cNvGrpSpPr/>
          <p:nvPr/>
        </p:nvGrpSpPr>
        <p:grpSpPr>
          <a:xfrm>
            <a:off x="5999639" y="1993430"/>
            <a:ext cx="200888" cy="284756"/>
            <a:chOff x="4079366" y="2807574"/>
            <a:chExt cx="327659" cy="464453"/>
          </a:xfrm>
        </p:grpSpPr>
        <p:sp>
          <p:nvSpPr>
            <p:cNvPr id="4870" name="Google Shape;4870;p60"/>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1" name="Google Shape;4871;p60"/>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2" name="Google Shape;4872;p60"/>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3" name="Google Shape;4873;p60"/>
          <p:cNvGrpSpPr/>
          <p:nvPr/>
        </p:nvGrpSpPr>
        <p:grpSpPr>
          <a:xfrm>
            <a:off x="6405248" y="1988424"/>
            <a:ext cx="264596" cy="294769"/>
            <a:chOff x="4642103" y="2784941"/>
            <a:chExt cx="421667" cy="469751"/>
          </a:xfrm>
        </p:grpSpPr>
        <p:sp>
          <p:nvSpPr>
            <p:cNvPr id="4874" name="Google Shape;4874;p60"/>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5" name="Google Shape;4875;p60"/>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6" name="Google Shape;4876;p60"/>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7" name="Google Shape;4877;p60"/>
          <p:cNvGrpSpPr/>
          <p:nvPr/>
        </p:nvGrpSpPr>
        <p:grpSpPr>
          <a:xfrm>
            <a:off x="7707090" y="1992664"/>
            <a:ext cx="286343" cy="286289"/>
            <a:chOff x="5243988" y="2762345"/>
            <a:chExt cx="506443" cy="506348"/>
          </a:xfrm>
        </p:grpSpPr>
        <p:sp>
          <p:nvSpPr>
            <p:cNvPr id="4878" name="Google Shape;4878;p60"/>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9" name="Google Shape;4879;p60"/>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0" name="Google Shape;4880;p60"/>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1" name="Google Shape;4881;p60"/>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2" name="Google Shape;4882;p60"/>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3" name="Google Shape;4883;p60"/>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4" name="Google Shape;4884;p60"/>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5" name="Google Shape;4885;p60"/>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6" name="Google Shape;4886;p60"/>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7" name="Google Shape;4887;p60"/>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8" name="Google Shape;4888;p60"/>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9" name="Google Shape;4889;p60"/>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0" name="Google Shape;4890;p60"/>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1" name="Google Shape;4891;p60"/>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2" name="Google Shape;4892;p60"/>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3" name="Google Shape;4893;p60"/>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4" name="Google Shape;4894;p60"/>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5" name="Google Shape;4895;p60"/>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6" name="Google Shape;4896;p60"/>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7" name="Google Shape;4897;p60"/>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8" name="Google Shape;4898;p60"/>
          <p:cNvGrpSpPr/>
          <p:nvPr/>
        </p:nvGrpSpPr>
        <p:grpSpPr>
          <a:xfrm>
            <a:off x="741579" y="2431963"/>
            <a:ext cx="235538" cy="290982"/>
            <a:chOff x="5930931" y="2838259"/>
            <a:chExt cx="345566" cy="426910"/>
          </a:xfrm>
        </p:grpSpPr>
        <p:sp>
          <p:nvSpPr>
            <p:cNvPr id="4899" name="Google Shape;4899;p60"/>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0" name="Google Shape;4900;p60"/>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1" name="Google Shape;4901;p60"/>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2" name="Google Shape;4902;p60"/>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3" name="Google Shape;4903;p60"/>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4" name="Google Shape;4904;p60"/>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5" name="Google Shape;4905;p60"/>
          <p:cNvGrpSpPr/>
          <p:nvPr/>
        </p:nvGrpSpPr>
        <p:grpSpPr>
          <a:xfrm>
            <a:off x="2021371" y="2447288"/>
            <a:ext cx="294392" cy="260333"/>
            <a:chOff x="6410514" y="2827010"/>
            <a:chExt cx="482610" cy="426776"/>
          </a:xfrm>
        </p:grpSpPr>
        <p:sp>
          <p:nvSpPr>
            <p:cNvPr id="4906" name="Google Shape;4906;p60"/>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7" name="Google Shape;4907;p60"/>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8" name="Google Shape;4908;p60"/>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9" name="Google Shape;4909;p60"/>
          <p:cNvGrpSpPr/>
          <p:nvPr/>
        </p:nvGrpSpPr>
        <p:grpSpPr>
          <a:xfrm>
            <a:off x="2901271" y="2434311"/>
            <a:ext cx="286370" cy="286287"/>
            <a:chOff x="7074187" y="2821019"/>
            <a:chExt cx="473261" cy="473201"/>
          </a:xfrm>
        </p:grpSpPr>
        <p:sp>
          <p:nvSpPr>
            <p:cNvPr id="4910" name="Google Shape;4910;p60"/>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1" name="Google Shape;4911;p60"/>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2" name="Google Shape;4912;p60"/>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60"/>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4" name="Google Shape;4914;p60"/>
          <p:cNvGrpSpPr/>
          <p:nvPr/>
        </p:nvGrpSpPr>
        <p:grpSpPr>
          <a:xfrm>
            <a:off x="3784900" y="2431822"/>
            <a:ext cx="267621" cy="291265"/>
            <a:chOff x="7728282" y="2752760"/>
            <a:chExt cx="500133" cy="544318"/>
          </a:xfrm>
        </p:grpSpPr>
        <p:sp>
          <p:nvSpPr>
            <p:cNvPr id="4915" name="Google Shape;4915;p60"/>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60"/>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7" name="Google Shape;4917;p60"/>
          <p:cNvGrpSpPr/>
          <p:nvPr/>
        </p:nvGrpSpPr>
        <p:grpSpPr>
          <a:xfrm>
            <a:off x="5952902" y="2438525"/>
            <a:ext cx="294361" cy="277859"/>
            <a:chOff x="8345349" y="2840924"/>
            <a:chExt cx="505948" cy="477585"/>
          </a:xfrm>
        </p:grpSpPr>
        <p:sp>
          <p:nvSpPr>
            <p:cNvPr id="4918" name="Google Shape;4918;p60"/>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9" name="Google Shape;4919;p60"/>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60"/>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60"/>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2" name="Google Shape;4922;p60"/>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3" name="Google Shape;4923;p60"/>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4" name="Google Shape;4924;p60"/>
          <p:cNvGrpSpPr/>
          <p:nvPr/>
        </p:nvGrpSpPr>
        <p:grpSpPr>
          <a:xfrm>
            <a:off x="7707078" y="2434277"/>
            <a:ext cx="286368" cy="286355"/>
            <a:chOff x="9062809" y="2809494"/>
            <a:chExt cx="438005" cy="438053"/>
          </a:xfrm>
        </p:grpSpPr>
        <p:sp>
          <p:nvSpPr>
            <p:cNvPr id="4925" name="Google Shape;4925;p60"/>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6" name="Google Shape;4926;p60"/>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60"/>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8" name="Google Shape;4928;p60"/>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9" name="Google Shape;4929;p60"/>
          <p:cNvGrpSpPr/>
          <p:nvPr/>
        </p:nvGrpSpPr>
        <p:grpSpPr>
          <a:xfrm>
            <a:off x="8145441" y="2453754"/>
            <a:ext cx="281189" cy="247401"/>
            <a:chOff x="2691097" y="3631310"/>
            <a:chExt cx="470058" cy="413575"/>
          </a:xfrm>
        </p:grpSpPr>
        <p:sp>
          <p:nvSpPr>
            <p:cNvPr id="4930" name="Google Shape;4930;p60"/>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60"/>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60"/>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3" name="Google Shape;4933;p60"/>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60"/>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35" name="Google Shape;4935;p60"/>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6" name="Google Shape;4936;p60"/>
          <p:cNvGrpSpPr/>
          <p:nvPr/>
        </p:nvGrpSpPr>
        <p:grpSpPr>
          <a:xfrm>
            <a:off x="2457541" y="2881442"/>
            <a:ext cx="294371" cy="256351"/>
            <a:chOff x="4115847" y="3637978"/>
            <a:chExt cx="538353" cy="468821"/>
          </a:xfrm>
        </p:grpSpPr>
        <p:sp>
          <p:nvSpPr>
            <p:cNvPr id="4937" name="Google Shape;4937;p60"/>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60"/>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60"/>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40" name="Google Shape;4940;p60"/>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60"/>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60"/>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43" name="Google Shape;4943;p60"/>
          <p:cNvGrpSpPr/>
          <p:nvPr/>
        </p:nvGrpSpPr>
        <p:grpSpPr>
          <a:xfrm>
            <a:off x="4643949" y="2885361"/>
            <a:ext cx="294618" cy="248513"/>
            <a:chOff x="6135242" y="3623482"/>
            <a:chExt cx="551307" cy="465032"/>
          </a:xfrm>
        </p:grpSpPr>
        <p:sp>
          <p:nvSpPr>
            <p:cNvPr id="4944" name="Google Shape;4944;p60"/>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60"/>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60"/>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60"/>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60"/>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60"/>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60"/>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60"/>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60"/>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60"/>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60"/>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5" name="Google Shape;4955;p60"/>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60"/>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60"/>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60"/>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9" name="Google Shape;4959;p60"/>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0" name="Google Shape;4960;p60"/>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1" name="Google Shape;4961;p60"/>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60"/>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60"/>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60"/>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60"/>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6" name="Google Shape;4966;p60"/>
          <p:cNvGrpSpPr/>
          <p:nvPr/>
        </p:nvGrpSpPr>
        <p:grpSpPr>
          <a:xfrm>
            <a:off x="1590783" y="2901856"/>
            <a:ext cx="286274" cy="215523"/>
            <a:chOff x="3657504" y="1595437"/>
            <a:chExt cx="4876896" cy="3671600"/>
          </a:xfrm>
        </p:grpSpPr>
        <p:sp>
          <p:nvSpPr>
            <p:cNvPr id="4967" name="Google Shape;4967;p60"/>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8" name="Google Shape;4968;p60"/>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60"/>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60"/>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60"/>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60"/>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3" name="Google Shape;4973;p60"/>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4" name="Google Shape;4974;p60"/>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5" name="Google Shape;4975;p60"/>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6" name="Google Shape;4976;p60"/>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7" name="Google Shape;4977;p60"/>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8" name="Google Shape;4978;p60"/>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9" name="Google Shape;4979;p60"/>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3" name="Shape 4983"/>
        <p:cNvGrpSpPr/>
        <p:nvPr/>
      </p:nvGrpSpPr>
      <p:grpSpPr>
        <a:xfrm>
          <a:off x="0" y="0"/>
          <a:ext cx="0" cy="0"/>
          <a:chOff x="0" y="0"/>
          <a:chExt cx="0" cy="0"/>
        </a:xfrm>
      </p:grpSpPr>
      <p:sp>
        <p:nvSpPr>
          <p:cNvPr id="4984" name="Google Shape;4984;p6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85" name="Google Shape;4985;p61"/>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6" name="Google Shape;4986;p61"/>
          <p:cNvGrpSpPr/>
          <p:nvPr/>
        </p:nvGrpSpPr>
        <p:grpSpPr>
          <a:xfrm>
            <a:off x="7264578" y="2860695"/>
            <a:ext cx="288091" cy="292613"/>
            <a:chOff x="3303268" y="3817349"/>
            <a:chExt cx="346056" cy="345674"/>
          </a:xfrm>
        </p:grpSpPr>
        <p:sp>
          <p:nvSpPr>
            <p:cNvPr id="4987" name="Google Shape;4987;p6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61"/>
          <p:cNvGrpSpPr/>
          <p:nvPr/>
        </p:nvGrpSpPr>
        <p:grpSpPr>
          <a:xfrm>
            <a:off x="7706952" y="2860695"/>
            <a:ext cx="292625" cy="292613"/>
            <a:chOff x="3752358" y="3817349"/>
            <a:chExt cx="346056" cy="345674"/>
          </a:xfrm>
        </p:grpSpPr>
        <p:sp>
          <p:nvSpPr>
            <p:cNvPr id="4992" name="Google Shape;4992;p6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61"/>
          <p:cNvGrpSpPr/>
          <p:nvPr/>
        </p:nvGrpSpPr>
        <p:grpSpPr>
          <a:xfrm>
            <a:off x="1146973" y="3308818"/>
            <a:ext cx="290210" cy="289951"/>
            <a:chOff x="5100008" y="3817349"/>
            <a:chExt cx="346024" cy="345674"/>
          </a:xfrm>
        </p:grpSpPr>
        <p:sp>
          <p:nvSpPr>
            <p:cNvPr id="4997" name="Google Shape;4997;p6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61"/>
          <p:cNvGrpSpPr/>
          <p:nvPr/>
        </p:nvGrpSpPr>
        <p:grpSpPr>
          <a:xfrm>
            <a:off x="2021604" y="3307487"/>
            <a:ext cx="292613" cy="292613"/>
            <a:chOff x="5998919" y="3817349"/>
            <a:chExt cx="345674" cy="345674"/>
          </a:xfrm>
        </p:grpSpPr>
        <p:sp>
          <p:nvSpPr>
            <p:cNvPr id="5001" name="Google Shape;5001;p6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61"/>
          <p:cNvGrpSpPr/>
          <p:nvPr/>
        </p:nvGrpSpPr>
        <p:grpSpPr>
          <a:xfrm>
            <a:off x="707757" y="3308835"/>
            <a:ext cx="290210" cy="289917"/>
            <a:chOff x="4650919" y="3817349"/>
            <a:chExt cx="346024" cy="345674"/>
          </a:xfrm>
        </p:grpSpPr>
        <p:sp>
          <p:nvSpPr>
            <p:cNvPr id="5005" name="Google Shape;5005;p6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61"/>
          <p:cNvGrpSpPr/>
          <p:nvPr/>
        </p:nvGrpSpPr>
        <p:grpSpPr>
          <a:xfrm>
            <a:off x="1587371" y="3307487"/>
            <a:ext cx="292620" cy="292613"/>
            <a:chOff x="5549861" y="3817349"/>
            <a:chExt cx="345642" cy="345674"/>
          </a:xfrm>
        </p:grpSpPr>
        <p:sp>
          <p:nvSpPr>
            <p:cNvPr id="5009" name="Google Shape;5009;p6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61"/>
          <p:cNvGrpSpPr/>
          <p:nvPr/>
        </p:nvGrpSpPr>
        <p:grpSpPr>
          <a:xfrm>
            <a:off x="5079755" y="1998883"/>
            <a:ext cx="294903" cy="275962"/>
            <a:chOff x="2766264" y="3394042"/>
            <a:chExt cx="294873" cy="275934"/>
          </a:xfrm>
        </p:grpSpPr>
        <p:sp>
          <p:nvSpPr>
            <p:cNvPr id="5013" name="Google Shape;5013;p6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61"/>
          <p:cNvGrpSpPr/>
          <p:nvPr/>
        </p:nvGrpSpPr>
        <p:grpSpPr>
          <a:xfrm>
            <a:off x="4215651" y="2043361"/>
            <a:ext cx="280913" cy="187008"/>
            <a:chOff x="4629306" y="3409193"/>
            <a:chExt cx="367255" cy="244486"/>
          </a:xfrm>
        </p:grpSpPr>
        <p:sp>
          <p:nvSpPr>
            <p:cNvPr id="5018" name="Google Shape;5018;p6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61"/>
          <p:cNvGrpSpPr/>
          <p:nvPr/>
        </p:nvGrpSpPr>
        <p:grpSpPr>
          <a:xfrm>
            <a:off x="4644456" y="3306299"/>
            <a:ext cx="294987" cy="294987"/>
            <a:chOff x="7957483" y="3350848"/>
            <a:chExt cx="357387" cy="357387"/>
          </a:xfrm>
        </p:grpSpPr>
        <p:sp>
          <p:nvSpPr>
            <p:cNvPr id="5029" name="Google Shape;5029;p6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61"/>
          <p:cNvGrpSpPr/>
          <p:nvPr/>
        </p:nvGrpSpPr>
        <p:grpSpPr>
          <a:xfrm>
            <a:off x="3780618" y="3309402"/>
            <a:ext cx="289091" cy="288782"/>
            <a:chOff x="7007771" y="3351230"/>
            <a:chExt cx="357387" cy="357005"/>
          </a:xfrm>
        </p:grpSpPr>
        <p:sp>
          <p:nvSpPr>
            <p:cNvPr id="5033" name="Google Shape;5033;p6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61"/>
          <p:cNvGrpSpPr/>
          <p:nvPr/>
        </p:nvGrpSpPr>
        <p:grpSpPr>
          <a:xfrm>
            <a:off x="2464942" y="3307492"/>
            <a:ext cx="292602" cy="292602"/>
            <a:chOff x="5108729" y="3351230"/>
            <a:chExt cx="357005" cy="357005"/>
          </a:xfrm>
        </p:grpSpPr>
        <p:sp>
          <p:nvSpPr>
            <p:cNvPr id="5039" name="Google Shape;5039;p6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61"/>
          <p:cNvGrpSpPr/>
          <p:nvPr/>
        </p:nvGrpSpPr>
        <p:grpSpPr>
          <a:xfrm>
            <a:off x="2891797" y="3307492"/>
            <a:ext cx="292619" cy="292602"/>
            <a:chOff x="5583569" y="3351230"/>
            <a:chExt cx="357419" cy="357005"/>
          </a:xfrm>
        </p:grpSpPr>
        <p:sp>
          <p:nvSpPr>
            <p:cNvPr id="5042" name="Google Shape;5042;p6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61"/>
          <p:cNvGrpSpPr/>
          <p:nvPr/>
        </p:nvGrpSpPr>
        <p:grpSpPr>
          <a:xfrm>
            <a:off x="4210995" y="3308831"/>
            <a:ext cx="290224" cy="289924"/>
            <a:chOff x="7482229" y="3351230"/>
            <a:chExt cx="357419" cy="357005"/>
          </a:xfrm>
        </p:grpSpPr>
        <p:sp>
          <p:nvSpPr>
            <p:cNvPr id="5045" name="Google Shape;5045;p6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0" name="Google Shape;5050;p61"/>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1" name="Google Shape;5051;p61"/>
          <p:cNvGrpSpPr/>
          <p:nvPr/>
        </p:nvGrpSpPr>
        <p:grpSpPr>
          <a:xfrm>
            <a:off x="4672367" y="2433634"/>
            <a:ext cx="239166" cy="289587"/>
            <a:chOff x="1836637" y="2891510"/>
            <a:chExt cx="286152" cy="346438"/>
          </a:xfrm>
        </p:grpSpPr>
        <p:sp>
          <p:nvSpPr>
            <p:cNvPr id="5052" name="Google Shape;5052;p6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61"/>
          <p:cNvGrpSpPr/>
          <p:nvPr/>
        </p:nvGrpSpPr>
        <p:grpSpPr>
          <a:xfrm>
            <a:off x="5528069" y="2880434"/>
            <a:ext cx="284088" cy="253135"/>
            <a:chOff x="1327676" y="2910480"/>
            <a:chExt cx="347934" cy="310024"/>
          </a:xfrm>
        </p:grpSpPr>
        <p:sp>
          <p:nvSpPr>
            <p:cNvPr id="5056" name="Google Shape;5056;p6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61"/>
          <p:cNvGrpSpPr/>
          <p:nvPr/>
        </p:nvGrpSpPr>
        <p:grpSpPr>
          <a:xfrm>
            <a:off x="2031508" y="2450145"/>
            <a:ext cx="272806" cy="256566"/>
            <a:chOff x="849016" y="2903255"/>
            <a:chExt cx="356655" cy="335425"/>
          </a:xfrm>
        </p:grpSpPr>
        <p:sp>
          <p:nvSpPr>
            <p:cNvPr id="5062" name="Google Shape;5062;p6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61"/>
          <p:cNvGrpSpPr/>
          <p:nvPr/>
        </p:nvGrpSpPr>
        <p:grpSpPr>
          <a:xfrm>
            <a:off x="5966092" y="2869375"/>
            <a:ext cx="276876" cy="275253"/>
            <a:chOff x="4667216" y="2915382"/>
            <a:chExt cx="320273" cy="318395"/>
          </a:xfrm>
        </p:grpSpPr>
        <p:sp>
          <p:nvSpPr>
            <p:cNvPr id="5074" name="Google Shape;5074;p6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61"/>
          <p:cNvGrpSpPr/>
          <p:nvPr/>
        </p:nvGrpSpPr>
        <p:grpSpPr>
          <a:xfrm>
            <a:off x="1156543" y="2861831"/>
            <a:ext cx="271070" cy="290341"/>
            <a:chOff x="5170480" y="2934639"/>
            <a:chExt cx="261929" cy="280550"/>
          </a:xfrm>
        </p:grpSpPr>
        <p:sp>
          <p:nvSpPr>
            <p:cNvPr id="5079" name="Google Shape;5079;p6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61"/>
          <p:cNvGrpSpPr/>
          <p:nvPr/>
        </p:nvGrpSpPr>
        <p:grpSpPr>
          <a:xfrm>
            <a:off x="3328350" y="2889014"/>
            <a:ext cx="294974" cy="235974"/>
            <a:chOff x="7500054" y="2934735"/>
            <a:chExt cx="350576" cy="280454"/>
          </a:xfrm>
        </p:grpSpPr>
        <p:sp>
          <p:nvSpPr>
            <p:cNvPr id="5087" name="Google Shape;5087;p6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61"/>
          <p:cNvGrpSpPr/>
          <p:nvPr/>
        </p:nvGrpSpPr>
        <p:grpSpPr>
          <a:xfrm>
            <a:off x="3790933" y="2863309"/>
            <a:ext cx="268460" cy="287384"/>
            <a:chOff x="7055134" y="2919170"/>
            <a:chExt cx="290321" cy="310820"/>
          </a:xfrm>
        </p:grpSpPr>
        <p:sp>
          <p:nvSpPr>
            <p:cNvPr id="5096" name="Google Shape;5096;p6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61"/>
          <p:cNvGrpSpPr/>
          <p:nvPr/>
        </p:nvGrpSpPr>
        <p:grpSpPr>
          <a:xfrm>
            <a:off x="2023383" y="2001578"/>
            <a:ext cx="289056" cy="270572"/>
            <a:chOff x="6577238" y="2457221"/>
            <a:chExt cx="332019" cy="310788"/>
          </a:xfrm>
        </p:grpSpPr>
        <p:sp>
          <p:nvSpPr>
            <p:cNvPr id="5111" name="Google Shape;5111;p6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61"/>
          <p:cNvGrpSpPr/>
          <p:nvPr/>
        </p:nvGrpSpPr>
        <p:grpSpPr>
          <a:xfrm>
            <a:off x="2466723" y="2483728"/>
            <a:ext cx="289040" cy="189400"/>
            <a:chOff x="3207778" y="2474632"/>
            <a:chExt cx="419933" cy="275170"/>
          </a:xfrm>
        </p:grpSpPr>
        <p:sp>
          <p:nvSpPr>
            <p:cNvPr id="5118" name="Google Shape;5118;p6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61"/>
          <p:cNvGrpSpPr/>
          <p:nvPr/>
        </p:nvGrpSpPr>
        <p:grpSpPr>
          <a:xfrm>
            <a:off x="2894692" y="2003395"/>
            <a:ext cx="286829" cy="266939"/>
            <a:chOff x="6099375" y="2456075"/>
            <a:chExt cx="337684" cy="314194"/>
          </a:xfrm>
        </p:grpSpPr>
        <p:sp>
          <p:nvSpPr>
            <p:cNvPr id="5133" name="Google Shape;5133;p6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61"/>
          <p:cNvGrpSpPr/>
          <p:nvPr/>
        </p:nvGrpSpPr>
        <p:grpSpPr>
          <a:xfrm>
            <a:off x="1172487" y="2468843"/>
            <a:ext cx="239183" cy="219170"/>
            <a:chOff x="2312623" y="2468584"/>
            <a:chExt cx="312698" cy="286534"/>
          </a:xfrm>
        </p:grpSpPr>
        <p:sp>
          <p:nvSpPr>
            <p:cNvPr id="5136" name="Google Shape;5136;p6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61"/>
          <p:cNvGrpSpPr/>
          <p:nvPr/>
        </p:nvGrpSpPr>
        <p:grpSpPr>
          <a:xfrm>
            <a:off x="3777706" y="2432113"/>
            <a:ext cx="294914" cy="292630"/>
            <a:chOff x="5618805" y="2440924"/>
            <a:chExt cx="345292" cy="342618"/>
          </a:xfrm>
        </p:grpSpPr>
        <p:sp>
          <p:nvSpPr>
            <p:cNvPr id="5140" name="Google Shape;5140;p6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61"/>
          <p:cNvGrpSpPr/>
          <p:nvPr/>
        </p:nvGrpSpPr>
        <p:grpSpPr>
          <a:xfrm>
            <a:off x="6391114" y="2010176"/>
            <a:ext cx="289045" cy="253377"/>
            <a:chOff x="4653179" y="2446590"/>
            <a:chExt cx="377886" cy="331255"/>
          </a:xfrm>
        </p:grpSpPr>
        <p:sp>
          <p:nvSpPr>
            <p:cNvPr id="5146" name="Google Shape;5146;p6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1"/>
          <p:cNvGrpSpPr/>
          <p:nvPr/>
        </p:nvGrpSpPr>
        <p:grpSpPr>
          <a:xfrm>
            <a:off x="6417053" y="2863441"/>
            <a:ext cx="237165" cy="287120"/>
            <a:chOff x="5184517" y="2459481"/>
            <a:chExt cx="252062" cy="305122"/>
          </a:xfrm>
        </p:grpSpPr>
        <p:sp>
          <p:nvSpPr>
            <p:cNvPr id="5151" name="Google Shape;5151;p6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61"/>
          <p:cNvGrpSpPr/>
          <p:nvPr/>
        </p:nvGrpSpPr>
        <p:grpSpPr>
          <a:xfrm>
            <a:off x="8160502" y="1992025"/>
            <a:ext cx="244984" cy="289678"/>
            <a:chOff x="8065100" y="2000174"/>
            <a:chExt cx="255086" cy="301685"/>
          </a:xfrm>
        </p:grpSpPr>
        <p:sp>
          <p:nvSpPr>
            <p:cNvPr id="5158" name="Google Shape;5158;p6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61"/>
          <p:cNvGrpSpPr/>
          <p:nvPr/>
        </p:nvGrpSpPr>
        <p:grpSpPr>
          <a:xfrm>
            <a:off x="6443509" y="2430715"/>
            <a:ext cx="184253" cy="295426"/>
            <a:chOff x="5211031" y="1969108"/>
            <a:chExt cx="226661" cy="363467"/>
          </a:xfrm>
        </p:grpSpPr>
        <p:sp>
          <p:nvSpPr>
            <p:cNvPr id="5163" name="Google Shape;5163;p6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61"/>
          <p:cNvGrpSpPr/>
          <p:nvPr/>
        </p:nvGrpSpPr>
        <p:grpSpPr>
          <a:xfrm>
            <a:off x="5528061" y="1997473"/>
            <a:ext cx="284105" cy="278782"/>
            <a:chOff x="1329585" y="1989925"/>
            <a:chExt cx="341472" cy="335074"/>
          </a:xfrm>
        </p:grpSpPr>
        <p:sp>
          <p:nvSpPr>
            <p:cNvPr id="5166" name="Google Shape;5166;p6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61"/>
          <p:cNvGrpSpPr/>
          <p:nvPr/>
        </p:nvGrpSpPr>
        <p:grpSpPr>
          <a:xfrm>
            <a:off x="2890630" y="2891769"/>
            <a:ext cx="294954" cy="230465"/>
            <a:chOff x="5626763" y="2013829"/>
            <a:chExt cx="351722" cy="274788"/>
          </a:xfrm>
        </p:grpSpPr>
        <p:sp>
          <p:nvSpPr>
            <p:cNvPr id="5170" name="Google Shape;5170;p6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61"/>
          <p:cNvGrpSpPr/>
          <p:nvPr/>
        </p:nvGrpSpPr>
        <p:grpSpPr>
          <a:xfrm>
            <a:off x="7264592" y="2014852"/>
            <a:ext cx="288064" cy="244024"/>
            <a:chOff x="2770052" y="2009628"/>
            <a:chExt cx="327085" cy="277080"/>
          </a:xfrm>
        </p:grpSpPr>
        <p:sp>
          <p:nvSpPr>
            <p:cNvPr id="5181" name="Google Shape;5181;p6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3" name="Google Shape;5183;p61"/>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4" name="Google Shape;5184;p61"/>
          <p:cNvGrpSpPr/>
          <p:nvPr/>
        </p:nvGrpSpPr>
        <p:grpSpPr>
          <a:xfrm>
            <a:off x="712415" y="2866723"/>
            <a:ext cx="280894" cy="280556"/>
            <a:chOff x="4674791" y="1977447"/>
            <a:chExt cx="344528" cy="344114"/>
          </a:xfrm>
        </p:grpSpPr>
        <p:sp>
          <p:nvSpPr>
            <p:cNvPr id="5185" name="Google Shape;5185;p6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61"/>
          <p:cNvGrpSpPr/>
          <p:nvPr/>
        </p:nvGrpSpPr>
        <p:grpSpPr>
          <a:xfrm>
            <a:off x="7706867" y="2011186"/>
            <a:ext cx="292794" cy="251356"/>
            <a:chOff x="6558300" y="1538193"/>
            <a:chExt cx="382788" cy="328613"/>
          </a:xfrm>
        </p:grpSpPr>
        <p:sp>
          <p:nvSpPr>
            <p:cNvPr id="5212" name="Google Shape;5212;p6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61"/>
          <p:cNvGrpSpPr/>
          <p:nvPr/>
        </p:nvGrpSpPr>
        <p:grpSpPr>
          <a:xfrm>
            <a:off x="3819339" y="1989423"/>
            <a:ext cx="211649" cy="294883"/>
            <a:chOff x="1394741" y="1512061"/>
            <a:chExt cx="252444" cy="351722"/>
          </a:xfrm>
        </p:grpSpPr>
        <p:sp>
          <p:nvSpPr>
            <p:cNvPr id="5215" name="Google Shape;5215;p6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61"/>
          <p:cNvGrpSpPr/>
          <p:nvPr/>
        </p:nvGrpSpPr>
        <p:grpSpPr>
          <a:xfrm>
            <a:off x="711668" y="2437235"/>
            <a:ext cx="282387" cy="282387"/>
            <a:chOff x="1819576" y="1511679"/>
            <a:chExt cx="352103" cy="352103"/>
          </a:xfrm>
        </p:grpSpPr>
        <p:sp>
          <p:nvSpPr>
            <p:cNvPr id="5233" name="Google Shape;5233;p6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61"/>
          <p:cNvGrpSpPr/>
          <p:nvPr/>
        </p:nvGrpSpPr>
        <p:grpSpPr>
          <a:xfrm>
            <a:off x="710811" y="2000924"/>
            <a:ext cx="284102" cy="271880"/>
            <a:chOff x="5621097" y="1500761"/>
            <a:chExt cx="371424" cy="355446"/>
          </a:xfrm>
        </p:grpSpPr>
        <p:sp>
          <p:nvSpPr>
            <p:cNvPr id="5238" name="Google Shape;5238;p6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61"/>
          <p:cNvGrpSpPr/>
          <p:nvPr/>
        </p:nvGrpSpPr>
        <p:grpSpPr>
          <a:xfrm>
            <a:off x="5522663" y="2446476"/>
            <a:ext cx="294901" cy="263903"/>
            <a:chOff x="4670239" y="1541599"/>
            <a:chExt cx="359679" cy="321833"/>
          </a:xfrm>
        </p:grpSpPr>
        <p:sp>
          <p:nvSpPr>
            <p:cNvPr id="5241" name="Google Shape;5241;p6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61"/>
          <p:cNvGrpSpPr/>
          <p:nvPr/>
        </p:nvGrpSpPr>
        <p:grpSpPr>
          <a:xfrm>
            <a:off x="7714828" y="2457972"/>
            <a:ext cx="276871" cy="240911"/>
            <a:chOff x="3716358" y="1544655"/>
            <a:chExt cx="361971" cy="314958"/>
          </a:xfrm>
        </p:grpSpPr>
        <p:sp>
          <p:nvSpPr>
            <p:cNvPr id="5247" name="Google Shape;5247;p6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2" name="Google Shape;5252;p61"/>
            <p:cNvGrpSpPr/>
            <p:nvPr/>
          </p:nvGrpSpPr>
          <p:grpSpPr>
            <a:xfrm>
              <a:off x="3716358" y="1544655"/>
              <a:ext cx="361971" cy="314958"/>
              <a:chOff x="3716358" y="1544655"/>
              <a:chExt cx="361971" cy="314958"/>
            </a:xfrm>
          </p:grpSpPr>
          <p:sp>
            <p:nvSpPr>
              <p:cNvPr id="5253" name="Google Shape;5253;p6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8" name="Google Shape;5258;p61"/>
          <p:cNvGrpSpPr/>
          <p:nvPr/>
        </p:nvGrpSpPr>
        <p:grpSpPr>
          <a:xfrm>
            <a:off x="6829840" y="2489007"/>
            <a:ext cx="292804" cy="178843"/>
            <a:chOff x="7009655" y="1541994"/>
            <a:chExt cx="521188" cy="318338"/>
          </a:xfrm>
        </p:grpSpPr>
        <p:sp>
          <p:nvSpPr>
            <p:cNvPr id="5259" name="Google Shape;5259;p61"/>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61"/>
          <p:cNvGrpSpPr/>
          <p:nvPr/>
        </p:nvGrpSpPr>
        <p:grpSpPr>
          <a:xfrm>
            <a:off x="1615098" y="2435682"/>
            <a:ext cx="237167" cy="285492"/>
            <a:chOff x="8034034" y="1518109"/>
            <a:chExt cx="282746" cy="340358"/>
          </a:xfrm>
        </p:grpSpPr>
        <p:sp>
          <p:nvSpPr>
            <p:cNvPr id="5268" name="Google Shape;5268;p6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61"/>
          <p:cNvGrpSpPr/>
          <p:nvPr/>
        </p:nvGrpSpPr>
        <p:grpSpPr>
          <a:xfrm>
            <a:off x="5526068" y="3307487"/>
            <a:ext cx="288091" cy="292613"/>
            <a:chOff x="2238181" y="4120624"/>
            <a:chExt cx="346056" cy="345674"/>
          </a:xfrm>
        </p:grpSpPr>
        <p:grpSp>
          <p:nvGrpSpPr>
            <p:cNvPr id="5273" name="Google Shape;5273;p61"/>
            <p:cNvGrpSpPr/>
            <p:nvPr/>
          </p:nvGrpSpPr>
          <p:grpSpPr>
            <a:xfrm>
              <a:off x="2309155" y="4177413"/>
              <a:ext cx="203862" cy="231903"/>
              <a:chOff x="1512725" y="258500"/>
              <a:chExt cx="4570900" cy="5199625"/>
            </a:xfrm>
          </p:grpSpPr>
          <p:sp>
            <p:nvSpPr>
              <p:cNvPr id="5274" name="Google Shape;5274;p6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6" name="Google Shape;5276;p6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61"/>
          <p:cNvGrpSpPr/>
          <p:nvPr/>
        </p:nvGrpSpPr>
        <p:grpSpPr>
          <a:xfrm>
            <a:off x="1173491" y="1991606"/>
            <a:ext cx="237175" cy="290516"/>
            <a:chOff x="3297649" y="2171604"/>
            <a:chExt cx="481965" cy="590359"/>
          </a:xfrm>
        </p:grpSpPr>
        <p:sp>
          <p:nvSpPr>
            <p:cNvPr id="5278" name="Google Shape;5278;p61"/>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9" name="Google Shape;5279;p61"/>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0" name="Google Shape;5280;p61"/>
          <p:cNvGrpSpPr/>
          <p:nvPr/>
        </p:nvGrpSpPr>
        <p:grpSpPr>
          <a:xfrm>
            <a:off x="2464848" y="2029590"/>
            <a:ext cx="292791" cy="214548"/>
            <a:chOff x="4165758" y="2175700"/>
            <a:chExt cx="800194" cy="586358"/>
          </a:xfrm>
        </p:grpSpPr>
        <p:sp>
          <p:nvSpPr>
            <p:cNvPr id="5281" name="Google Shape;5281;p61"/>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2" name="Google Shape;5282;p61"/>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3" name="Google Shape;5283;p61"/>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4" name="Google Shape;5284;p61"/>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5" name="Google Shape;5285;p61"/>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6" name="Google Shape;5286;p61"/>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7" name="Google Shape;5287;p61"/>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8" name="Google Shape;5288;p61"/>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9" name="Google Shape;5289;p61"/>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0" name="Google Shape;5290;p61"/>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1" name="Google Shape;5291;p61"/>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2" name="Google Shape;5292;p61"/>
          <p:cNvGrpSpPr/>
          <p:nvPr/>
        </p:nvGrpSpPr>
        <p:grpSpPr>
          <a:xfrm>
            <a:off x="3330720" y="1991747"/>
            <a:ext cx="290235" cy="290235"/>
            <a:chOff x="5121877" y="2193797"/>
            <a:chExt cx="589788" cy="589788"/>
          </a:xfrm>
        </p:grpSpPr>
        <p:sp>
          <p:nvSpPr>
            <p:cNvPr id="5293" name="Google Shape;5293;p61"/>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4" name="Google Shape;5294;p61"/>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5" name="Google Shape;5295;p61"/>
          <p:cNvGrpSpPr/>
          <p:nvPr/>
        </p:nvGrpSpPr>
        <p:grpSpPr>
          <a:xfrm>
            <a:off x="4647917" y="1992869"/>
            <a:ext cx="288065" cy="287991"/>
            <a:chOff x="6032658" y="2218372"/>
            <a:chExt cx="606324" cy="606170"/>
          </a:xfrm>
        </p:grpSpPr>
        <p:sp>
          <p:nvSpPr>
            <p:cNvPr id="5296" name="Google Shape;5296;p61"/>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7" name="Google Shape;5297;p61"/>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8" name="Google Shape;5298;p61"/>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9" name="Google Shape;5299;p61"/>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61"/>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1" name="Google Shape;5301;p61"/>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2" name="Google Shape;5302;p61"/>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3" name="Google Shape;5303;p61"/>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4" name="Google Shape;5304;p61"/>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5" name="Google Shape;5305;p61"/>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6" name="Google Shape;5306;p61"/>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7" name="Google Shape;5307;p61"/>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8" name="Google Shape;5308;p61"/>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9" name="Google Shape;5309;p61"/>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0" name="Google Shape;5310;p61"/>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1" name="Google Shape;5311;p61"/>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2" name="Google Shape;5312;p61"/>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3" name="Google Shape;5313;p61"/>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4" name="Google Shape;5314;p61"/>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5" name="Google Shape;5315;p61"/>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16" name="Google Shape;5316;p61"/>
          <p:cNvGrpSpPr/>
          <p:nvPr/>
        </p:nvGrpSpPr>
        <p:grpSpPr>
          <a:xfrm>
            <a:off x="5957068" y="1989390"/>
            <a:ext cx="294924" cy="294950"/>
            <a:chOff x="6959870" y="2198941"/>
            <a:chExt cx="543638" cy="543686"/>
          </a:xfrm>
        </p:grpSpPr>
        <p:sp>
          <p:nvSpPr>
            <p:cNvPr id="5317" name="Google Shape;5317;p61"/>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8" name="Google Shape;5318;p61"/>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9" name="Google Shape;5319;p61"/>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0" name="Google Shape;5320;p61"/>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1" name="Google Shape;5321;p61"/>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2" name="Google Shape;5322;p61"/>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3" name="Google Shape;5323;p61"/>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4" name="Google Shape;5324;p61"/>
          <p:cNvGrpSpPr/>
          <p:nvPr/>
        </p:nvGrpSpPr>
        <p:grpSpPr>
          <a:xfrm>
            <a:off x="6834195" y="1990134"/>
            <a:ext cx="284095" cy="293461"/>
            <a:chOff x="7705553" y="2230674"/>
            <a:chExt cx="541443" cy="559293"/>
          </a:xfrm>
        </p:grpSpPr>
        <p:sp>
          <p:nvSpPr>
            <p:cNvPr id="5325" name="Google Shape;5325;p61"/>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6" name="Google Shape;5326;p61"/>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7" name="Google Shape;5327;p61"/>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8" name="Google Shape;5328;p61"/>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9" name="Google Shape;5329;p61"/>
          <p:cNvGrpSpPr/>
          <p:nvPr/>
        </p:nvGrpSpPr>
        <p:grpSpPr>
          <a:xfrm>
            <a:off x="3346828" y="2439467"/>
            <a:ext cx="258019" cy="277923"/>
            <a:chOff x="8378570" y="2203608"/>
            <a:chExt cx="515111" cy="554736"/>
          </a:xfrm>
        </p:grpSpPr>
        <p:sp>
          <p:nvSpPr>
            <p:cNvPr id="5330" name="Google Shape;5330;p61"/>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61"/>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61"/>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3" name="Google Shape;5333;p61"/>
          <p:cNvGrpSpPr/>
          <p:nvPr/>
        </p:nvGrpSpPr>
        <p:grpSpPr>
          <a:xfrm>
            <a:off x="4211559" y="2433556"/>
            <a:ext cx="289097" cy="289745"/>
            <a:chOff x="3281362" y="3186588"/>
            <a:chExt cx="552450" cy="553688"/>
          </a:xfrm>
        </p:grpSpPr>
        <p:sp>
          <p:nvSpPr>
            <p:cNvPr id="5334" name="Google Shape;5334;p61"/>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5" name="Google Shape;5335;p61"/>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6" name="Google Shape;5336;p61"/>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61"/>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8" name="Google Shape;5338;p61"/>
          <p:cNvGrpSpPr/>
          <p:nvPr/>
        </p:nvGrpSpPr>
        <p:grpSpPr>
          <a:xfrm>
            <a:off x="5957069" y="2430967"/>
            <a:ext cx="294922" cy="294922"/>
            <a:chOff x="4161281" y="3158775"/>
            <a:chExt cx="599313" cy="599313"/>
          </a:xfrm>
        </p:grpSpPr>
        <p:sp>
          <p:nvSpPr>
            <p:cNvPr id="5339" name="Google Shape;5339;p61"/>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61"/>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61"/>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2" name="Google Shape;5342;p61"/>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3" name="Google Shape;5343;p61"/>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4" name="Google Shape;5344;p61"/>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61"/>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61"/>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7" name="Google Shape;5347;p61"/>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8" name="Google Shape;5348;p61"/>
          <p:cNvGrpSpPr/>
          <p:nvPr/>
        </p:nvGrpSpPr>
        <p:grpSpPr>
          <a:xfrm>
            <a:off x="1586210" y="2859509"/>
            <a:ext cx="294943" cy="294985"/>
            <a:chOff x="4941664" y="3174301"/>
            <a:chExt cx="665035" cy="665130"/>
          </a:xfrm>
        </p:grpSpPr>
        <p:sp>
          <p:nvSpPr>
            <p:cNvPr id="5349" name="Google Shape;5349;p61"/>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0" name="Google Shape;5350;p61"/>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1" name="Google Shape;5351;p61"/>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2" name="Google Shape;5352;p61"/>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61"/>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4" name="Google Shape;5354;p61"/>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5" name="Google Shape;5355;p61"/>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6" name="Google Shape;5356;p61"/>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7" name="Google Shape;5357;p61"/>
          <p:cNvGrpSpPr/>
          <p:nvPr/>
        </p:nvGrpSpPr>
        <p:grpSpPr>
          <a:xfrm>
            <a:off x="2479029" y="2862568"/>
            <a:ext cx="264428" cy="288866"/>
            <a:chOff x="5859779" y="3199923"/>
            <a:chExt cx="585406" cy="639508"/>
          </a:xfrm>
        </p:grpSpPr>
        <p:sp>
          <p:nvSpPr>
            <p:cNvPr id="5358" name="Google Shape;5358;p61"/>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61"/>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0" name="Google Shape;5360;p61"/>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1" name="Google Shape;5361;p61"/>
          <p:cNvGrpSpPr/>
          <p:nvPr/>
        </p:nvGrpSpPr>
        <p:grpSpPr>
          <a:xfrm>
            <a:off x="4710905" y="2870786"/>
            <a:ext cx="162089" cy="272431"/>
            <a:chOff x="6698265" y="3188017"/>
            <a:chExt cx="374427" cy="629316"/>
          </a:xfrm>
        </p:grpSpPr>
        <p:sp>
          <p:nvSpPr>
            <p:cNvPr id="5362" name="Google Shape;5362;p61"/>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3" name="Google Shape;5363;p61"/>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4" name="Google Shape;5364;p61"/>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5" name="Google Shape;5365;p61"/>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6" name="Google Shape;5366;p61"/>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7" name="Google Shape;5367;p61"/>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8" name="Google Shape;5368;p61"/>
          <p:cNvGrpSpPr/>
          <p:nvPr/>
        </p:nvGrpSpPr>
        <p:grpSpPr>
          <a:xfrm>
            <a:off x="5089214" y="2869055"/>
            <a:ext cx="275985" cy="275891"/>
            <a:chOff x="7325486" y="3202495"/>
            <a:chExt cx="560832" cy="560641"/>
          </a:xfrm>
        </p:grpSpPr>
        <p:sp>
          <p:nvSpPr>
            <p:cNvPr id="5369" name="Google Shape;5369;p61"/>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0" name="Google Shape;5370;p61"/>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1" name="Google Shape;5371;p61"/>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61"/>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3" name="Google Shape;5373;p61"/>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4" name="Google Shape;5374;p61"/>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61"/>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6" name="Google Shape;5376;p61"/>
          <p:cNvGrpSpPr/>
          <p:nvPr/>
        </p:nvGrpSpPr>
        <p:grpSpPr>
          <a:xfrm>
            <a:off x="3328326" y="3306260"/>
            <a:ext cx="295022" cy="295066"/>
            <a:chOff x="3288982" y="3995261"/>
            <a:chExt cx="652271" cy="652367"/>
          </a:xfrm>
        </p:grpSpPr>
        <p:sp>
          <p:nvSpPr>
            <p:cNvPr id="5377" name="Google Shape;5377;p61"/>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8" name="Google Shape;5378;p61"/>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9" name="Google Shape;5379;p61"/>
          <p:cNvGrpSpPr/>
          <p:nvPr/>
        </p:nvGrpSpPr>
        <p:grpSpPr>
          <a:xfrm>
            <a:off x="5079712" y="3306390"/>
            <a:ext cx="294989" cy="294807"/>
            <a:chOff x="4200443" y="4099220"/>
            <a:chExt cx="582867" cy="582507"/>
          </a:xfrm>
        </p:grpSpPr>
        <p:sp>
          <p:nvSpPr>
            <p:cNvPr id="5380" name="Google Shape;5380;p61"/>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1" name="Google Shape;5381;p61"/>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2" name="Google Shape;5382;p61"/>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3" name="Google Shape;5383;p61"/>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84" name="Google Shape;5384;p61"/>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5" name="Google Shape;5385;p61"/>
          <p:cNvGrpSpPr/>
          <p:nvPr/>
        </p:nvGrpSpPr>
        <p:grpSpPr>
          <a:xfrm>
            <a:off x="8136684" y="2860690"/>
            <a:ext cx="292620" cy="292623"/>
            <a:chOff x="8145888" y="2870792"/>
            <a:chExt cx="292620" cy="292623"/>
          </a:xfrm>
        </p:grpSpPr>
        <p:sp>
          <p:nvSpPr>
            <p:cNvPr id="5386" name="Google Shape;5386;p61"/>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7" name="Google Shape;5387;p61"/>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61"/>
          <p:cNvGrpSpPr/>
          <p:nvPr/>
        </p:nvGrpSpPr>
        <p:grpSpPr>
          <a:xfrm>
            <a:off x="7267449" y="2440589"/>
            <a:ext cx="282349" cy="275678"/>
            <a:chOff x="7582302" y="1499934"/>
            <a:chExt cx="369133" cy="360411"/>
          </a:xfrm>
        </p:grpSpPr>
        <p:sp>
          <p:nvSpPr>
            <p:cNvPr id="5389" name="Google Shape;5389;p6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61"/>
          <p:cNvGrpSpPr/>
          <p:nvPr/>
        </p:nvGrpSpPr>
        <p:grpSpPr>
          <a:xfrm>
            <a:off x="8135215" y="2442195"/>
            <a:ext cx="295557" cy="272467"/>
            <a:chOff x="0" y="1576429"/>
            <a:chExt cx="4139458" cy="3816063"/>
          </a:xfrm>
        </p:grpSpPr>
        <p:sp>
          <p:nvSpPr>
            <p:cNvPr id="5395" name="Google Shape;5395;p61"/>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6" name="Google Shape;5396;p61"/>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7" name="Google Shape;5397;p61"/>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8" name="Google Shape;5398;p61"/>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9" name="Google Shape;5399;p61"/>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0" name="Google Shape;5400;p61"/>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1" name="Google Shape;5401;p61"/>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2" name="Google Shape;5402;p61"/>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3" name="Google Shape;5403;p61"/>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4" name="Google Shape;5404;p61"/>
          <p:cNvGrpSpPr/>
          <p:nvPr/>
        </p:nvGrpSpPr>
        <p:grpSpPr>
          <a:xfrm>
            <a:off x="2890331" y="2430665"/>
            <a:ext cx="295552" cy="295526"/>
            <a:chOff x="4282157" y="1359552"/>
            <a:chExt cx="4139377" cy="4139014"/>
          </a:xfrm>
        </p:grpSpPr>
        <p:sp>
          <p:nvSpPr>
            <p:cNvPr id="5405" name="Google Shape;5405;p61"/>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6" name="Google Shape;5406;p61"/>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7" name="Google Shape;5407;p61"/>
          <p:cNvGrpSpPr/>
          <p:nvPr/>
        </p:nvGrpSpPr>
        <p:grpSpPr>
          <a:xfrm>
            <a:off x="5092526" y="2430655"/>
            <a:ext cx="269361" cy="295546"/>
            <a:chOff x="8421373" y="1359270"/>
            <a:chExt cx="3772567" cy="4139297"/>
          </a:xfrm>
        </p:grpSpPr>
        <p:sp>
          <p:nvSpPr>
            <p:cNvPr id="5408" name="Google Shape;5408;p61"/>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9" name="Google Shape;5409;p61"/>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3" name="Shape 5413"/>
        <p:cNvGrpSpPr/>
        <p:nvPr/>
      </p:nvGrpSpPr>
      <p:grpSpPr>
        <a:xfrm>
          <a:off x="0" y="0"/>
          <a:ext cx="0" cy="0"/>
          <a:chOff x="0" y="0"/>
          <a:chExt cx="0" cy="0"/>
        </a:xfrm>
      </p:grpSpPr>
      <p:pic>
        <p:nvPicPr>
          <p:cNvPr id="5414" name="Google Shape;5414;p62">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ech Startup by Slidesgo">
  <a:themeElements>
    <a:clrScheme name="Simple Light">
      <a:dk1>
        <a:srgbClr val="FFFFFF"/>
      </a:dk1>
      <a:lt1>
        <a:srgbClr val="091060"/>
      </a:lt1>
      <a:dk2>
        <a:srgbClr val="7247B8"/>
      </a:dk2>
      <a:lt2>
        <a:srgbClr val="0DEEE7"/>
      </a:lt2>
      <a:accent1>
        <a:srgbClr val="01507C"/>
      </a:accent1>
      <a:accent2>
        <a:srgbClr val="15D2CB"/>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