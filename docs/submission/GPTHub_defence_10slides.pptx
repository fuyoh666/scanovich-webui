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GPTHub Prod: единое окно для ИИ-задач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Кейс **GPTHub** на платформе **MWS GPT** (один чат → один ответ → прозрачный trace).</a:t>
            </a:r>
          </a:p>
          <a:p>
            <a:pPr>
              <a:defRPr sz="1900"/>
            </a:pPr>
            <a:r>
              <a:t>Команда: **Aleksandr Mordvinov**, **Usatov Pavel**, **Aleksandr Mazurenko** (см. [`README.md`](../../README.md)).</a:t>
            </a:r>
          </a:p>
          <a:p>
            <a:pPr>
              <a:defRPr sz="1900"/>
            </a:pPr>
            <a:r>
              <a:t>Репозиторий: оркестратор + Open WebUI + LiteLLM + Docker Compose.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Проблема: фрагментация и потеря контекста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Пользователь вынужден прыгать между «чатом», загрузкой файлов, голосом, поиском и разными «режимами» моделей.</a:t>
            </a:r>
          </a:p>
          <a:p>
            <a:pPr>
              <a:defRPr sz="1900"/>
            </a:pPr>
            <a:r>
              <a:t>Контекст диалога и артефакты (PDF, URL, аудио) плохо стыкуются в одном сценарии приёмки.</a:t>
            </a:r>
          </a:p>
          <a:p>
            <a:pPr>
              <a:defRPr sz="1900"/>
            </a:pPr>
            <a:r>
              <a:t>Для эксплуатации нужны **понятные правила маршрутизации** и **наблюдаемость**, а не «чёрный ящик».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Решение: один продуктовый поток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**Один чат** в **Open WebUI**: все сценарии идут через тот же UX, без второго флагманского приложения.</a:t>
            </a:r>
          </a:p>
          <a:p>
            <a:pPr>
              <a:defRPr sz="1900"/>
            </a:pPr>
            <a:r>
              <a:t>**Orchestrator** (FastAPI): классификация, **mixed input** (текст + файлы + картинки + URL + аудио), память, short-circuit сценарии.</a:t>
            </a:r>
          </a:p>
          <a:p>
            <a:pPr>
              <a:defRPr sz="1900"/>
            </a:pPr>
            <a:r>
              <a:t>**LiteLLM** → **MWS GPT**: единый upstream моделей; алиасы и политика ролей в коде и конфиге.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Архитектура контура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27" y="1115378"/>
            <a:ext cx="11292840" cy="3370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6364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User → **Open WebUI** → **orchestrator** → **LiteLLM** → **MWS**; смоки и compose — [`infra/docker-compose.yml`](../../infra/docker-compose.yml).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User Flow: один запрос в чате</a:t>
            </a:r>
          </a:p>
        </p:txBody>
      </p:sp>
      <p:pic>
        <p:nvPicPr>
          <p:cNvPr id="3" name="Picture 2" descr="us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389" y="960120"/>
            <a:ext cx="7522915" cy="5440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626364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Сообщение проходит **classifier/router**; приоритетные ветки (память, council, картинки, PPTX) — **short-circuit**; иначе — обычный completion с подмешанным контекстом ingest.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Полнота функциональности (критерий до 50 баллов)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**Обязательные сценарии (ряды 1–12)** — закрыты в коде и/или через UI Open WebUI; канон статусов: [`FEATURE_MATRIX.md`](../../FEATURE_MATRIX.md), журнал стенда: [`docs/LIVE_SMOKE.md`](../LIVE_SMOKE.md).</a:t>
            </a:r>
          </a:p>
          <a:p>
            <a:pPr>
              <a:defRPr sz="1900"/>
            </a:pPr>
            <a:r>
              <a:t>Текст и чат; голос (STT/TTS WebUI → тот же оркестратор); **генерация изображений** (MWS `/v1/images/generations`); **ASR** для аудио; **VLM** для картинок в сообщении.</a:t>
            </a:r>
          </a:p>
          <a:p>
            <a:pPr>
              <a:defRPr sz="1900"/>
            </a:pPr>
            <a:r>
              <a:t>**Ingest файлов** (PDF, Office через markitdown, десятки текстовых расширений); **веб-поиск** (Tavily + bypass векторизации сниппетов); **парсинг URL** с SSRF-защитой; **долгосрочная память**; **авто- и ручной выбор модели**; **Markdown/код** в ответе.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Дополнительный функционал (обоснованность WOW)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**WOW-1 Expert Council** (`/research`, «глубокое исследование»): параллельно несколько ролей MWS → **один** синтезированный ответ в том же чате; тесты + smoke в [`docs/LIVE_SMOKE.md`](../LIVE_SMOKE.md).</a:t>
            </a:r>
          </a:p>
          <a:p>
            <a:pPr>
              <a:defRPr sz="1900"/>
            </a:pPr>
            <a:r>
              <a:t>**WOW-3 PPTX**: запрос на презентацию в естественной формулировке → план слайдов → сборка **python-pptx** → ссылка на артефакт **`GET /artifacts/pptx/…`**; не отдельное приложение, тот же completion-контракт.</a:t>
            </a:r>
          </a:p>
          <a:p>
            <a:pPr>
              <a:defRPr sz="1900"/>
            </a:pPr>
            <a:r>
              <a:t>**X-GPTHub-Trace**: заголовок с решением маршрутизатора, цепочкой моделей и артефактами — для демонстрации «как система думает» без утечки в текст ответа.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Автоматизация, память, маршрутизация (критерий до 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**Classifier** (`task_type`, модальности) + **router** + реестр [`data/model_roles.yaml`](../../apps/orchestrator/data/model_roles.yaml); политика: [`docs/MODEL_ROUTING_POLICY.md`](../MODEL_ROUTING_POLICY.md).</a:t>
            </a:r>
          </a:p>
          <a:p>
            <a:pPr>
              <a:defRPr sz="1900"/>
            </a:pPr>
            <a:r>
              <a:t>**Память**: команды «запомни / забудь / что помнишь», SQLite + эмбеддинги MWS, top-K в system-блок; не «формальная таблица», а retrieval в диалоге.</a:t>
            </a:r>
          </a:p>
          <a:p>
            <a:pPr>
              <a:defRPr sz="1900"/>
            </a:pPr>
            <a:r>
              <a:t>**Устойчивость**: fallback по цепочкам алиасов, лимиты и SSRF на URL-fetch, фильтрация reasoning-полей в user-facing `content`.</a:t>
            </a:r>
          </a:p>
          <a:p>
            <a:pPr>
              <a:defRPr sz="1900"/>
            </a:pPr>
            <a:r>
              <a:t>*Опционально для слайда:* скрин DevTools с **`X-GPTHub-Trace`** — см. [`docs/submission/assets/README.md`](assets/README.md).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UX и целостность сценария (критерий до 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Пользователь **не переключает продукт**: WOW и базовые сценарии живут в **одном** чате Open WebUI.</a:t>
            </a:r>
          </a:p>
          <a:p>
            <a:pPr>
              <a:defRPr sz="1900"/>
            </a:pPr>
            <a:r>
              <a:t>Web search и часть медиа — **UI-managed**, но запрос всё равно уходит в **единый** оркестраторный контур.</a:t>
            </a:r>
          </a:p>
          <a:p>
            <a:pPr>
              <a:defRPr sz="1900"/>
            </a:pPr>
            <a:r>
              <a:t>Наблюдаемость (**trace**, логи) помогает объяснить жюри «почему выбрана эта модель» без отдельной админ-консоли в сценарии приёмки.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Доказательства и продуктовая ценность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900"/>
            </a:pPr>
            <a:r>
              <a:t>**Тесты**: сотни pytest в `apps/orchestrator` (ingest, memory, council, pptx, main short-circuits и др.) — зелёный suite как регрессия при изменении политики.</a:t>
            </a:r>
          </a:p>
          <a:p>
            <a:pPr>
              <a:defRPr sz="1900"/>
            </a:pPr>
            <a:r>
              <a:t>**Живые прогоны** зафиксированы в [`docs/LIVE_SMOKE.md`](../LIVE_SMOKE.md); демо-скрипт: `scripts/demo.sh` / `make demo`.</a:t>
            </a:r>
          </a:p>
          <a:p>
            <a:pPr>
              <a:defRPr sz="1900"/>
            </a:pPr>
            <a:r>
              <a:t>**Ценность для бизнеса**: быстрый подъём стенда (`docker compose`), единый MWS-контракт, предсказуемые kill-switch из [`ROADMAP.md`](../../ROADMAP.md) §0.5, готовность к аудиту маршрутизации и данных.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